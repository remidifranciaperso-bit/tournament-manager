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76" r:id="rId2"/>
    <p:sldId id="259" r:id="rId3"/>
    <p:sldId id="269" r:id="rId4"/>
    <p:sldId id="264" r:id="rId5"/>
    <p:sldId id="266" r:id="rId6"/>
    <p:sldId id="261" r:id="rId7"/>
    <p:sldId id="268" r:id="rId8"/>
    <p:sldId id="267" r:id="rId9"/>
    <p:sldId id="263" r:id="rId10"/>
  </p:sldIdLst>
  <p:sldSz cx="9906000" cy="6858000" type="A4"/>
  <p:notesSz cx="6858000" cy="9144000"/>
  <p:defaultTextStyle>
    <a:defPPr>
      <a:defRPr lang="en-US"/>
    </a:defPPr>
    <a:lvl1pPr marL="0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 userDrawn="1">
          <p15:clr>
            <a:srgbClr val="A4A3A4"/>
          </p15:clr>
        </p15:guide>
        <p15:guide id="2" pos="2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384" y="176"/>
      </p:cViewPr>
      <p:guideLst>
        <p:guide orient="horz" pos="1959"/>
        <p:guide pos="26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8DB49-402F-FB41-B58E-980CBE386162}" type="datetimeFigureOut">
              <a:rPr lang="fr-FR" smtClean="0"/>
              <a:t>01/07/2026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C9A40-B94C-6A45-93D8-A04E1246FE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58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85" y="1931872"/>
            <a:ext cx="7203293" cy="13330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169" y="3524010"/>
            <a:ext cx="5932124" cy="15892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424" y="3996182"/>
            <a:ext cx="7203293" cy="1235131"/>
          </a:xfr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24" y="2635811"/>
            <a:ext cx="7203293" cy="1360371"/>
          </a:xfr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58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7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6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356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2945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53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12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6712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723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7852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392042"/>
            <a:ext cx="3744359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723" y="1972179"/>
            <a:ext cx="3744359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4910" y="1392042"/>
            <a:ext cx="3745830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4910" y="1972179"/>
            <a:ext cx="3745830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724" y="247602"/>
            <a:ext cx="2788040" cy="1053748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280" y="247602"/>
            <a:ext cx="4737460" cy="5307609"/>
          </a:xfr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6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724" y="1301350"/>
            <a:ext cx="2788040" cy="4253861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054" y="4353189"/>
            <a:ext cx="5084678" cy="513919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1054" y="555665"/>
            <a:ext cx="5084678" cy="3731305"/>
          </a:xfrm>
        </p:spPr>
        <p:txBody>
          <a:bodyPr/>
          <a:lstStyle>
            <a:lvl1pPr marL="0" indent="0">
              <a:buNone/>
              <a:defRPr sz="2902"/>
            </a:lvl1pPr>
            <a:lvl2pPr marL="414589" indent="0">
              <a:buNone/>
              <a:defRPr sz="2539"/>
            </a:lvl2pPr>
            <a:lvl3pPr marL="829178" indent="0">
              <a:buNone/>
              <a:defRPr sz="2176"/>
            </a:lvl3pPr>
            <a:lvl4pPr marL="1243767" indent="0">
              <a:buNone/>
              <a:defRPr sz="1814"/>
            </a:lvl4pPr>
            <a:lvl5pPr marL="1658356" indent="0">
              <a:buNone/>
              <a:defRPr sz="1814"/>
            </a:lvl5pPr>
            <a:lvl6pPr marL="2072945" indent="0">
              <a:buNone/>
              <a:defRPr sz="1814"/>
            </a:lvl6pPr>
            <a:lvl7pPr marL="2487534" indent="0">
              <a:buNone/>
              <a:defRPr sz="1814"/>
            </a:lvl7pPr>
            <a:lvl8pPr marL="2902123" indent="0">
              <a:buNone/>
              <a:defRPr sz="1814"/>
            </a:lvl8pPr>
            <a:lvl9pPr marL="3316712" indent="0">
              <a:buNone/>
              <a:defRPr sz="181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054" y="4867107"/>
            <a:ext cx="5084678" cy="729850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3986" y="249042"/>
            <a:ext cx="1906754" cy="5306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723" y="249042"/>
            <a:ext cx="5579021" cy="5306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723" y="249042"/>
            <a:ext cx="7627016" cy="1036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451063"/>
            <a:ext cx="7627016" cy="4104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723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441" y="5763945"/>
            <a:ext cx="2683580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3365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4589" rtl="0" eaLnBrk="1" latinLnBrk="0" hangingPunct="1">
        <a:spcBef>
          <a:spcPct val="0"/>
        </a:spcBef>
        <a:buNone/>
        <a:defRPr sz="3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42" indent="-310942" algn="l" defTabSz="414589" rtl="0" eaLnBrk="1" latinLnBrk="0" hangingPunct="1">
        <a:spcBef>
          <a:spcPct val="20000"/>
        </a:spcBef>
        <a:buFont typeface="Arial"/>
        <a:buChar char="•"/>
        <a:defRPr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07" indent="-259118" algn="l" defTabSz="414589" rtl="0" eaLnBrk="1" latinLnBrk="0" hangingPunct="1">
        <a:spcBef>
          <a:spcPct val="20000"/>
        </a:spcBef>
        <a:buFont typeface="Arial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72" indent="-207294" algn="l" defTabSz="414589" rtl="0" eaLnBrk="1" latinLnBrk="0" hangingPunct="1">
        <a:spcBef>
          <a:spcPct val="20000"/>
        </a:spcBef>
        <a:buFont typeface="Arial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61" indent="-207294" algn="l" defTabSz="414589" rtl="0" eaLnBrk="1" latinLnBrk="0" hangingPunct="1">
        <a:spcBef>
          <a:spcPct val="20000"/>
        </a:spcBef>
        <a:buFont typeface="Arial"/>
        <a:buChar char="–"/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650" indent="-207294" algn="l" defTabSz="414589" rtl="0" eaLnBrk="1" latinLnBrk="0" hangingPunct="1">
        <a:spcBef>
          <a:spcPct val="20000"/>
        </a:spcBef>
        <a:buFont typeface="Arial"/>
        <a:buChar char="»"/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239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4828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417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006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89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78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67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56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945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534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123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712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 descr="Une image contenant balle de tennis, équipement sportif, balle, Sport de raquette&#10;&#10;Description générée automatiquement">
            <a:extLst>
              <a:ext uri="{FF2B5EF4-FFF2-40B4-BE49-F238E27FC236}">
                <a16:creationId xmlns:a16="http://schemas.microsoft.com/office/drawing/2014/main" id="{58037686-8F50-9843-9602-EEF52A128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5597" y="-40878"/>
            <a:ext cx="10531222" cy="6996771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64272530-0649-BD4A-A7D8-7C7792BB1E94}"/>
              </a:ext>
            </a:extLst>
          </p:cNvPr>
          <p:cNvSpPr txBox="1"/>
          <p:nvPr/>
        </p:nvSpPr>
        <p:spPr>
          <a:xfrm>
            <a:off x="2713126" y="380761"/>
            <a:ext cx="43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200" dirty="0">
                <a:solidFill>
                  <a:schemeClr val="bg1"/>
                </a:solidFill>
                <a:latin typeface="TSL Sans" pitchFamily="2" charset="0"/>
                <a:cs typeface="Oriya MN" pitchFamily="2" charset="0"/>
              </a:rPr>
              <a:t>{{LOGO}}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1F7DDA2-92C3-2944-8F86-E62910EEBB20}"/>
              </a:ext>
            </a:extLst>
          </p:cNvPr>
          <p:cNvSpPr txBox="1"/>
          <p:nvPr/>
        </p:nvSpPr>
        <p:spPr>
          <a:xfrm>
            <a:off x="-425597" y="1566952"/>
            <a:ext cx="105312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6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03695CD-FDE4-F54B-8134-D0767A33B0A3}"/>
              </a:ext>
            </a:extLst>
          </p:cNvPr>
          <p:cNvSpPr txBox="1"/>
          <p:nvPr/>
        </p:nvSpPr>
        <p:spPr>
          <a:xfrm>
            <a:off x="1994338" y="5382572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12 Équipes</a:t>
            </a:r>
            <a:endParaRPr lang="fr-FR" sz="44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D96DA86-9D71-1041-90D1-D256C10146A0}"/>
              </a:ext>
            </a:extLst>
          </p:cNvPr>
          <p:cNvSpPr txBox="1"/>
          <p:nvPr/>
        </p:nvSpPr>
        <p:spPr>
          <a:xfrm>
            <a:off x="1994338" y="4262590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84406B9-1400-604D-BCAD-81F49575497D}"/>
              </a:ext>
            </a:extLst>
          </p:cNvPr>
          <p:cNvSpPr txBox="1"/>
          <p:nvPr/>
        </p:nvSpPr>
        <p:spPr>
          <a:xfrm>
            <a:off x="1994338" y="4823648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{{HEURE}}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7C78276-0247-DB4D-9282-A024FA8B012B}"/>
              </a:ext>
            </a:extLst>
          </p:cNvPr>
          <p:cNvSpPr txBox="1"/>
          <p:nvPr/>
        </p:nvSpPr>
        <p:spPr>
          <a:xfrm>
            <a:off x="1994338" y="5941496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4 terrains</a:t>
            </a:r>
            <a:endParaRPr lang="fr-FR" sz="44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2881E999-4164-2341-B126-C373A19A0BB7}"/>
              </a:ext>
            </a:extLst>
          </p:cNvPr>
          <p:cNvCxnSpPr>
            <a:cxnSpLocks/>
          </p:cNvCxnSpPr>
          <p:nvPr/>
        </p:nvCxnSpPr>
        <p:spPr>
          <a:xfrm>
            <a:off x="2296385" y="3293003"/>
            <a:ext cx="5087257" cy="0"/>
          </a:xfrm>
          <a:prstGeom prst="line">
            <a:avLst/>
          </a:prstGeom>
          <a:ln w="25400">
            <a:solidFill>
              <a:srgbClr val="FFF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7835A0D9-906F-A949-B733-2DC87687B07B}"/>
              </a:ext>
            </a:extLst>
          </p:cNvPr>
          <p:cNvSpPr txBox="1"/>
          <p:nvPr/>
        </p:nvSpPr>
        <p:spPr>
          <a:xfrm>
            <a:off x="1881352" y="6714691"/>
            <a:ext cx="59173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padel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tournament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engine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endParaRPr lang="fr-FR" sz="1100" dirty="0"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198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8646D104-DCE9-8C4D-951F-FE07D53253EA}"/>
              </a:ext>
            </a:extLst>
          </p:cNvPr>
          <p:cNvSpPr txBox="1"/>
          <p:nvPr/>
        </p:nvSpPr>
        <p:spPr>
          <a:xfrm>
            <a:off x="3699019" y="6536897"/>
            <a:ext cx="2375338" cy="307777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{{LOGO}}</a:t>
            </a: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PARTICIPANTS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7927173"/>
              </p:ext>
            </p:extLst>
          </p:nvPr>
        </p:nvGraphicFramePr>
        <p:xfrm>
          <a:off x="163773" y="1227666"/>
          <a:ext cx="9553428" cy="58748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1057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CONVOCATIONS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488387"/>
              </p:ext>
            </p:extLst>
          </p:nvPr>
        </p:nvGraphicFramePr>
        <p:xfrm>
          <a:off x="1137554" y="859804"/>
          <a:ext cx="7498268" cy="58748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{{CONV_NOMS}}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{{CONV_HORAIRE}}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C8616D84-0122-B94C-9C14-89BF3ECAEFEE}"/>
              </a:ext>
            </a:extLst>
          </p:cNvPr>
          <p:cNvSpPr txBox="1"/>
          <p:nvPr/>
        </p:nvSpPr>
        <p:spPr>
          <a:xfrm>
            <a:off x="3699019" y="6572897"/>
            <a:ext cx="2375338" cy="180000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5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2078421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39730" y="702185"/>
            <a:ext cx="10157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39730" y="702185"/>
            <a:ext cx="27571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5071630" y="702185"/>
            <a:ext cx="11144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4571947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4487282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426411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45200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45200" y="14642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3565852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3565852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25103" y="2271000"/>
            <a:ext cx="10257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25103" y="2271000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5080757" y="2271000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4567383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4482718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421847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45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45200" y="303307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3561288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3561288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25103" y="3847463"/>
            <a:ext cx="10257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25104" y="3847463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5080757" y="3847463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4567383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4482718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421847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421847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421847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45200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45200" y="46095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3561288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3561288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27024" y="5431356"/>
            <a:ext cx="10193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421848" y="5431356"/>
            <a:ext cx="2764190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5079739" y="5431356"/>
            <a:ext cx="11080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4562819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4478154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417283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45200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45200" y="61934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3556724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3556724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TOUR PRÉLIMINAIRE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</p:spTree>
    <p:extLst>
      <p:ext uri="{BB962C8B-B14F-4D97-AF65-F5344CB8AC3E}">
        <p14:creationId xmlns:p14="http://schemas.microsoft.com/office/powerpoint/2010/main" val="903925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18201" y="3063383"/>
            <a:ext cx="27750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2" y="1446132"/>
            <a:ext cx="27705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{{D1_TERRAIN}}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600" y="702185"/>
            <a:ext cx="1042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5600" y="702185"/>
            <a:ext cx="27522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981689" y="702185"/>
            <a:ext cx="11250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024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{{WIN_P1}}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136627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93891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136627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211240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2271000"/>
            <a:ext cx="1042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659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2007310" y="2271000"/>
            <a:ext cx="10955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024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847463"/>
            <a:ext cx="11272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5600" y="3847463"/>
            <a:ext cx="27522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872532" y="3847463"/>
            <a:ext cx="1229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02400" y="4185910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{{WIN_P3}}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6095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51527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608791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51527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526139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5431356"/>
            <a:ext cx="1042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5431356"/>
            <a:ext cx="2768865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81688" y="5431356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02400" y="5769803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{{WIN_P4}}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61934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1446132"/>
            <a:ext cx="1025797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217522" y="1446132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72917" y="4589655"/>
            <a:ext cx="10193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5891" y="4589655"/>
            <a:ext cx="11178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43990" y="5300551"/>
            <a:ext cx="1039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40880" y="5300551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507302" y="5300551"/>
            <a:ext cx="10974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9561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58831" y="3063383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{{WIN_D1}}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{{WIN_D2}}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ZoneTexte 135">
            <a:extLst>
              <a:ext uri="{FF2B5EF4-FFF2-40B4-BE49-F238E27FC236}">
                <a16:creationId xmlns:a16="http://schemas.microsoft.com/office/drawing/2014/main" id="{39896ACA-958B-1445-A999-80B63C9D82B2}"/>
              </a:ext>
            </a:extLst>
          </p:cNvPr>
          <p:cNvSpPr txBox="1"/>
          <p:nvPr/>
        </p:nvSpPr>
        <p:spPr>
          <a:xfrm>
            <a:off x="3699019" y="6536897"/>
            <a:ext cx="2375338" cy="307777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43964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6432" y="1446132"/>
            <a:ext cx="12892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6" y="1446132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95123" y="1446132"/>
            <a:ext cx="13385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6432" y="4589655"/>
            <a:ext cx="12892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6433" y="4589655"/>
            <a:ext cx="27672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95123" y="4589655"/>
            <a:ext cx="13385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</p:cNvCxnSpPr>
          <p:nvPr/>
        </p:nvCxnSpPr>
        <p:spPr>
          <a:xfrm flipV="1">
            <a:off x="6333700" y="2109600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114757"/>
            <a:ext cx="0" cy="315000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5746" y="3077888"/>
            <a:ext cx="11377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75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848552" y="3077888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3024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3024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5-8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10077" y="3063383"/>
            <a:ext cx="11495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1" y="3063383"/>
            <a:ext cx="27770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42883" y="3063383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eur droit 154">
            <a:extLst>
              <a:ext uri="{FF2B5EF4-FFF2-40B4-BE49-F238E27FC236}">
                <a16:creationId xmlns:a16="http://schemas.microsoft.com/office/drawing/2014/main" id="{FC08E550-265D-B148-A192-46B5AD06923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1400" y="5261780"/>
            <a:ext cx="262800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>
            <a:extLst>
              <a:ext uri="{FF2B5EF4-FFF2-40B4-BE49-F238E27FC236}">
                <a16:creationId xmlns:a16="http://schemas.microsoft.com/office/drawing/2014/main" id="{49EA6DB5-9745-4942-8C78-8B8DAAF9CF09}"/>
              </a:ext>
            </a:extLst>
          </p:cNvPr>
          <p:cNvCxnSpPr>
            <a:cxnSpLocks/>
          </p:cNvCxnSpPr>
          <p:nvPr/>
        </p:nvCxnSpPr>
        <p:spPr>
          <a:xfrm rot="10800000">
            <a:off x="3304826" y="2109600"/>
            <a:ext cx="252000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>
            <a:extLst>
              <a:ext uri="{FF2B5EF4-FFF2-40B4-BE49-F238E27FC236}">
                <a16:creationId xmlns:a16="http://schemas.microsoft.com/office/drawing/2014/main" id="{EFF62FA7-9260-324C-B8FE-2D2B7DCC3AB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3793" y="2112143"/>
            <a:ext cx="0" cy="315000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64F6EADD-B1AD-5544-BCA9-43AD505B75A3}"/>
              </a:ext>
            </a:extLst>
          </p:cNvPr>
          <p:cNvCxnSpPr>
            <a:cxnSpLocks/>
          </p:cNvCxnSpPr>
          <p:nvPr/>
        </p:nvCxnSpPr>
        <p:spPr>
          <a:xfrm rot="10800000">
            <a:off x="3078453" y="3745806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7-8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5-6</a:t>
            </a: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3F5CA4CF-3D74-AB41-A572-ED8C32D96B67}"/>
              </a:ext>
            </a:extLst>
          </p:cNvPr>
          <p:cNvSpPr txBox="1"/>
          <p:nvPr/>
        </p:nvSpPr>
        <p:spPr>
          <a:xfrm>
            <a:off x="3765331" y="6482897"/>
            <a:ext cx="2375338" cy="270000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2870948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704" y="1446132"/>
            <a:ext cx="13390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6" y="1446132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18907" y="1446132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705" y="4589655"/>
            <a:ext cx="13390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705" y="4589655"/>
            <a:ext cx="27659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06779" y="4589655"/>
            <a:ext cx="14269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788" y="3077888"/>
            <a:ext cx="12912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67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710343" y="3077888"/>
            <a:ext cx="13726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3024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{{LOSE_C9_12_1}}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3024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</a:t>
            </a:r>
            <a:r>
              <a:rPr lang="fr-FR"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_C9_12_2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9-12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11350" y="3063383"/>
            <a:ext cx="1208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70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294557" y="3063383"/>
            <a:ext cx="12827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{{WIN_C9_12_1}}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{{WIN_C9_12_2}}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64F6EADD-B1AD-5544-BCA9-43AD505B75A3}"/>
              </a:ext>
            </a:extLst>
          </p:cNvPr>
          <p:cNvCxnSpPr>
            <a:cxnSpLocks/>
          </p:cNvCxnSpPr>
          <p:nvPr/>
        </p:nvCxnSpPr>
        <p:spPr>
          <a:xfrm rot="10800000">
            <a:off x="3078453" y="3745806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11-12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9-10</a:t>
            </a:r>
          </a:p>
        </p:txBody>
      </p:sp>
      <p:cxnSp>
        <p:nvCxnSpPr>
          <p:cNvPr id="69" name="Connecteur droit 68">
            <a:extLst>
              <a:ext uri="{FF2B5EF4-FFF2-40B4-BE49-F238E27FC236}">
                <a16:creationId xmlns:a16="http://schemas.microsoft.com/office/drawing/2014/main" id="{E12EFE5E-5344-1F48-A28A-B6D40EB57162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1400" y="5261780"/>
            <a:ext cx="262800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>
            <a:extLst>
              <a:ext uri="{FF2B5EF4-FFF2-40B4-BE49-F238E27FC236}">
                <a16:creationId xmlns:a16="http://schemas.microsoft.com/office/drawing/2014/main" id="{7AB8318F-1C97-7042-BE8E-F341BFC3DF9F}"/>
              </a:ext>
            </a:extLst>
          </p:cNvPr>
          <p:cNvCxnSpPr>
            <a:cxnSpLocks/>
          </p:cNvCxnSpPr>
          <p:nvPr/>
        </p:nvCxnSpPr>
        <p:spPr>
          <a:xfrm rot="10800000">
            <a:off x="3304826" y="2109600"/>
            <a:ext cx="252000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70">
            <a:extLst>
              <a:ext uri="{FF2B5EF4-FFF2-40B4-BE49-F238E27FC236}">
                <a16:creationId xmlns:a16="http://schemas.microsoft.com/office/drawing/2014/main" id="{0665C77D-3CF9-5C4C-8DD0-A3B114FE177F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3793" y="2112143"/>
            <a:ext cx="0" cy="315000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>
            <a:extLst>
              <a:ext uri="{FF2B5EF4-FFF2-40B4-BE49-F238E27FC236}">
                <a16:creationId xmlns:a16="http://schemas.microsoft.com/office/drawing/2014/main" id="{8A001506-D658-0044-A1E9-F5CDC34BEA08}"/>
              </a:ext>
            </a:extLst>
          </p:cNvPr>
          <p:cNvCxnSpPr>
            <a:cxnSpLocks/>
          </p:cNvCxnSpPr>
          <p:nvPr/>
        </p:nvCxnSpPr>
        <p:spPr>
          <a:xfrm flipV="1">
            <a:off x="6333700" y="2109600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72">
            <a:extLst>
              <a:ext uri="{FF2B5EF4-FFF2-40B4-BE49-F238E27FC236}">
                <a16:creationId xmlns:a16="http://schemas.microsoft.com/office/drawing/2014/main" id="{8BA46E1C-9115-A148-8742-97BDE59B4089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73">
            <a:extLst>
              <a:ext uri="{FF2B5EF4-FFF2-40B4-BE49-F238E27FC236}">
                <a16:creationId xmlns:a16="http://schemas.microsoft.com/office/drawing/2014/main" id="{DE064409-893C-9D47-8841-0C678203C47F}"/>
              </a:ext>
            </a:extLst>
          </p:cNvPr>
          <p:cNvCxnSpPr>
            <a:cxnSpLocks/>
          </p:cNvCxnSpPr>
          <p:nvPr/>
        </p:nvCxnSpPr>
        <p:spPr>
          <a:xfrm flipV="1">
            <a:off x="6578232" y="2114757"/>
            <a:ext cx="0" cy="315000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ZoneTexte 74">
            <a:extLst>
              <a:ext uri="{FF2B5EF4-FFF2-40B4-BE49-F238E27FC236}">
                <a16:creationId xmlns:a16="http://schemas.microsoft.com/office/drawing/2014/main" id="{84C05A24-0698-4F45-9898-24268A4DACC4}"/>
              </a:ext>
            </a:extLst>
          </p:cNvPr>
          <p:cNvSpPr txBox="1"/>
          <p:nvPr/>
        </p:nvSpPr>
        <p:spPr>
          <a:xfrm>
            <a:off x="3765331" y="6482897"/>
            <a:ext cx="2375338" cy="270000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3434907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464194"/>
              </p:ext>
            </p:extLst>
          </p:nvPr>
        </p:nvGraphicFramePr>
        <p:xfrm>
          <a:off x="154982" y="633353"/>
          <a:ext cx="9608952" cy="6168603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93743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68687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0779903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5352542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4232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5115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 / POINTS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805138"/>
              </p:ext>
            </p:extLst>
          </p:nvPr>
        </p:nvGraphicFramePr>
        <p:xfrm>
          <a:off x="154982" y="964195"/>
          <a:ext cx="9546957" cy="483069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1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2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3 </a:t>
                      </a:r>
                      <a:r>
                        <a:rPr lang="fr-FR" sz="1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312717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663545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3569104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8110893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5560879"/>
                  </a:ext>
                </a:extLst>
              </a:tr>
            </a:tbl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B341968F-466D-A94D-BF2A-D1F6C4916F5F}"/>
              </a:ext>
            </a:extLst>
          </p:cNvPr>
          <p:cNvSpPr txBox="1"/>
          <p:nvPr/>
        </p:nvSpPr>
        <p:spPr>
          <a:xfrm>
            <a:off x="3765331" y="6482897"/>
            <a:ext cx="2375338" cy="270000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3168491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3586</TotalTime>
  <Words>1286</Words>
  <Application>Microsoft Macintosh PowerPoint</Application>
  <PresentationFormat>Format A4 (210 x 297 mm)</PresentationFormat>
  <Paragraphs>351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5" baseType="lpstr">
      <vt:lpstr>Arial</vt:lpstr>
      <vt:lpstr>Calibri</vt:lpstr>
      <vt:lpstr>Grindy Brush</vt:lpstr>
      <vt:lpstr>Noto Sans</vt:lpstr>
      <vt:lpstr>TSL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Rémi Di Francia</cp:lastModifiedBy>
  <cp:revision>59</cp:revision>
  <dcterms:created xsi:type="dcterms:W3CDTF">2013-01-27T09:14:16Z</dcterms:created>
  <dcterms:modified xsi:type="dcterms:W3CDTF">2026-07-01T07:12:56Z</dcterms:modified>
  <cp:category/>
</cp:coreProperties>
</file>