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9" r:id="rId2"/>
    <p:sldId id="279" r:id="rId3"/>
    <p:sldId id="317" r:id="rId4"/>
    <p:sldId id="312" r:id="rId5"/>
    <p:sldId id="264" r:id="rId6"/>
    <p:sldId id="260" r:id="rId7"/>
    <p:sldId id="282" r:id="rId8"/>
    <p:sldId id="283" r:id="rId9"/>
    <p:sldId id="285" r:id="rId10"/>
    <p:sldId id="274" r:id="rId11"/>
    <p:sldId id="302" r:id="rId12"/>
    <p:sldId id="304" r:id="rId13"/>
    <p:sldId id="294" r:id="rId14"/>
    <p:sldId id="289" r:id="rId15"/>
    <p:sldId id="295" r:id="rId16"/>
    <p:sldId id="298" r:id="rId17"/>
    <p:sldId id="300" r:id="rId18"/>
    <p:sldId id="313" r:id="rId19"/>
    <p:sldId id="276" r:id="rId20"/>
    <p:sldId id="314" r:id="rId21"/>
    <p:sldId id="315" r:id="rId22"/>
    <p:sldId id="316" r:id="rId23"/>
    <p:sldId id="263" r:id="rId24"/>
    <p:sldId id="269" r:id="rId25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90006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818928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4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551709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391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15323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11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3063383"/>
            <a:ext cx="27604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37" y="4589655"/>
            <a:ext cx="27659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5" y="5431356"/>
            <a:ext cx="2761396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9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4399" y="2271000"/>
            <a:ext cx="27680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9" y="702185"/>
            <a:ext cx="2763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702185"/>
            <a:ext cx="1023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2" y="702185"/>
            <a:ext cx="1232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{{S1_EQ1}}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7" y="2271000"/>
            <a:ext cx="1050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227100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2011185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{{S3_EQ1}}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5" y="5431356"/>
            <a:ext cx="1095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2011185" y="5431356"/>
            <a:ext cx="10866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{{S4_EQ1}}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45657" y="1446132"/>
            <a:ext cx="1188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150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57817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ZoneTexte 155">
            <a:extLst>
              <a:ext uri="{FF2B5EF4-FFF2-40B4-BE49-F238E27FC236}">
                <a16:creationId xmlns:a16="http://schemas.microsoft.com/office/drawing/2014/main" id="{C8B05B2F-1A8A-ED4F-A019-10790955F18B}"/>
              </a:ext>
            </a:extLst>
          </p:cNvPr>
          <p:cNvSpPr txBox="1"/>
          <p:nvPr/>
        </p:nvSpPr>
        <p:spPr>
          <a:xfrm>
            <a:off x="349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{{S1_EQ2}}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ABCF2704-F7B6-754A-B693-FE702FB21384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{{S2_EQ2}}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CFA93A0B-4EB9-6049-9DAE-EAB3496ED8C9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{{S3_EQ2}}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6B86357C-3BA2-C248-B38B-34849A00A2F6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{{S4_EQ2}}</a:t>
            </a:r>
          </a:p>
        </p:txBody>
      </p: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046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6" y="19983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5747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515865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{{S6_EQ2}}</a:t>
            </a:r>
          </a:p>
        </p:txBody>
      </p: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046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23691" y="1998300"/>
            <a:ext cx="117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5747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23691" y="5158656"/>
            <a:ext cx="1174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{{WIN_S9}}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{{WIN_S10}}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{{WIN_S11}}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{{WIN_S12}}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{{WIN_H6}}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{{S10_EQ2}}</a:t>
            </a:r>
          </a:p>
        </p:txBody>
      </p:sp>
    </p:spTree>
    <p:extLst>
      <p:ext uri="{BB962C8B-B14F-4D97-AF65-F5344CB8AC3E}">
        <p14:creationId xmlns:p14="http://schemas.microsoft.com/office/powerpoint/2010/main" val="1292564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130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23691" y="1998300"/>
            <a:ext cx="117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5747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23691" y="5158656"/>
            <a:ext cx="1174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{{WIN_S13}}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5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{{S14_EQ2}}</a:t>
            </a:r>
          </a:p>
        </p:txBody>
      </p:sp>
    </p:spTree>
    <p:extLst>
      <p:ext uri="{BB962C8B-B14F-4D97-AF65-F5344CB8AC3E}">
        <p14:creationId xmlns:p14="http://schemas.microsoft.com/office/powerpoint/2010/main" val="254857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0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4196579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53026" y="1446132"/>
            <a:ext cx="1080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4196579" y="4589655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3781" y="5300551"/>
            <a:ext cx="1029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300551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7298" y="3063383"/>
            <a:ext cx="937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56172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614348" y="3063383"/>
            <a:ext cx="978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85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8" y="1446132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04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4" y="3063383"/>
            <a:ext cx="14731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85672" y="3063383"/>
            <a:ext cx="1291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409899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1529D893-32BE-4A4D-AC6E-98DAA0EE6AA7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B2CB6ED3-9FE1-AE42-906B-06077CDDB582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</p:spTree>
    <p:extLst>
      <p:ext uri="{BB962C8B-B14F-4D97-AF65-F5344CB8AC3E}">
        <p14:creationId xmlns:p14="http://schemas.microsoft.com/office/powerpoint/2010/main" val="1892361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133050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{{C17_32_4_TERRAIN}}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{{C17_32_4_CODE}}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{{C17_32_1_TERRAIN}}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{{WIN_C17_20_1}}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{{WIN_C17_20_2}}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716799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3EF9943D-5393-EB44-B0E6-8C43D50980C6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BCED7AA2-6425-574F-BC73-84635054FDB2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566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956262"/>
            <a:ext cx="1473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1" y="5297796"/>
            <a:ext cx="1325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573513"/>
            <a:ext cx="1530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09978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099785"/>
            <a:ext cx="16098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95626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18011" y="956262"/>
            <a:ext cx="1515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4941486"/>
            <a:ext cx="144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357593"/>
            <a:ext cx="1418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781130"/>
            <a:ext cx="1445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{{C17_32_6_CODE}}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212315"/>
            <a:ext cx="1448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4" y="5297796"/>
            <a:ext cx="2754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57351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494148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35759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78113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21231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482007" y="212315"/>
            <a:ext cx="1622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5507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{{LOSE_S9}}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97439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{{LOSE_S10}}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06609" y="1781130"/>
            <a:ext cx="1495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11957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254320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06609" y="3357593"/>
            <a:ext cx="1495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369604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{{LOSE_S13}}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11966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{{LOSE_S14}}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6708" y="4941486"/>
            <a:ext cx="1521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27993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{{LOSE_S15}}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57035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{{LOSE_S16}}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18011" y="4099785"/>
            <a:ext cx="1515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4024" y="5297796"/>
            <a:ext cx="1380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62963" y="2573513"/>
            <a:ext cx="1530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</a:t>
            </a:r>
            <a:r>
              <a:rPr lang="fr-FR" dirty="0"/>
              <a:t>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ED2B679D-01D3-284B-920B-E3F44143B5F0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1470740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21-24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{{WIN_C21_24_1}}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C21_24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23-24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21-22</a:t>
            </a:r>
          </a:p>
        </p:txBody>
      </p:sp>
    </p:spTree>
    <p:extLst>
      <p:ext uri="{BB962C8B-B14F-4D97-AF65-F5344CB8AC3E}">
        <p14:creationId xmlns:p14="http://schemas.microsoft.com/office/powerpoint/2010/main" val="67113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</a:t>
            </a:r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{{C25_32_1_HEURE}}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{{LOSE_C25_28_1}}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{{LOSE_C25_28_2}}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25-28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{{WIN_C25_28_1}}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{{WIN_C25_28_2}}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D58F1422-BDBB-4141-B9F5-3FFF96C638E0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25-26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AFD007EE-B602-BE49-B395-1D5A66E3B164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27-28</a:t>
            </a:r>
          </a:p>
        </p:txBody>
      </p:sp>
    </p:spTree>
    <p:extLst>
      <p:ext uri="{BB962C8B-B14F-4D97-AF65-F5344CB8AC3E}">
        <p14:creationId xmlns:p14="http://schemas.microsoft.com/office/powerpoint/2010/main" val="416370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{{LOSE_C29_32_1}}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{{LOSE_C29_32_2}}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29-32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{{WIN_C29_32_1}}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C29_32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31-32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29-30</a:t>
            </a:r>
          </a:p>
        </p:txBody>
      </p:sp>
    </p:spTree>
    <p:extLst>
      <p:ext uri="{BB962C8B-B14F-4D97-AF65-F5344CB8AC3E}">
        <p14:creationId xmlns:p14="http://schemas.microsoft.com/office/powerpoint/2010/main" val="29111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 1/3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42923"/>
              </p:ext>
            </p:extLst>
          </p:nvPr>
        </p:nvGraphicFramePr>
        <p:xfrm>
          <a:off x="154982" y="808735"/>
          <a:ext cx="9608952" cy="726387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85139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59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329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87000"/>
              </p:ext>
            </p:extLst>
          </p:nvPr>
        </p:nvGraphicFramePr>
        <p:xfrm>
          <a:off x="154982" y="808735"/>
          <a:ext cx="9608952" cy="7364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749476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967733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77411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723367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95D3E599-C390-4F4B-A077-6AE0E4ADFF50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 2/3</a:t>
            </a:r>
          </a:p>
        </p:txBody>
      </p:sp>
    </p:spTree>
    <p:extLst>
      <p:ext uri="{BB962C8B-B14F-4D97-AF65-F5344CB8AC3E}">
        <p14:creationId xmlns:p14="http://schemas.microsoft.com/office/powerpoint/2010/main" val="78789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804773"/>
              </p:ext>
            </p:extLst>
          </p:nvPr>
        </p:nvGraphicFramePr>
        <p:xfrm>
          <a:off x="154982" y="808735"/>
          <a:ext cx="9608952" cy="731397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749476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967733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PL48_EQ2}}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77411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95D3E599-C390-4F4B-A077-6AE0E4ADFF50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 3/3</a:t>
            </a:r>
          </a:p>
        </p:txBody>
      </p:sp>
    </p:spTree>
    <p:extLst>
      <p:ext uri="{BB962C8B-B14F-4D97-AF65-F5344CB8AC3E}">
        <p14:creationId xmlns:p14="http://schemas.microsoft.com/office/powerpoint/2010/main" val="2670763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374227"/>
              </p:ext>
            </p:extLst>
          </p:nvPr>
        </p:nvGraphicFramePr>
        <p:xfrm>
          <a:off x="154982" y="808735"/>
          <a:ext cx="9608952" cy="726387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85139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59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611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83092"/>
              </p:ext>
            </p:extLst>
          </p:nvPr>
        </p:nvGraphicFramePr>
        <p:xfrm>
          <a:off x="154982" y="808735"/>
          <a:ext cx="9608952" cy="7364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749476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967733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77411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723367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95D3E599-C390-4F4B-A077-6AE0E4ADFF50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 2/2</a:t>
            </a:r>
          </a:p>
        </p:txBody>
      </p:sp>
    </p:spTree>
    <p:extLst>
      <p:ext uri="{BB962C8B-B14F-4D97-AF65-F5344CB8AC3E}">
        <p14:creationId xmlns:p14="http://schemas.microsoft.com/office/powerpoint/2010/main" val="4153556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7A067D63-4967-8848-B2B1-E1612742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411187"/>
              </p:ext>
            </p:extLst>
          </p:nvPr>
        </p:nvGraphicFramePr>
        <p:xfrm>
          <a:off x="154982" y="964195"/>
          <a:ext cx="9546957" cy="484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358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  <p:graphicFrame>
        <p:nvGraphicFramePr>
          <p:cNvPr id="9" name="Tableau 154">
            <a:extLst>
              <a:ext uri="{FF2B5EF4-FFF2-40B4-BE49-F238E27FC236}">
                <a16:creationId xmlns:a16="http://schemas.microsoft.com/office/drawing/2014/main" id="{AAB0891E-0630-2342-9584-F35E57542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643138"/>
              </p:ext>
            </p:extLst>
          </p:nvPr>
        </p:nvGraphicFramePr>
        <p:xfrm>
          <a:off x="154982" y="964195"/>
          <a:ext cx="9546957" cy="46634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83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5065</TotalTime>
  <Words>5638</Words>
  <Application>Microsoft Macintosh PowerPoint</Application>
  <PresentationFormat>Format A4 (210 x 297 mm)</PresentationFormat>
  <Paragraphs>1270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123</cp:revision>
  <dcterms:created xsi:type="dcterms:W3CDTF">2013-01-27T09:14:16Z</dcterms:created>
  <dcterms:modified xsi:type="dcterms:W3CDTF">2026-06-25T15:49:00Z</dcterms:modified>
  <cp:category/>
</cp:coreProperties>
</file>