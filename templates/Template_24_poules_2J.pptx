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82" r:id="rId3"/>
    <p:sldId id="267" r:id="rId4"/>
    <p:sldId id="271" r:id="rId5"/>
    <p:sldId id="272" r:id="rId6"/>
    <p:sldId id="273" r:id="rId7"/>
    <p:sldId id="274" r:id="rId8"/>
    <p:sldId id="264" r:id="rId9"/>
    <p:sldId id="287" r:id="rId10"/>
    <p:sldId id="265" r:id="rId11"/>
    <p:sldId id="261" r:id="rId12"/>
    <p:sldId id="279" r:id="rId13"/>
    <p:sldId id="284" r:id="rId14"/>
    <p:sldId id="286" r:id="rId15"/>
    <p:sldId id="263" r:id="rId16"/>
    <p:sldId id="269" r:id="rId1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997886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838808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342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63544"/>
              </p:ext>
            </p:extLst>
          </p:nvPr>
        </p:nvGraphicFramePr>
        <p:xfrm>
          <a:off x="5029081" y="327856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684842"/>
              </p:ext>
            </p:extLst>
          </p:nvPr>
        </p:nvGraphicFramePr>
        <p:xfrm>
          <a:off x="1259194" y="3278564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451434"/>
              </p:ext>
            </p:extLst>
          </p:nvPr>
        </p:nvGraphicFramePr>
        <p:xfrm>
          <a:off x="5029081" y="4673168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kumimoji="0" lang="fr-F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POULE_D_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59663"/>
              </p:ext>
            </p:extLst>
          </p:nvPr>
        </p:nvGraphicFramePr>
        <p:xfrm>
          <a:off x="1259193" y="4673168"/>
          <a:ext cx="3648515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60294"/>
              </p:ext>
            </p:extLst>
          </p:nvPr>
        </p:nvGraphicFramePr>
        <p:xfrm>
          <a:off x="3128742" y="893279"/>
          <a:ext cx="3648515" cy="22707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{{EXEMPT_1_EQ}}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{{EXEMPT_2_EQ}}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{{EXEMPT_3_EQ}}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{{EXEMPT_4_EQ}}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{{EXEMPT_5_EQ}}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168525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{{EXEMPT_6_EQ}}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5438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{{EXEMPT_7_EQ}}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8289608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{{EXEMPT_8_EQ}}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8836596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E96492D4-7CB1-1744-B3AF-0700DE9D8F8F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</p:spTree>
    <p:extLst>
      <p:ext uri="{BB962C8B-B14F-4D97-AF65-F5344CB8AC3E}">
        <p14:creationId xmlns:p14="http://schemas.microsoft.com/office/powerpoint/2010/main" val="685140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{{POULE_A_4_EQ}}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06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857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{{POULE_C_4_EQ}}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765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362097-CD70-1643-B182-7F9805A19382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/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{{POULE_D_1_EQ}}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{{POULE_D_2_EQ}}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{{POULE_D_3_EQ}}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{{POULE_D_4_EQ}}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41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{{SECOND_POULE_A}}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{{WIN_POULE_D}}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{{SECOND_POULE_B}}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{{WIN_POULE_C}}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9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{{SECOND_POULE_C}}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{{WIN_POULE_B}}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{{SECOND_POULE_D}}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{{WIN_POULE_A}}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4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0" y="3847463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3770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9" y="5431356"/>
            <a:ext cx="2779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83073" y="5431356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381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147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0" y="4589655"/>
            <a:ext cx="2766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70451" y="4589655"/>
            <a:ext cx="14632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301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2" y="5300551"/>
            <a:ext cx="27659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2927" y="5300551"/>
            <a:ext cx="1381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213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5800" y="3063383"/>
            <a:ext cx="1287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67520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4658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8700" y="1446132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4658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599" y="4589655"/>
            <a:ext cx="2761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8700" y="4589655"/>
            <a:ext cx="1495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45600" y="3077888"/>
            <a:ext cx="1375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20997" y="3077888"/>
            <a:ext cx="1362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3594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826217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33925"/>
              </p:ext>
            </p:extLst>
          </p:nvPr>
        </p:nvGraphicFramePr>
        <p:xfrm>
          <a:off x="154982" y="685904"/>
          <a:ext cx="9608952" cy="608839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40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08029" y="105103"/>
            <a:ext cx="439189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456170"/>
              </p:ext>
            </p:extLst>
          </p:nvPr>
        </p:nvGraphicFramePr>
        <p:xfrm>
          <a:off x="154982" y="685904"/>
          <a:ext cx="9608952" cy="413767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267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08029" y="105103"/>
            <a:ext cx="4391890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180079"/>
              </p:ext>
            </p:extLst>
          </p:nvPr>
        </p:nvGraphicFramePr>
        <p:xfrm>
          <a:off x="154982" y="685904"/>
          <a:ext cx="9608952" cy="407681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J2_</a:t>
                      </a: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577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689485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120733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4548</Words>
  <Application>Microsoft Macintosh PowerPoint</Application>
  <PresentationFormat>Format A4 (210 x 297 mm)</PresentationFormat>
  <Paragraphs>918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77</cp:revision>
  <dcterms:created xsi:type="dcterms:W3CDTF">2013-01-27T09:14:16Z</dcterms:created>
  <dcterms:modified xsi:type="dcterms:W3CDTF">2026-06-26T13:22:46Z</dcterms:modified>
  <cp:category/>
</cp:coreProperties>
</file>