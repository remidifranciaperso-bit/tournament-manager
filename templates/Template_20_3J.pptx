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9" r:id="rId2"/>
    <p:sldId id="274" r:id="rId3"/>
    <p:sldId id="277" r:id="rId4"/>
    <p:sldId id="264" r:id="rId5"/>
    <p:sldId id="275" r:id="rId6"/>
    <p:sldId id="276" r:id="rId7"/>
    <p:sldId id="265" r:id="rId8"/>
    <p:sldId id="261" r:id="rId9"/>
    <p:sldId id="269" r:id="rId10"/>
    <p:sldId id="262" r:id="rId11"/>
    <p:sldId id="272" r:id="rId12"/>
    <p:sldId id="273" r:id="rId13"/>
    <p:sldId id="263" r:id="rId14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29/06/2026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481644"/>
              </p:ext>
            </p:extLst>
          </p:nvPr>
        </p:nvGraphicFramePr>
        <p:xfrm>
          <a:off x="176286" y="741861"/>
          <a:ext cx="9553428" cy="5105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8" name="Tableau 154">
            <a:extLst>
              <a:ext uri="{FF2B5EF4-FFF2-40B4-BE49-F238E27FC236}">
                <a16:creationId xmlns:a16="http://schemas.microsoft.com/office/drawing/2014/main" id="{7CF2D132-8AC6-4C49-9724-0BB67A39D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293"/>
              </p:ext>
            </p:extLst>
          </p:nvPr>
        </p:nvGraphicFramePr>
        <p:xfrm>
          <a:off x="1137554" y="637211"/>
          <a:ext cx="7498268" cy="58748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82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39730" y="70218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39730" y="70218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5071630" y="70218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4571947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4487282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426411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45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45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3565852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3565852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25103" y="227100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5103" y="227100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5080757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4567383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4482718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421847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45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45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3561288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3561288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25103" y="384746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5104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5080757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4567383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4482718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421847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421847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421847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45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45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3561288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3561288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27024" y="543135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421848" y="543135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5079739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4562819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4478154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417283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45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45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3556724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3556724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</p:spTree>
    <p:extLst>
      <p:ext uri="{BB962C8B-B14F-4D97-AF65-F5344CB8AC3E}">
        <p14:creationId xmlns:p14="http://schemas.microsoft.com/office/powerpoint/2010/main" val="705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6" y="702185"/>
            <a:ext cx="1128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763017" y="702185"/>
            <a:ext cx="13445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1" y="2271000"/>
            <a:ext cx="1027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90816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3" y="3847463"/>
            <a:ext cx="10550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0" y="3847463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2020319" y="3847463"/>
            <a:ext cx="10821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8" y="5431356"/>
            <a:ext cx="1052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886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03255" y="5431356"/>
            <a:ext cx="1194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1446132"/>
            <a:ext cx="10595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77801" y="1446132"/>
            <a:ext cx="2755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5" y="4589655"/>
            <a:ext cx="10277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74892" y="4589655"/>
            <a:ext cx="27588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165334" y="4589655"/>
            <a:ext cx="11683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6" y="5300551"/>
            <a:ext cx="10211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7158" y="5300551"/>
            <a:ext cx="27676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5" y="5300551"/>
            <a:ext cx="11080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4" y="3063383"/>
            <a:ext cx="10529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0644" y="3063383"/>
            <a:ext cx="27626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88595" y="3063383"/>
            <a:ext cx="11046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710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7" y="212315"/>
            <a:ext cx="1052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5878" y="212315"/>
            <a:ext cx="27619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744799" y="212315"/>
            <a:ext cx="136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5507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4" y="1781130"/>
            <a:ext cx="10277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27343" y="1781130"/>
            <a:ext cx="27705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90817" y="178113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4" y="3357593"/>
            <a:ext cx="1064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5879" y="3357593"/>
            <a:ext cx="2761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90816" y="335759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69604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7" y="4941486"/>
            <a:ext cx="1021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494148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1688" y="4941486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{{WIN_P4}}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956262"/>
            <a:ext cx="10277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099785"/>
            <a:ext cx="1059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737" y="4099785"/>
            <a:ext cx="27659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09978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5" y="5297796"/>
            <a:ext cx="102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4" y="5297796"/>
            <a:ext cx="27659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5" y="5297796"/>
            <a:ext cx="11080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5" y="2573513"/>
            <a:ext cx="1052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2573513"/>
            <a:ext cx="27865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82168" y="2573513"/>
            <a:ext cx="1211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179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9228" y="526178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3793" y="2215654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2576975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8" y="702185"/>
            <a:ext cx="1378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5869" y="702185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92803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4" y="2271000"/>
            <a:ext cx="1341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5869" y="2271000"/>
            <a:ext cx="2757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4" y="3847463"/>
            <a:ext cx="1389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5868" y="3847463"/>
            <a:ext cx="276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8" y="5431356"/>
            <a:ext cx="1352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8" y="5431356"/>
            <a:ext cx="27739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74504" y="5431356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1446132"/>
            <a:ext cx="1345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4616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4" y="4589655"/>
            <a:ext cx="13544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3172" y="4589655"/>
            <a:ext cx="27796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10338" y="4589655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4" y="5300551"/>
            <a:ext cx="1284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6" y="5300551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31496" y="5300551"/>
            <a:ext cx="1373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6" y="3063383"/>
            <a:ext cx="12279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0645" y="3063383"/>
            <a:ext cx="27626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1963" y="3063383"/>
            <a:ext cx="1291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2754628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3" y="1446132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41715" y="1446132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41715" y="4589655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1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2" y="1446132"/>
            <a:ext cx="1454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1980" y="1446132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54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1980" y="4589655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C17_20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</p:spTree>
    <p:extLst>
      <p:ext uri="{BB962C8B-B14F-4D97-AF65-F5344CB8AC3E}">
        <p14:creationId xmlns:p14="http://schemas.microsoft.com/office/powerpoint/2010/main" val="4054534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1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51827"/>
              </p:ext>
            </p:extLst>
          </p:nvPr>
        </p:nvGraphicFramePr>
        <p:xfrm>
          <a:off x="148524" y="729038"/>
          <a:ext cx="9608952" cy="458521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981096"/>
              </p:ext>
            </p:extLst>
          </p:nvPr>
        </p:nvGraphicFramePr>
        <p:xfrm>
          <a:off x="148524" y="754558"/>
          <a:ext cx="9608952" cy="458521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067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3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698486"/>
              </p:ext>
            </p:extLst>
          </p:nvPr>
        </p:nvGraphicFramePr>
        <p:xfrm>
          <a:off x="148524" y="686494"/>
          <a:ext cx="9608952" cy="385369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{{J3_PL12_CODE}}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{{J3_PL12_HEURE}}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{{J3_PL12_TERRAIN}}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635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255670"/>
              </p:ext>
            </p:extLst>
          </p:nvPr>
        </p:nvGraphicFramePr>
        <p:xfrm>
          <a:off x="154982" y="844449"/>
          <a:ext cx="9546957" cy="55778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2240</TotalTime>
  <Words>2854</Words>
  <Application>Microsoft Macintosh PowerPoint</Application>
  <PresentationFormat>Format A4 (210 x 297 mm)</PresentationFormat>
  <Paragraphs>653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68</cp:revision>
  <dcterms:created xsi:type="dcterms:W3CDTF">2013-01-27T09:14:16Z</dcterms:created>
  <dcterms:modified xsi:type="dcterms:W3CDTF">2026-06-29T18:27:29Z</dcterms:modified>
  <cp:category/>
</cp:coreProperties>
</file>