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9" r:id="rId2"/>
    <p:sldId id="313" r:id="rId3"/>
    <p:sldId id="311" r:id="rId4"/>
    <p:sldId id="312" r:id="rId5"/>
    <p:sldId id="267" r:id="rId6"/>
    <p:sldId id="271" r:id="rId7"/>
    <p:sldId id="282" r:id="rId8"/>
    <p:sldId id="283" r:id="rId9"/>
    <p:sldId id="284" r:id="rId10"/>
    <p:sldId id="264" r:id="rId11"/>
    <p:sldId id="260" r:id="rId12"/>
    <p:sldId id="265" r:id="rId13"/>
    <p:sldId id="261" r:id="rId14"/>
    <p:sldId id="279" r:id="rId15"/>
    <p:sldId id="318" r:id="rId16"/>
    <p:sldId id="316" r:id="rId17"/>
    <p:sldId id="319" r:id="rId18"/>
    <p:sldId id="263" r:id="rId19"/>
    <p:sldId id="269" r:id="rId20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981613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483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942735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07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245631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468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736527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69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082750"/>
              </p:ext>
            </p:extLst>
          </p:nvPr>
        </p:nvGraphicFramePr>
        <p:xfrm>
          <a:off x="5029081" y="2870285"/>
          <a:ext cx="3648515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679199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009857"/>
              </p:ext>
            </p:extLst>
          </p:nvPr>
        </p:nvGraphicFramePr>
        <p:xfrm>
          <a:off x="1228404" y="2871246"/>
          <a:ext cx="3648515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2766724"/>
                  </a:ext>
                </a:extLst>
              </a:tr>
            </a:tbl>
          </a:graphicData>
        </a:graphic>
      </p:graphicFrame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668909"/>
              </p:ext>
            </p:extLst>
          </p:nvPr>
        </p:nvGraphicFramePr>
        <p:xfrm>
          <a:off x="5029081" y="4505934"/>
          <a:ext cx="3648515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695664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802132"/>
              </p:ext>
            </p:extLst>
          </p:nvPr>
        </p:nvGraphicFramePr>
        <p:xfrm>
          <a:off x="1228403" y="4505934"/>
          <a:ext cx="3648515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3797304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840431"/>
              </p:ext>
            </p:extLst>
          </p:nvPr>
        </p:nvGraphicFramePr>
        <p:xfrm>
          <a:off x="1228402" y="957338"/>
          <a:ext cx="7449194" cy="17678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724597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  <a:gridCol w="3724597">
                  <a:extLst>
                    <a:ext uri="{9D8B030D-6E8A-4147-A177-3AD203B41FA5}">
                      <a16:colId xmlns:a16="http://schemas.microsoft.com/office/drawing/2014/main" val="3210869914"/>
                    </a:ext>
                  </a:extLst>
                </a:gridCol>
              </a:tblGrid>
              <a:tr h="232249">
                <a:tc gridSpan="2"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{{EXEMPT_7_EQ}}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{{EXEMPT_8_EQ}}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{{EXEMPT_9_EQ}}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{{EXEMPT_10_EQ}}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1685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{{EXEMPT_6_EQ}}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543871"/>
                  </a:ext>
                </a:extLst>
              </a:tr>
            </a:tbl>
          </a:graphicData>
        </a:graphic>
      </p:graphicFrame>
      <p:sp>
        <p:nvSpPr>
          <p:cNvPr id="48" name="ZoneTexte 47">
            <a:extLst>
              <a:ext uri="{FF2B5EF4-FFF2-40B4-BE49-F238E27FC236}">
                <a16:creationId xmlns:a16="http://schemas.microsoft.com/office/drawing/2014/main" id="{E96492D4-7CB1-1744-B3AF-0700DE9D8F8F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</p:spTree>
    <p:extLst>
      <p:ext uri="{BB962C8B-B14F-4D97-AF65-F5344CB8AC3E}">
        <p14:creationId xmlns:p14="http://schemas.microsoft.com/office/powerpoint/2010/main" val="685140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252386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240173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699853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699853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659A58C1-82C2-9741-9AFC-97351139C572}"/>
              </a:ext>
            </a:extLst>
          </p:cNvPr>
          <p:cNvSpPr txBox="1"/>
          <p:nvPr/>
        </p:nvSpPr>
        <p:spPr>
          <a:xfrm>
            <a:off x="653940" y="5335398"/>
            <a:ext cx="143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{{PA_M10_CODE}}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0594D5B-105D-C848-B977-8E4021091A74}"/>
              </a:ext>
            </a:extLst>
          </p:cNvPr>
          <p:cNvSpPr txBox="1"/>
          <p:nvPr/>
        </p:nvSpPr>
        <p:spPr>
          <a:xfrm>
            <a:off x="6561416" y="379507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{{PA_M9_CODE}}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E7116408-7D6B-AE4C-8027-281FE7F79E66}"/>
              </a:ext>
            </a:extLst>
          </p:cNvPr>
          <p:cNvSpPr txBox="1"/>
          <p:nvPr/>
        </p:nvSpPr>
        <p:spPr>
          <a:xfrm>
            <a:off x="3603739" y="379507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{{PA_M8_CODE}}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EB7690B0-82BA-0A47-886B-BBE83337504E}"/>
              </a:ext>
            </a:extLst>
          </p:cNvPr>
          <p:cNvSpPr txBox="1"/>
          <p:nvPr/>
        </p:nvSpPr>
        <p:spPr>
          <a:xfrm>
            <a:off x="641499" y="379507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{{PA_M7_CODE}}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236739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252386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24017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699853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699853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686494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24758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24758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{{POULE_A_5_EQ}}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240173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279256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31948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226814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7199" y="257862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7199" y="300224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{{POULE_A_5_EQ}}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280041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23244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699853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686494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6998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6998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252386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28047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3317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239027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6998" y="25908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6998" y="30144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28126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2446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699853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686494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674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674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236739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236739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2789132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316053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223380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674" y="257518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674" y="29988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{{POULE_A_5_EQ}}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27969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22900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769540"/>
              </p:ext>
            </p:extLst>
          </p:nvPr>
        </p:nvGraphicFramePr>
        <p:xfrm>
          <a:off x="3603739" y="5257679"/>
          <a:ext cx="6039946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373404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699107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643064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492984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831387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Jx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97032"/>
                  </a:ext>
                </a:extLst>
              </a:tr>
            </a:tbl>
          </a:graphicData>
        </a:graphic>
      </p:graphicFrame>
      <p:sp>
        <p:nvSpPr>
          <p:cNvPr id="96" name="ZoneTexte 95">
            <a:extLst>
              <a:ext uri="{FF2B5EF4-FFF2-40B4-BE49-F238E27FC236}">
                <a16:creationId xmlns:a16="http://schemas.microsoft.com/office/drawing/2014/main" id="{93CB8314-FA71-2844-ACC4-E76A6B8088E1}"/>
              </a:ext>
            </a:extLst>
          </p:cNvPr>
          <p:cNvSpPr txBox="1"/>
          <p:nvPr/>
        </p:nvSpPr>
        <p:spPr>
          <a:xfrm>
            <a:off x="6548975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{{PA_M9_TERRAIN}}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6043D84-6CE6-104C-B7D2-890F5783ABE3}"/>
              </a:ext>
            </a:extLst>
          </p:cNvPr>
          <p:cNvSpPr txBox="1"/>
          <p:nvPr/>
        </p:nvSpPr>
        <p:spPr>
          <a:xfrm>
            <a:off x="359129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F3A6C2E5-CEF6-0D4B-85F0-3D30E8BDC242}"/>
              </a:ext>
            </a:extLst>
          </p:cNvPr>
          <p:cNvSpPr txBox="1"/>
          <p:nvPr/>
        </p:nvSpPr>
        <p:spPr>
          <a:xfrm>
            <a:off x="641500" y="533539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AD458630-3E41-D94C-98C9-233155888A11}"/>
              </a:ext>
            </a:extLst>
          </p:cNvPr>
          <p:cNvSpPr txBox="1"/>
          <p:nvPr/>
        </p:nvSpPr>
        <p:spPr>
          <a:xfrm>
            <a:off x="62905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{{PA_M7_TERRAIN}}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FA0CAFFB-AC1D-A14A-88E8-3B9091FB62F1}"/>
              </a:ext>
            </a:extLst>
          </p:cNvPr>
          <p:cNvSpPr txBox="1"/>
          <p:nvPr/>
        </p:nvSpPr>
        <p:spPr>
          <a:xfrm>
            <a:off x="2024140" y="379507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048D9A60-F320-E94E-B197-9F39B463B343}"/>
              </a:ext>
            </a:extLst>
          </p:cNvPr>
          <p:cNvSpPr txBox="1"/>
          <p:nvPr/>
        </p:nvSpPr>
        <p:spPr>
          <a:xfrm>
            <a:off x="177915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DD90C74-5822-0342-97F7-D11D4419E87F}"/>
              </a:ext>
            </a:extLst>
          </p:cNvPr>
          <p:cNvSpPr txBox="1"/>
          <p:nvPr/>
        </p:nvSpPr>
        <p:spPr>
          <a:xfrm>
            <a:off x="169449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715944CE-5A39-4047-AE76-526249AE52B6}"/>
              </a:ext>
            </a:extLst>
          </p:cNvPr>
          <p:cNvGrpSpPr/>
          <p:nvPr/>
        </p:nvGrpSpPr>
        <p:grpSpPr>
          <a:xfrm>
            <a:off x="633623" y="3781719"/>
            <a:ext cx="2770524" cy="1354907"/>
            <a:chOff x="336470" y="583726"/>
            <a:chExt cx="2770524" cy="1354907"/>
          </a:xfrm>
        </p:grpSpPr>
        <p:sp>
          <p:nvSpPr>
            <p:cNvPr id="106" name="Rounded Rectangle 2">
              <a:extLst>
                <a:ext uri="{FF2B5EF4-FFF2-40B4-BE49-F238E27FC236}">
                  <a16:creationId xmlns:a16="http://schemas.microsoft.com/office/drawing/2014/main" id="{1DCAF8FB-B479-2E41-8561-AFDB0B288CA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E6142F37-AFED-B648-81CC-4BFC3839C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E2CC94B-1C6B-7746-8807-C3A0BFE17E0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ZoneTexte 108">
            <a:extLst>
              <a:ext uri="{FF2B5EF4-FFF2-40B4-BE49-F238E27FC236}">
                <a16:creationId xmlns:a16="http://schemas.microsoft.com/office/drawing/2014/main" id="{182E2D79-F2E0-9C49-9F7F-8C6C6737E3DA}"/>
              </a:ext>
            </a:extLst>
          </p:cNvPr>
          <p:cNvSpPr txBox="1"/>
          <p:nvPr/>
        </p:nvSpPr>
        <p:spPr>
          <a:xfrm>
            <a:off x="653403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41F0E98-A9F5-6345-A36D-81506865AEBD}"/>
              </a:ext>
            </a:extLst>
          </p:cNvPr>
          <p:cNvSpPr txBox="1"/>
          <p:nvPr/>
        </p:nvSpPr>
        <p:spPr>
          <a:xfrm>
            <a:off x="653403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7F1BC682-C72E-2F45-98FF-529F5B19289F}"/>
              </a:ext>
            </a:extLst>
          </p:cNvPr>
          <p:cNvCxnSpPr/>
          <p:nvPr/>
        </p:nvCxnSpPr>
        <p:spPr>
          <a:xfrm>
            <a:off x="77306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77B26DD4-7F81-564F-BDF4-E58944E06FA4}"/>
              </a:ext>
            </a:extLst>
          </p:cNvPr>
          <p:cNvCxnSpPr/>
          <p:nvPr/>
        </p:nvCxnSpPr>
        <p:spPr>
          <a:xfrm>
            <a:off x="77306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BA063EB-97F4-E849-A72F-C948AAD319BA}"/>
              </a:ext>
            </a:extLst>
          </p:cNvPr>
          <p:cNvSpPr txBox="1"/>
          <p:nvPr/>
        </p:nvSpPr>
        <p:spPr>
          <a:xfrm>
            <a:off x="1943272" y="5335398"/>
            <a:ext cx="1473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{{PA_M10_HEURE}}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0DF6372-21F0-B049-AAD3-B7507256896E}"/>
              </a:ext>
            </a:extLst>
          </p:cNvPr>
          <p:cNvSpPr txBox="1"/>
          <p:nvPr/>
        </p:nvSpPr>
        <p:spPr>
          <a:xfrm>
            <a:off x="1791600" y="588779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D632687-399D-464A-BF82-79B85B745294}"/>
              </a:ext>
            </a:extLst>
          </p:cNvPr>
          <p:cNvSpPr txBox="1"/>
          <p:nvPr/>
        </p:nvSpPr>
        <p:spPr>
          <a:xfrm>
            <a:off x="1706935" y="641471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9A50594A-81BB-5941-ACC3-2B5AF1A4CEB0}"/>
              </a:ext>
            </a:extLst>
          </p:cNvPr>
          <p:cNvGrpSpPr/>
          <p:nvPr/>
        </p:nvGrpSpPr>
        <p:grpSpPr>
          <a:xfrm>
            <a:off x="646064" y="5322039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D3A52EA4-EBE4-E044-A177-803D4F74FB1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281EEF7B-7648-E34B-9185-0874839A7FA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9CB1B943-65E7-0444-BE2B-5C92FDFDE6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978B58E-9657-4A49-9E05-C00810B8B82C}"/>
              </a:ext>
            </a:extLst>
          </p:cNvPr>
          <p:cNvSpPr txBox="1"/>
          <p:nvPr/>
        </p:nvSpPr>
        <p:spPr>
          <a:xfrm>
            <a:off x="665844" y="567384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14D7F171-A113-AB4F-B1F0-33C153E77B06}"/>
              </a:ext>
            </a:extLst>
          </p:cNvPr>
          <p:cNvSpPr txBox="1"/>
          <p:nvPr/>
        </p:nvSpPr>
        <p:spPr>
          <a:xfrm>
            <a:off x="665844" y="609747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{{POULE_A_5_EQ}}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641914B2-4011-924E-AB58-B5A91F6438B2}"/>
              </a:ext>
            </a:extLst>
          </p:cNvPr>
          <p:cNvCxnSpPr/>
          <p:nvPr/>
        </p:nvCxnSpPr>
        <p:spPr>
          <a:xfrm>
            <a:off x="785505" y="589564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199E7EDD-E031-AF49-A972-116DE381241A}"/>
              </a:ext>
            </a:extLst>
          </p:cNvPr>
          <p:cNvCxnSpPr/>
          <p:nvPr/>
        </p:nvCxnSpPr>
        <p:spPr>
          <a:xfrm>
            <a:off x="785505" y="63276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ZoneTexte 125">
            <a:extLst>
              <a:ext uri="{FF2B5EF4-FFF2-40B4-BE49-F238E27FC236}">
                <a16:creationId xmlns:a16="http://schemas.microsoft.com/office/drawing/2014/main" id="{567FFAB7-18DD-5E43-9920-44D288175082}"/>
              </a:ext>
            </a:extLst>
          </p:cNvPr>
          <p:cNvSpPr txBox="1"/>
          <p:nvPr/>
        </p:nvSpPr>
        <p:spPr>
          <a:xfrm>
            <a:off x="4978834" y="379507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{{PA_M8_HEURE}}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1C39D5C5-F367-2548-A7D3-AF16B5E692F4}"/>
              </a:ext>
            </a:extLst>
          </p:cNvPr>
          <p:cNvSpPr txBox="1"/>
          <p:nvPr/>
        </p:nvSpPr>
        <p:spPr>
          <a:xfrm>
            <a:off x="474139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7D107412-9747-5D43-976A-624215B576F0}"/>
              </a:ext>
            </a:extLst>
          </p:cNvPr>
          <p:cNvSpPr txBox="1"/>
          <p:nvPr/>
        </p:nvSpPr>
        <p:spPr>
          <a:xfrm>
            <a:off x="465673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EA61C4DF-2D2D-664D-A93E-C53CB670EC1C}"/>
              </a:ext>
            </a:extLst>
          </p:cNvPr>
          <p:cNvGrpSpPr/>
          <p:nvPr/>
        </p:nvGrpSpPr>
        <p:grpSpPr>
          <a:xfrm>
            <a:off x="3595863" y="3781719"/>
            <a:ext cx="2770524" cy="1354907"/>
            <a:chOff x="336470" y="583726"/>
            <a:chExt cx="2770524" cy="1354907"/>
          </a:xfrm>
        </p:grpSpPr>
        <p:sp>
          <p:nvSpPr>
            <p:cNvPr id="130" name="Rounded Rectangle 2">
              <a:extLst>
                <a:ext uri="{FF2B5EF4-FFF2-40B4-BE49-F238E27FC236}">
                  <a16:creationId xmlns:a16="http://schemas.microsoft.com/office/drawing/2014/main" id="{CD7A5015-4DF8-9440-A3E5-37887B0CC5EF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60232E96-E905-864B-9379-16A6926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5C2FC395-AF2D-D343-8E2B-1F24B0A092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2F81604-9839-1147-8AE5-0600CADEE0BC}"/>
              </a:ext>
            </a:extLst>
          </p:cNvPr>
          <p:cNvSpPr txBox="1"/>
          <p:nvPr/>
        </p:nvSpPr>
        <p:spPr>
          <a:xfrm>
            <a:off x="3615643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893ABC8-D05B-5341-B16C-C6717095B6B9}"/>
              </a:ext>
            </a:extLst>
          </p:cNvPr>
          <p:cNvSpPr txBox="1"/>
          <p:nvPr/>
        </p:nvSpPr>
        <p:spPr>
          <a:xfrm>
            <a:off x="3615643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E9A447DB-7BD3-4748-8266-4490C74132C3}"/>
              </a:ext>
            </a:extLst>
          </p:cNvPr>
          <p:cNvCxnSpPr/>
          <p:nvPr/>
        </p:nvCxnSpPr>
        <p:spPr>
          <a:xfrm>
            <a:off x="373530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8311DF13-3EAB-114F-8F07-0AC04CD8E302}"/>
              </a:ext>
            </a:extLst>
          </p:cNvPr>
          <p:cNvCxnSpPr/>
          <p:nvPr/>
        </p:nvCxnSpPr>
        <p:spPr>
          <a:xfrm>
            <a:off x="373530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ZoneTexte 153">
            <a:extLst>
              <a:ext uri="{FF2B5EF4-FFF2-40B4-BE49-F238E27FC236}">
                <a16:creationId xmlns:a16="http://schemas.microsoft.com/office/drawing/2014/main" id="{4217636C-1C97-654A-8E9A-1FE003AB0B70}"/>
              </a:ext>
            </a:extLst>
          </p:cNvPr>
          <p:cNvSpPr txBox="1"/>
          <p:nvPr/>
        </p:nvSpPr>
        <p:spPr>
          <a:xfrm>
            <a:off x="7866760" y="379507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{{PA_M9_HEURE}}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DA880F94-4BE2-3E4D-8308-71376691E759}"/>
              </a:ext>
            </a:extLst>
          </p:cNvPr>
          <p:cNvSpPr txBox="1"/>
          <p:nvPr/>
        </p:nvSpPr>
        <p:spPr>
          <a:xfrm>
            <a:off x="7699075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672EF883-DE5B-FA48-8EC5-413543222899}"/>
              </a:ext>
            </a:extLst>
          </p:cNvPr>
          <p:cNvSpPr txBox="1"/>
          <p:nvPr/>
        </p:nvSpPr>
        <p:spPr>
          <a:xfrm>
            <a:off x="7614410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9BAFABA2-BB66-6048-9D0C-0B0E85F11003}"/>
              </a:ext>
            </a:extLst>
          </p:cNvPr>
          <p:cNvGrpSpPr/>
          <p:nvPr/>
        </p:nvGrpSpPr>
        <p:grpSpPr>
          <a:xfrm>
            <a:off x="6553539" y="3781719"/>
            <a:ext cx="2770524" cy="1354907"/>
            <a:chOff x="336470" y="583726"/>
            <a:chExt cx="2770524" cy="1354907"/>
          </a:xfrm>
        </p:grpSpPr>
        <p:sp>
          <p:nvSpPr>
            <p:cNvPr id="158" name="Rounded Rectangle 2">
              <a:extLst>
                <a:ext uri="{FF2B5EF4-FFF2-40B4-BE49-F238E27FC236}">
                  <a16:creationId xmlns:a16="http://schemas.microsoft.com/office/drawing/2014/main" id="{F519F9E1-D6A9-FA41-B1A4-410913D3B45B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9F6A456A-A1B5-0442-B7FD-16286565CC4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D67B2309-3670-D840-A4DF-4939007B221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0406545-8192-8148-A0B1-F86A7ADCA017}"/>
              </a:ext>
            </a:extLst>
          </p:cNvPr>
          <p:cNvSpPr txBox="1"/>
          <p:nvPr/>
        </p:nvSpPr>
        <p:spPr>
          <a:xfrm>
            <a:off x="6573319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9F62CA36-081B-7240-9994-BABC4D970E40}"/>
              </a:ext>
            </a:extLst>
          </p:cNvPr>
          <p:cNvSpPr txBox="1"/>
          <p:nvPr/>
        </p:nvSpPr>
        <p:spPr>
          <a:xfrm>
            <a:off x="6573319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1AF1619C-7F93-CA4A-86AD-DE89A1BF7C54}"/>
              </a:ext>
            </a:extLst>
          </p:cNvPr>
          <p:cNvCxnSpPr/>
          <p:nvPr/>
        </p:nvCxnSpPr>
        <p:spPr>
          <a:xfrm>
            <a:off x="6692980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4D7248AD-0468-044F-BF7F-486B9A40607B}"/>
              </a:ext>
            </a:extLst>
          </p:cNvPr>
          <p:cNvCxnSpPr/>
          <p:nvPr/>
        </p:nvCxnSpPr>
        <p:spPr>
          <a:xfrm>
            <a:off x="6692980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06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ZoneTexte 98">
            <a:extLst>
              <a:ext uri="{FF2B5EF4-FFF2-40B4-BE49-F238E27FC236}">
                <a16:creationId xmlns:a16="http://schemas.microsoft.com/office/drawing/2014/main" id="{F3A6C2E5-CEF6-0D4B-85F0-3D30E8BDC242}"/>
              </a:ext>
            </a:extLst>
          </p:cNvPr>
          <p:cNvSpPr txBox="1"/>
          <p:nvPr/>
        </p:nvSpPr>
        <p:spPr>
          <a:xfrm>
            <a:off x="641500" y="533539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93CB8314-FA71-2844-ACC4-E76A6B8088E1}"/>
              </a:ext>
            </a:extLst>
          </p:cNvPr>
          <p:cNvSpPr txBox="1"/>
          <p:nvPr/>
        </p:nvSpPr>
        <p:spPr>
          <a:xfrm>
            <a:off x="6548975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{{PB_M9_TERRAIN}}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6043D84-6CE6-104C-B7D2-890F5783ABE3}"/>
              </a:ext>
            </a:extLst>
          </p:cNvPr>
          <p:cNvSpPr txBox="1"/>
          <p:nvPr/>
        </p:nvSpPr>
        <p:spPr>
          <a:xfrm>
            <a:off x="359129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AD458630-3E41-D94C-98C9-233155888A11}"/>
              </a:ext>
            </a:extLst>
          </p:cNvPr>
          <p:cNvSpPr txBox="1"/>
          <p:nvPr/>
        </p:nvSpPr>
        <p:spPr>
          <a:xfrm>
            <a:off x="62905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{{PB_M7_TERRAIN}}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236739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252386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24017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699853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252386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240173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699853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699853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659A58C1-82C2-9741-9AFC-97351139C572}"/>
              </a:ext>
            </a:extLst>
          </p:cNvPr>
          <p:cNvSpPr txBox="1"/>
          <p:nvPr/>
        </p:nvSpPr>
        <p:spPr>
          <a:xfrm>
            <a:off x="653940" y="5335398"/>
            <a:ext cx="143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{{PB_M10_CODE}}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0594D5B-105D-C848-B977-8E4021091A74}"/>
              </a:ext>
            </a:extLst>
          </p:cNvPr>
          <p:cNvSpPr txBox="1"/>
          <p:nvPr/>
        </p:nvSpPr>
        <p:spPr>
          <a:xfrm>
            <a:off x="6561416" y="379507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{{PB_M9_CODE}}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E7116408-7D6B-AE4C-8027-281FE7F79E66}"/>
              </a:ext>
            </a:extLst>
          </p:cNvPr>
          <p:cNvSpPr txBox="1"/>
          <p:nvPr/>
        </p:nvSpPr>
        <p:spPr>
          <a:xfrm>
            <a:off x="3603739" y="379507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{{PB_M8_CODE}}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EB7690B0-82BA-0A47-886B-BBE83337504E}"/>
              </a:ext>
            </a:extLst>
          </p:cNvPr>
          <p:cNvSpPr txBox="1"/>
          <p:nvPr/>
        </p:nvSpPr>
        <p:spPr>
          <a:xfrm>
            <a:off x="641499" y="379507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{{PB_M7_CODE}}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236739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699853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686494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25273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25273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{{POULE_B_5_EQ}}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240173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279256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31948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226814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7714" y="257862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7714" y="300224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{{POULE_B_5_EQ}}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280041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23244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699853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686494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7513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7513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252386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28047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3317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239027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7513" y="25908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7513" y="30144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28126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2446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699853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686494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5189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5189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236739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2789132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316053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223380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5189" y="257518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5189" y="29988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{{POULE_B_5_EQ}}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27969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22900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29254"/>
              </p:ext>
            </p:extLst>
          </p:nvPr>
        </p:nvGraphicFramePr>
        <p:xfrm>
          <a:off x="3603739" y="5257679"/>
          <a:ext cx="6039946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373404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699107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643064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492984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831387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Jx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97032"/>
                  </a:ext>
                </a:extLst>
              </a:tr>
            </a:tbl>
          </a:graphicData>
        </a:graphic>
      </p:graphicFrame>
      <p:sp>
        <p:nvSpPr>
          <p:cNvPr id="102" name="ZoneTexte 101">
            <a:extLst>
              <a:ext uri="{FF2B5EF4-FFF2-40B4-BE49-F238E27FC236}">
                <a16:creationId xmlns:a16="http://schemas.microsoft.com/office/drawing/2014/main" id="{FA0CAFFB-AC1D-A14A-88E8-3B9091FB62F1}"/>
              </a:ext>
            </a:extLst>
          </p:cNvPr>
          <p:cNvSpPr txBox="1"/>
          <p:nvPr/>
        </p:nvSpPr>
        <p:spPr>
          <a:xfrm>
            <a:off x="2024140" y="379507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048D9A60-F320-E94E-B197-9F39B463B343}"/>
              </a:ext>
            </a:extLst>
          </p:cNvPr>
          <p:cNvSpPr txBox="1"/>
          <p:nvPr/>
        </p:nvSpPr>
        <p:spPr>
          <a:xfrm>
            <a:off x="177915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DD90C74-5822-0342-97F7-D11D4419E87F}"/>
              </a:ext>
            </a:extLst>
          </p:cNvPr>
          <p:cNvSpPr txBox="1"/>
          <p:nvPr/>
        </p:nvSpPr>
        <p:spPr>
          <a:xfrm>
            <a:off x="169449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715944CE-5A39-4047-AE76-526249AE52B6}"/>
              </a:ext>
            </a:extLst>
          </p:cNvPr>
          <p:cNvGrpSpPr/>
          <p:nvPr/>
        </p:nvGrpSpPr>
        <p:grpSpPr>
          <a:xfrm>
            <a:off x="633623" y="3781719"/>
            <a:ext cx="2770524" cy="1354907"/>
            <a:chOff x="336470" y="583726"/>
            <a:chExt cx="2770524" cy="1354907"/>
          </a:xfrm>
        </p:grpSpPr>
        <p:sp>
          <p:nvSpPr>
            <p:cNvPr id="106" name="Rounded Rectangle 2">
              <a:extLst>
                <a:ext uri="{FF2B5EF4-FFF2-40B4-BE49-F238E27FC236}">
                  <a16:creationId xmlns:a16="http://schemas.microsoft.com/office/drawing/2014/main" id="{1DCAF8FB-B479-2E41-8561-AFDB0B288CA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E6142F37-AFED-B648-81CC-4BFC3839C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E2CC94B-1C6B-7746-8807-C3A0BFE17E0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ZoneTexte 108">
            <a:extLst>
              <a:ext uri="{FF2B5EF4-FFF2-40B4-BE49-F238E27FC236}">
                <a16:creationId xmlns:a16="http://schemas.microsoft.com/office/drawing/2014/main" id="{182E2D79-F2E0-9C49-9F7F-8C6C6737E3DA}"/>
              </a:ext>
            </a:extLst>
          </p:cNvPr>
          <p:cNvSpPr txBox="1"/>
          <p:nvPr/>
        </p:nvSpPr>
        <p:spPr>
          <a:xfrm>
            <a:off x="653400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41F0E98-A9F5-6345-A36D-81506865AEBD}"/>
              </a:ext>
            </a:extLst>
          </p:cNvPr>
          <p:cNvSpPr txBox="1"/>
          <p:nvPr/>
        </p:nvSpPr>
        <p:spPr>
          <a:xfrm>
            <a:off x="653400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7F1BC682-C72E-2F45-98FF-529F5B19289F}"/>
              </a:ext>
            </a:extLst>
          </p:cNvPr>
          <p:cNvCxnSpPr/>
          <p:nvPr/>
        </p:nvCxnSpPr>
        <p:spPr>
          <a:xfrm>
            <a:off x="77306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77B26DD4-7F81-564F-BDF4-E58944E06FA4}"/>
              </a:ext>
            </a:extLst>
          </p:cNvPr>
          <p:cNvCxnSpPr/>
          <p:nvPr/>
        </p:nvCxnSpPr>
        <p:spPr>
          <a:xfrm>
            <a:off x="77306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BA063EB-97F4-E849-A72F-C948AAD319BA}"/>
              </a:ext>
            </a:extLst>
          </p:cNvPr>
          <p:cNvSpPr txBox="1"/>
          <p:nvPr/>
        </p:nvSpPr>
        <p:spPr>
          <a:xfrm>
            <a:off x="1943272" y="5335398"/>
            <a:ext cx="1473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{{PB_M10_HEURE}}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0DF6372-21F0-B049-AAD3-B7507256896E}"/>
              </a:ext>
            </a:extLst>
          </p:cNvPr>
          <p:cNvSpPr txBox="1"/>
          <p:nvPr/>
        </p:nvSpPr>
        <p:spPr>
          <a:xfrm>
            <a:off x="1791600" y="588779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D632687-399D-464A-BF82-79B85B745294}"/>
              </a:ext>
            </a:extLst>
          </p:cNvPr>
          <p:cNvSpPr txBox="1"/>
          <p:nvPr/>
        </p:nvSpPr>
        <p:spPr>
          <a:xfrm>
            <a:off x="1706935" y="641471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9A50594A-81BB-5941-ACC3-2B5AF1A4CEB0}"/>
              </a:ext>
            </a:extLst>
          </p:cNvPr>
          <p:cNvGrpSpPr/>
          <p:nvPr/>
        </p:nvGrpSpPr>
        <p:grpSpPr>
          <a:xfrm>
            <a:off x="646064" y="5322039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D3A52EA4-EBE4-E044-A177-803D4F74FB1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281EEF7B-7648-E34B-9185-0874839A7FA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9CB1B943-65E7-0444-BE2B-5C92FDFDE6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978B58E-9657-4A49-9E05-C00810B8B82C}"/>
              </a:ext>
            </a:extLst>
          </p:cNvPr>
          <p:cNvSpPr txBox="1"/>
          <p:nvPr/>
        </p:nvSpPr>
        <p:spPr>
          <a:xfrm>
            <a:off x="665841" y="567384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14D7F171-A113-AB4F-B1F0-33C153E77B06}"/>
              </a:ext>
            </a:extLst>
          </p:cNvPr>
          <p:cNvSpPr txBox="1"/>
          <p:nvPr/>
        </p:nvSpPr>
        <p:spPr>
          <a:xfrm>
            <a:off x="665841" y="609747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{{POULE_B_5_EQ}}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641914B2-4011-924E-AB58-B5A91F6438B2}"/>
              </a:ext>
            </a:extLst>
          </p:cNvPr>
          <p:cNvCxnSpPr/>
          <p:nvPr/>
        </p:nvCxnSpPr>
        <p:spPr>
          <a:xfrm>
            <a:off x="785505" y="589564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199E7EDD-E031-AF49-A972-116DE381241A}"/>
              </a:ext>
            </a:extLst>
          </p:cNvPr>
          <p:cNvCxnSpPr/>
          <p:nvPr/>
        </p:nvCxnSpPr>
        <p:spPr>
          <a:xfrm>
            <a:off x="785505" y="63276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ZoneTexte 125">
            <a:extLst>
              <a:ext uri="{FF2B5EF4-FFF2-40B4-BE49-F238E27FC236}">
                <a16:creationId xmlns:a16="http://schemas.microsoft.com/office/drawing/2014/main" id="{567FFAB7-18DD-5E43-9920-44D288175082}"/>
              </a:ext>
            </a:extLst>
          </p:cNvPr>
          <p:cNvSpPr txBox="1"/>
          <p:nvPr/>
        </p:nvSpPr>
        <p:spPr>
          <a:xfrm>
            <a:off x="4978834" y="379507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{{PB_M8_HEURE}}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1C39D5C5-F367-2548-A7D3-AF16B5E692F4}"/>
              </a:ext>
            </a:extLst>
          </p:cNvPr>
          <p:cNvSpPr txBox="1"/>
          <p:nvPr/>
        </p:nvSpPr>
        <p:spPr>
          <a:xfrm>
            <a:off x="474139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7D107412-9747-5D43-976A-624215B576F0}"/>
              </a:ext>
            </a:extLst>
          </p:cNvPr>
          <p:cNvSpPr txBox="1"/>
          <p:nvPr/>
        </p:nvSpPr>
        <p:spPr>
          <a:xfrm>
            <a:off x="465673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EA61C4DF-2D2D-664D-A93E-C53CB670EC1C}"/>
              </a:ext>
            </a:extLst>
          </p:cNvPr>
          <p:cNvGrpSpPr/>
          <p:nvPr/>
        </p:nvGrpSpPr>
        <p:grpSpPr>
          <a:xfrm>
            <a:off x="3595863" y="3781719"/>
            <a:ext cx="2770524" cy="1354907"/>
            <a:chOff x="336470" y="583726"/>
            <a:chExt cx="2770524" cy="1354907"/>
          </a:xfrm>
        </p:grpSpPr>
        <p:sp>
          <p:nvSpPr>
            <p:cNvPr id="130" name="Rounded Rectangle 2">
              <a:extLst>
                <a:ext uri="{FF2B5EF4-FFF2-40B4-BE49-F238E27FC236}">
                  <a16:creationId xmlns:a16="http://schemas.microsoft.com/office/drawing/2014/main" id="{CD7A5015-4DF8-9440-A3E5-37887B0CC5EF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60232E96-E905-864B-9379-16A6926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5C2FC395-AF2D-D343-8E2B-1F24B0A092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2F81604-9839-1147-8AE5-0600CADEE0BC}"/>
              </a:ext>
            </a:extLst>
          </p:cNvPr>
          <p:cNvSpPr txBox="1"/>
          <p:nvPr/>
        </p:nvSpPr>
        <p:spPr>
          <a:xfrm>
            <a:off x="3615640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893ABC8-D05B-5341-B16C-C6717095B6B9}"/>
              </a:ext>
            </a:extLst>
          </p:cNvPr>
          <p:cNvSpPr txBox="1"/>
          <p:nvPr/>
        </p:nvSpPr>
        <p:spPr>
          <a:xfrm>
            <a:off x="3615640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E9A447DB-7BD3-4748-8266-4490C74132C3}"/>
              </a:ext>
            </a:extLst>
          </p:cNvPr>
          <p:cNvCxnSpPr/>
          <p:nvPr/>
        </p:nvCxnSpPr>
        <p:spPr>
          <a:xfrm>
            <a:off x="373530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8311DF13-3EAB-114F-8F07-0AC04CD8E302}"/>
              </a:ext>
            </a:extLst>
          </p:cNvPr>
          <p:cNvCxnSpPr/>
          <p:nvPr/>
        </p:nvCxnSpPr>
        <p:spPr>
          <a:xfrm>
            <a:off x="373530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ZoneTexte 153">
            <a:extLst>
              <a:ext uri="{FF2B5EF4-FFF2-40B4-BE49-F238E27FC236}">
                <a16:creationId xmlns:a16="http://schemas.microsoft.com/office/drawing/2014/main" id="{4217636C-1C97-654A-8E9A-1FE003AB0B70}"/>
              </a:ext>
            </a:extLst>
          </p:cNvPr>
          <p:cNvSpPr txBox="1"/>
          <p:nvPr/>
        </p:nvSpPr>
        <p:spPr>
          <a:xfrm>
            <a:off x="7866760" y="379507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{{PB_M9_HEURE}}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DA880F94-4BE2-3E4D-8308-71376691E759}"/>
              </a:ext>
            </a:extLst>
          </p:cNvPr>
          <p:cNvSpPr txBox="1"/>
          <p:nvPr/>
        </p:nvSpPr>
        <p:spPr>
          <a:xfrm>
            <a:off x="7699075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672EF883-DE5B-FA48-8EC5-413543222899}"/>
              </a:ext>
            </a:extLst>
          </p:cNvPr>
          <p:cNvSpPr txBox="1"/>
          <p:nvPr/>
        </p:nvSpPr>
        <p:spPr>
          <a:xfrm>
            <a:off x="7614410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9BAFABA2-BB66-6048-9D0C-0B0E85F11003}"/>
              </a:ext>
            </a:extLst>
          </p:cNvPr>
          <p:cNvGrpSpPr/>
          <p:nvPr/>
        </p:nvGrpSpPr>
        <p:grpSpPr>
          <a:xfrm>
            <a:off x="6553539" y="3781719"/>
            <a:ext cx="2770524" cy="1354907"/>
            <a:chOff x="336470" y="583726"/>
            <a:chExt cx="2770524" cy="1354907"/>
          </a:xfrm>
        </p:grpSpPr>
        <p:sp>
          <p:nvSpPr>
            <p:cNvPr id="158" name="Rounded Rectangle 2">
              <a:extLst>
                <a:ext uri="{FF2B5EF4-FFF2-40B4-BE49-F238E27FC236}">
                  <a16:creationId xmlns:a16="http://schemas.microsoft.com/office/drawing/2014/main" id="{F519F9E1-D6A9-FA41-B1A4-410913D3B45B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9F6A456A-A1B5-0442-B7FD-16286565CC4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D67B2309-3670-D840-A4DF-4939007B221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0406545-8192-8148-A0B1-F86A7ADCA017}"/>
              </a:ext>
            </a:extLst>
          </p:cNvPr>
          <p:cNvSpPr txBox="1"/>
          <p:nvPr/>
        </p:nvSpPr>
        <p:spPr>
          <a:xfrm>
            <a:off x="6573316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9F62CA36-081B-7240-9994-BABC4D970E40}"/>
              </a:ext>
            </a:extLst>
          </p:cNvPr>
          <p:cNvSpPr txBox="1"/>
          <p:nvPr/>
        </p:nvSpPr>
        <p:spPr>
          <a:xfrm>
            <a:off x="6573316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1AF1619C-7F93-CA4A-86AD-DE89A1BF7C54}"/>
              </a:ext>
            </a:extLst>
          </p:cNvPr>
          <p:cNvCxnSpPr/>
          <p:nvPr/>
        </p:nvCxnSpPr>
        <p:spPr>
          <a:xfrm>
            <a:off x="6692980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4D7248AD-0468-044F-BF7F-486B9A40607B}"/>
              </a:ext>
            </a:extLst>
          </p:cNvPr>
          <p:cNvCxnSpPr/>
          <p:nvPr/>
        </p:nvCxnSpPr>
        <p:spPr>
          <a:xfrm>
            <a:off x="6692980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680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ZoneTexte 98">
            <a:extLst>
              <a:ext uri="{FF2B5EF4-FFF2-40B4-BE49-F238E27FC236}">
                <a16:creationId xmlns:a16="http://schemas.microsoft.com/office/drawing/2014/main" id="{F3A6C2E5-CEF6-0D4B-85F0-3D30E8BDC242}"/>
              </a:ext>
            </a:extLst>
          </p:cNvPr>
          <p:cNvSpPr txBox="1"/>
          <p:nvPr/>
        </p:nvSpPr>
        <p:spPr>
          <a:xfrm>
            <a:off x="641500" y="533539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93CB8314-FA71-2844-ACC4-E76A6B8088E1}"/>
              </a:ext>
            </a:extLst>
          </p:cNvPr>
          <p:cNvSpPr txBox="1"/>
          <p:nvPr/>
        </p:nvSpPr>
        <p:spPr>
          <a:xfrm>
            <a:off x="6548975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{{PC_M9_TERRAIN}}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6043D84-6CE6-104C-B7D2-890F5783ABE3}"/>
              </a:ext>
            </a:extLst>
          </p:cNvPr>
          <p:cNvSpPr txBox="1"/>
          <p:nvPr/>
        </p:nvSpPr>
        <p:spPr>
          <a:xfrm>
            <a:off x="359129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AD458630-3E41-D94C-98C9-233155888A11}"/>
              </a:ext>
            </a:extLst>
          </p:cNvPr>
          <p:cNvSpPr txBox="1"/>
          <p:nvPr/>
        </p:nvSpPr>
        <p:spPr>
          <a:xfrm>
            <a:off x="62905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{{PC_M7_TERRAIN}}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236739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252386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24017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699853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252386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240173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699853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699853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659A58C1-82C2-9741-9AFC-97351139C572}"/>
              </a:ext>
            </a:extLst>
          </p:cNvPr>
          <p:cNvSpPr txBox="1"/>
          <p:nvPr/>
        </p:nvSpPr>
        <p:spPr>
          <a:xfrm>
            <a:off x="653940" y="5335398"/>
            <a:ext cx="143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{{PC_M10_CODE}}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0594D5B-105D-C848-B977-8E4021091A74}"/>
              </a:ext>
            </a:extLst>
          </p:cNvPr>
          <p:cNvSpPr txBox="1"/>
          <p:nvPr/>
        </p:nvSpPr>
        <p:spPr>
          <a:xfrm>
            <a:off x="6561416" y="379507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{{PC_M9_CODE}}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E7116408-7D6B-AE4C-8027-281FE7F79E66}"/>
              </a:ext>
            </a:extLst>
          </p:cNvPr>
          <p:cNvSpPr txBox="1"/>
          <p:nvPr/>
        </p:nvSpPr>
        <p:spPr>
          <a:xfrm>
            <a:off x="3603739" y="379507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{{PC_M8_CODE}}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EB7690B0-82BA-0A47-886B-BBE83337504E}"/>
              </a:ext>
            </a:extLst>
          </p:cNvPr>
          <p:cNvSpPr txBox="1"/>
          <p:nvPr/>
        </p:nvSpPr>
        <p:spPr>
          <a:xfrm>
            <a:off x="641499" y="379507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{{PC_M7_CODE}}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236739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699853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686494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25276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25276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{{POULE_C_5_EQ}}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240173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279256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31948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226814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7717" y="257862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7717" y="300224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{{POULE_C_5_EQ}}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280041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23244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699853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686494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7516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7516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252386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28047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3317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239027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7516" y="25908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7516" y="30144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28126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2446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699853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686494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5192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5192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236739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2789132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316053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223380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5192" y="257518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5192" y="29988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{{POULE_C_5_EQ}}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27969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22900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245663"/>
              </p:ext>
            </p:extLst>
          </p:nvPr>
        </p:nvGraphicFramePr>
        <p:xfrm>
          <a:off x="3603739" y="5257679"/>
          <a:ext cx="6039946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373404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699107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643064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492984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831387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Jx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97032"/>
                  </a:ext>
                </a:extLst>
              </a:tr>
            </a:tbl>
          </a:graphicData>
        </a:graphic>
      </p:graphicFrame>
      <p:sp>
        <p:nvSpPr>
          <p:cNvPr id="102" name="ZoneTexte 101">
            <a:extLst>
              <a:ext uri="{FF2B5EF4-FFF2-40B4-BE49-F238E27FC236}">
                <a16:creationId xmlns:a16="http://schemas.microsoft.com/office/drawing/2014/main" id="{FA0CAFFB-AC1D-A14A-88E8-3B9091FB62F1}"/>
              </a:ext>
            </a:extLst>
          </p:cNvPr>
          <p:cNvSpPr txBox="1"/>
          <p:nvPr/>
        </p:nvSpPr>
        <p:spPr>
          <a:xfrm>
            <a:off x="2024140" y="379507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048D9A60-F320-E94E-B197-9F39B463B343}"/>
              </a:ext>
            </a:extLst>
          </p:cNvPr>
          <p:cNvSpPr txBox="1"/>
          <p:nvPr/>
        </p:nvSpPr>
        <p:spPr>
          <a:xfrm>
            <a:off x="177915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DD90C74-5822-0342-97F7-D11D4419E87F}"/>
              </a:ext>
            </a:extLst>
          </p:cNvPr>
          <p:cNvSpPr txBox="1"/>
          <p:nvPr/>
        </p:nvSpPr>
        <p:spPr>
          <a:xfrm>
            <a:off x="169449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715944CE-5A39-4047-AE76-526249AE52B6}"/>
              </a:ext>
            </a:extLst>
          </p:cNvPr>
          <p:cNvGrpSpPr/>
          <p:nvPr/>
        </p:nvGrpSpPr>
        <p:grpSpPr>
          <a:xfrm>
            <a:off x="633623" y="3781719"/>
            <a:ext cx="2770524" cy="1354907"/>
            <a:chOff x="336470" y="583726"/>
            <a:chExt cx="2770524" cy="1354907"/>
          </a:xfrm>
        </p:grpSpPr>
        <p:sp>
          <p:nvSpPr>
            <p:cNvPr id="106" name="Rounded Rectangle 2">
              <a:extLst>
                <a:ext uri="{FF2B5EF4-FFF2-40B4-BE49-F238E27FC236}">
                  <a16:creationId xmlns:a16="http://schemas.microsoft.com/office/drawing/2014/main" id="{1DCAF8FB-B479-2E41-8561-AFDB0B288CA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E6142F37-AFED-B648-81CC-4BFC3839C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E2CC94B-1C6B-7746-8807-C3A0BFE17E0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ZoneTexte 108">
            <a:extLst>
              <a:ext uri="{FF2B5EF4-FFF2-40B4-BE49-F238E27FC236}">
                <a16:creationId xmlns:a16="http://schemas.microsoft.com/office/drawing/2014/main" id="{182E2D79-F2E0-9C49-9F7F-8C6C6737E3DA}"/>
              </a:ext>
            </a:extLst>
          </p:cNvPr>
          <p:cNvSpPr txBox="1"/>
          <p:nvPr/>
        </p:nvSpPr>
        <p:spPr>
          <a:xfrm>
            <a:off x="653402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41F0E98-A9F5-6345-A36D-81506865AEBD}"/>
              </a:ext>
            </a:extLst>
          </p:cNvPr>
          <p:cNvSpPr txBox="1"/>
          <p:nvPr/>
        </p:nvSpPr>
        <p:spPr>
          <a:xfrm>
            <a:off x="653402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7F1BC682-C72E-2F45-98FF-529F5B19289F}"/>
              </a:ext>
            </a:extLst>
          </p:cNvPr>
          <p:cNvCxnSpPr/>
          <p:nvPr/>
        </p:nvCxnSpPr>
        <p:spPr>
          <a:xfrm>
            <a:off x="77306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77B26DD4-7F81-564F-BDF4-E58944E06FA4}"/>
              </a:ext>
            </a:extLst>
          </p:cNvPr>
          <p:cNvCxnSpPr/>
          <p:nvPr/>
        </p:nvCxnSpPr>
        <p:spPr>
          <a:xfrm>
            <a:off x="77306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BA063EB-97F4-E849-A72F-C948AAD319BA}"/>
              </a:ext>
            </a:extLst>
          </p:cNvPr>
          <p:cNvSpPr txBox="1"/>
          <p:nvPr/>
        </p:nvSpPr>
        <p:spPr>
          <a:xfrm>
            <a:off x="1943272" y="5335398"/>
            <a:ext cx="1473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{{PC_M10_HEURE}}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0DF6372-21F0-B049-AAD3-B7507256896E}"/>
              </a:ext>
            </a:extLst>
          </p:cNvPr>
          <p:cNvSpPr txBox="1"/>
          <p:nvPr/>
        </p:nvSpPr>
        <p:spPr>
          <a:xfrm>
            <a:off x="1791600" y="588779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D632687-399D-464A-BF82-79B85B745294}"/>
              </a:ext>
            </a:extLst>
          </p:cNvPr>
          <p:cNvSpPr txBox="1"/>
          <p:nvPr/>
        </p:nvSpPr>
        <p:spPr>
          <a:xfrm>
            <a:off x="1706935" y="641471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9A50594A-81BB-5941-ACC3-2B5AF1A4CEB0}"/>
              </a:ext>
            </a:extLst>
          </p:cNvPr>
          <p:cNvGrpSpPr/>
          <p:nvPr/>
        </p:nvGrpSpPr>
        <p:grpSpPr>
          <a:xfrm>
            <a:off x="646064" y="5322039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D3A52EA4-EBE4-E044-A177-803D4F74FB1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281EEF7B-7648-E34B-9185-0874839A7FA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9CB1B943-65E7-0444-BE2B-5C92FDFDE6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978B58E-9657-4A49-9E05-C00810B8B82C}"/>
              </a:ext>
            </a:extLst>
          </p:cNvPr>
          <p:cNvSpPr txBox="1"/>
          <p:nvPr/>
        </p:nvSpPr>
        <p:spPr>
          <a:xfrm>
            <a:off x="665843" y="567384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14D7F171-A113-AB4F-B1F0-33C153E77B06}"/>
              </a:ext>
            </a:extLst>
          </p:cNvPr>
          <p:cNvSpPr txBox="1"/>
          <p:nvPr/>
        </p:nvSpPr>
        <p:spPr>
          <a:xfrm>
            <a:off x="665843" y="609747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{{POULE_C_5_EQ}}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641914B2-4011-924E-AB58-B5A91F6438B2}"/>
              </a:ext>
            </a:extLst>
          </p:cNvPr>
          <p:cNvCxnSpPr/>
          <p:nvPr/>
        </p:nvCxnSpPr>
        <p:spPr>
          <a:xfrm>
            <a:off x="785505" y="589564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199E7EDD-E031-AF49-A972-116DE381241A}"/>
              </a:ext>
            </a:extLst>
          </p:cNvPr>
          <p:cNvCxnSpPr/>
          <p:nvPr/>
        </p:nvCxnSpPr>
        <p:spPr>
          <a:xfrm>
            <a:off x="785505" y="63276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ZoneTexte 125">
            <a:extLst>
              <a:ext uri="{FF2B5EF4-FFF2-40B4-BE49-F238E27FC236}">
                <a16:creationId xmlns:a16="http://schemas.microsoft.com/office/drawing/2014/main" id="{567FFAB7-18DD-5E43-9920-44D288175082}"/>
              </a:ext>
            </a:extLst>
          </p:cNvPr>
          <p:cNvSpPr txBox="1"/>
          <p:nvPr/>
        </p:nvSpPr>
        <p:spPr>
          <a:xfrm>
            <a:off x="4978834" y="379507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{{PC_M8_HEURE}}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1C39D5C5-F367-2548-A7D3-AF16B5E692F4}"/>
              </a:ext>
            </a:extLst>
          </p:cNvPr>
          <p:cNvSpPr txBox="1"/>
          <p:nvPr/>
        </p:nvSpPr>
        <p:spPr>
          <a:xfrm>
            <a:off x="474139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7D107412-9747-5D43-976A-624215B576F0}"/>
              </a:ext>
            </a:extLst>
          </p:cNvPr>
          <p:cNvSpPr txBox="1"/>
          <p:nvPr/>
        </p:nvSpPr>
        <p:spPr>
          <a:xfrm>
            <a:off x="465673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EA61C4DF-2D2D-664D-A93E-C53CB670EC1C}"/>
              </a:ext>
            </a:extLst>
          </p:cNvPr>
          <p:cNvGrpSpPr/>
          <p:nvPr/>
        </p:nvGrpSpPr>
        <p:grpSpPr>
          <a:xfrm>
            <a:off x="3595863" y="3781719"/>
            <a:ext cx="2770524" cy="1354907"/>
            <a:chOff x="336470" y="583726"/>
            <a:chExt cx="2770524" cy="1354907"/>
          </a:xfrm>
        </p:grpSpPr>
        <p:sp>
          <p:nvSpPr>
            <p:cNvPr id="130" name="Rounded Rectangle 2">
              <a:extLst>
                <a:ext uri="{FF2B5EF4-FFF2-40B4-BE49-F238E27FC236}">
                  <a16:creationId xmlns:a16="http://schemas.microsoft.com/office/drawing/2014/main" id="{CD7A5015-4DF8-9440-A3E5-37887B0CC5EF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60232E96-E905-864B-9379-16A6926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5C2FC395-AF2D-D343-8E2B-1F24B0A092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2F81604-9839-1147-8AE5-0600CADEE0BC}"/>
              </a:ext>
            </a:extLst>
          </p:cNvPr>
          <p:cNvSpPr txBox="1"/>
          <p:nvPr/>
        </p:nvSpPr>
        <p:spPr>
          <a:xfrm>
            <a:off x="3615642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893ABC8-D05B-5341-B16C-C6717095B6B9}"/>
              </a:ext>
            </a:extLst>
          </p:cNvPr>
          <p:cNvSpPr txBox="1"/>
          <p:nvPr/>
        </p:nvSpPr>
        <p:spPr>
          <a:xfrm>
            <a:off x="3615642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E9A447DB-7BD3-4748-8266-4490C74132C3}"/>
              </a:ext>
            </a:extLst>
          </p:cNvPr>
          <p:cNvCxnSpPr/>
          <p:nvPr/>
        </p:nvCxnSpPr>
        <p:spPr>
          <a:xfrm>
            <a:off x="373530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8311DF13-3EAB-114F-8F07-0AC04CD8E302}"/>
              </a:ext>
            </a:extLst>
          </p:cNvPr>
          <p:cNvCxnSpPr/>
          <p:nvPr/>
        </p:nvCxnSpPr>
        <p:spPr>
          <a:xfrm>
            <a:off x="373530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ZoneTexte 153">
            <a:extLst>
              <a:ext uri="{FF2B5EF4-FFF2-40B4-BE49-F238E27FC236}">
                <a16:creationId xmlns:a16="http://schemas.microsoft.com/office/drawing/2014/main" id="{4217636C-1C97-654A-8E9A-1FE003AB0B70}"/>
              </a:ext>
            </a:extLst>
          </p:cNvPr>
          <p:cNvSpPr txBox="1"/>
          <p:nvPr/>
        </p:nvSpPr>
        <p:spPr>
          <a:xfrm>
            <a:off x="7866760" y="379507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{{PC_M9_HEURE}}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DA880F94-4BE2-3E4D-8308-71376691E759}"/>
              </a:ext>
            </a:extLst>
          </p:cNvPr>
          <p:cNvSpPr txBox="1"/>
          <p:nvPr/>
        </p:nvSpPr>
        <p:spPr>
          <a:xfrm>
            <a:off x="7699075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672EF883-DE5B-FA48-8EC5-413543222899}"/>
              </a:ext>
            </a:extLst>
          </p:cNvPr>
          <p:cNvSpPr txBox="1"/>
          <p:nvPr/>
        </p:nvSpPr>
        <p:spPr>
          <a:xfrm>
            <a:off x="7614410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9BAFABA2-BB66-6048-9D0C-0B0E85F11003}"/>
              </a:ext>
            </a:extLst>
          </p:cNvPr>
          <p:cNvGrpSpPr/>
          <p:nvPr/>
        </p:nvGrpSpPr>
        <p:grpSpPr>
          <a:xfrm>
            <a:off x="6553539" y="3781719"/>
            <a:ext cx="2770524" cy="1354907"/>
            <a:chOff x="336470" y="583726"/>
            <a:chExt cx="2770524" cy="1354907"/>
          </a:xfrm>
        </p:grpSpPr>
        <p:sp>
          <p:nvSpPr>
            <p:cNvPr id="158" name="Rounded Rectangle 2">
              <a:extLst>
                <a:ext uri="{FF2B5EF4-FFF2-40B4-BE49-F238E27FC236}">
                  <a16:creationId xmlns:a16="http://schemas.microsoft.com/office/drawing/2014/main" id="{F519F9E1-D6A9-FA41-B1A4-410913D3B45B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9F6A456A-A1B5-0442-B7FD-16286565CC4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D67B2309-3670-D840-A4DF-4939007B221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0406545-8192-8148-A0B1-F86A7ADCA017}"/>
              </a:ext>
            </a:extLst>
          </p:cNvPr>
          <p:cNvSpPr txBox="1"/>
          <p:nvPr/>
        </p:nvSpPr>
        <p:spPr>
          <a:xfrm>
            <a:off x="6573318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9F62CA36-081B-7240-9994-BABC4D970E40}"/>
              </a:ext>
            </a:extLst>
          </p:cNvPr>
          <p:cNvSpPr txBox="1"/>
          <p:nvPr/>
        </p:nvSpPr>
        <p:spPr>
          <a:xfrm>
            <a:off x="6573318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1AF1619C-7F93-CA4A-86AD-DE89A1BF7C54}"/>
              </a:ext>
            </a:extLst>
          </p:cNvPr>
          <p:cNvCxnSpPr/>
          <p:nvPr/>
        </p:nvCxnSpPr>
        <p:spPr>
          <a:xfrm>
            <a:off x="6692980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4D7248AD-0468-044F-BF7F-486B9A40607B}"/>
              </a:ext>
            </a:extLst>
          </p:cNvPr>
          <p:cNvCxnSpPr/>
          <p:nvPr/>
        </p:nvCxnSpPr>
        <p:spPr>
          <a:xfrm>
            <a:off x="6692980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752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ZoneTexte 98">
            <a:extLst>
              <a:ext uri="{FF2B5EF4-FFF2-40B4-BE49-F238E27FC236}">
                <a16:creationId xmlns:a16="http://schemas.microsoft.com/office/drawing/2014/main" id="{F3A6C2E5-CEF6-0D4B-85F0-3D30E8BDC242}"/>
              </a:ext>
            </a:extLst>
          </p:cNvPr>
          <p:cNvSpPr txBox="1"/>
          <p:nvPr/>
        </p:nvSpPr>
        <p:spPr>
          <a:xfrm>
            <a:off x="641500" y="533539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93CB8314-FA71-2844-ACC4-E76A6B8088E1}"/>
              </a:ext>
            </a:extLst>
          </p:cNvPr>
          <p:cNvSpPr txBox="1"/>
          <p:nvPr/>
        </p:nvSpPr>
        <p:spPr>
          <a:xfrm>
            <a:off x="6548975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{{PD_M9_TERRAIN}}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66043D84-6CE6-104C-B7D2-890F5783ABE3}"/>
              </a:ext>
            </a:extLst>
          </p:cNvPr>
          <p:cNvSpPr txBox="1"/>
          <p:nvPr/>
        </p:nvSpPr>
        <p:spPr>
          <a:xfrm>
            <a:off x="359129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AD458630-3E41-D94C-98C9-233155888A11}"/>
              </a:ext>
            </a:extLst>
          </p:cNvPr>
          <p:cNvSpPr txBox="1"/>
          <p:nvPr/>
        </p:nvSpPr>
        <p:spPr>
          <a:xfrm>
            <a:off x="629059" y="379507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{{PD_M7_TERRAIN}}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236739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252386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24017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699853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252386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240173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699853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699853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659A58C1-82C2-9741-9AFC-97351139C572}"/>
              </a:ext>
            </a:extLst>
          </p:cNvPr>
          <p:cNvSpPr txBox="1"/>
          <p:nvPr/>
        </p:nvSpPr>
        <p:spPr>
          <a:xfrm>
            <a:off x="653940" y="5335398"/>
            <a:ext cx="14369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{{PD_M10_CODE}}</a:t>
            </a:r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B0594D5B-105D-C848-B977-8E4021091A74}"/>
              </a:ext>
            </a:extLst>
          </p:cNvPr>
          <p:cNvSpPr txBox="1"/>
          <p:nvPr/>
        </p:nvSpPr>
        <p:spPr>
          <a:xfrm>
            <a:off x="6561416" y="379507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{{PD_M9_CODE}}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E7116408-7D6B-AE4C-8027-281FE7F79E66}"/>
              </a:ext>
            </a:extLst>
          </p:cNvPr>
          <p:cNvSpPr txBox="1"/>
          <p:nvPr/>
        </p:nvSpPr>
        <p:spPr>
          <a:xfrm>
            <a:off x="3603739" y="379507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{{PD_M8_CODE}}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EB7690B0-82BA-0A47-886B-BBE83337504E}"/>
              </a:ext>
            </a:extLst>
          </p:cNvPr>
          <p:cNvSpPr txBox="1"/>
          <p:nvPr/>
        </p:nvSpPr>
        <p:spPr>
          <a:xfrm>
            <a:off x="641499" y="379507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{{PD_M7_CODE}}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236739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699853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699853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686494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25277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25277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{{POULE_D_5_EQ}}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240173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279256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31948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226814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7718" y="257862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7718" y="300224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{{POULE_D_5_EQ}}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280041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23244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699853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686494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7517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7517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252386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28047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3317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239027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7517" y="25908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7517" y="30144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28126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2446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699853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686494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5193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5193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236739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2789132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316053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223380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5193" y="257518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5193" y="29988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{{POULE_D_5_EQ}}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27969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22900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932183"/>
              </p:ext>
            </p:extLst>
          </p:nvPr>
        </p:nvGraphicFramePr>
        <p:xfrm>
          <a:off x="3603739" y="5257679"/>
          <a:ext cx="6039946" cy="15163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373404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699107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643064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492984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831387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 err="1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Jx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{{POULE_D_5_EQ}}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97032"/>
                  </a:ext>
                </a:extLst>
              </a:tr>
            </a:tbl>
          </a:graphicData>
        </a:graphic>
      </p:graphicFrame>
      <p:sp>
        <p:nvSpPr>
          <p:cNvPr id="102" name="ZoneTexte 101">
            <a:extLst>
              <a:ext uri="{FF2B5EF4-FFF2-40B4-BE49-F238E27FC236}">
                <a16:creationId xmlns:a16="http://schemas.microsoft.com/office/drawing/2014/main" id="{FA0CAFFB-AC1D-A14A-88E8-3B9091FB62F1}"/>
              </a:ext>
            </a:extLst>
          </p:cNvPr>
          <p:cNvSpPr txBox="1"/>
          <p:nvPr/>
        </p:nvSpPr>
        <p:spPr>
          <a:xfrm>
            <a:off x="2024140" y="379507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048D9A60-F320-E94E-B197-9F39B463B343}"/>
              </a:ext>
            </a:extLst>
          </p:cNvPr>
          <p:cNvSpPr txBox="1"/>
          <p:nvPr/>
        </p:nvSpPr>
        <p:spPr>
          <a:xfrm>
            <a:off x="177915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DD90C74-5822-0342-97F7-D11D4419E87F}"/>
              </a:ext>
            </a:extLst>
          </p:cNvPr>
          <p:cNvSpPr txBox="1"/>
          <p:nvPr/>
        </p:nvSpPr>
        <p:spPr>
          <a:xfrm>
            <a:off x="169449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5" name="Groupe 104">
            <a:extLst>
              <a:ext uri="{FF2B5EF4-FFF2-40B4-BE49-F238E27FC236}">
                <a16:creationId xmlns:a16="http://schemas.microsoft.com/office/drawing/2014/main" id="{715944CE-5A39-4047-AE76-526249AE52B6}"/>
              </a:ext>
            </a:extLst>
          </p:cNvPr>
          <p:cNvGrpSpPr/>
          <p:nvPr/>
        </p:nvGrpSpPr>
        <p:grpSpPr>
          <a:xfrm>
            <a:off x="633623" y="3781719"/>
            <a:ext cx="2770524" cy="1354907"/>
            <a:chOff x="336470" y="583726"/>
            <a:chExt cx="2770524" cy="1354907"/>
          </a:xfrm>
        </p:grpSpPr>
        <p:sp>
          <p:nvSpPr>
            <p:cNvPr id="106" name="Rounded Rectangle 2">
              <a:extLst>
                <a:ext uri="{FF2B5EF4-FFF2-40B4-BE49-F238E27FC236}">
                  <a16:creationId xmlns:a16="http://schemas.microsoft.com/office/drawing/2014/main" id="{1DCAF8FB-B479-2E41-8561-AFDB0B288CA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E6142F37-AFED-B648-81CC-4BFC3839C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E2CC94B-1C6B-7746-8807-C3A0BFE17E0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ZoneTexte 108">
            <a:extLst>
              <a:ext uri="{FF2B5EF4-FFF2-40B4-BE49-F238E27FC236}">
                <a16:creationId xmlns:a16="http://schemas.microsoft.com/office/drawing/2014/main" id="{182E2D79-F2E0-9C49-9F7F-8C6C6737E3DA}"/>
              </a:ext>
            </a:extLst>
          </p:cNvPr>
          <p:cNvSpPr txBox="1"/>
          <p:nvPr/>
        </p:nvSpPr>
        <p:spPr>
          <a:xfrm>
            <a:off x="653400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F41F0E98-A9F5-6345-A36D-81506865AEBD}"/>
              </a:ext>
            </a:extLst>
          </p:cNvPr>
          <p:cNvSpPr txBox="1"/>
          <p:nvPr/>
        </p:nvSpPr>
        <p:spPr>
          <a:xfrm>
            <a:off x="653400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7F1BC682-C72E-2F45-98FF-529F5B19289F}"/>
              </a:ext>
            </a:extLst>
          </p:cNvPr>
          <p:cNvCxnSpPr/>
          <p:nvPr/>
        </p:nvCxnSpPr>
        <p:spPr>
          <a:xfrm>
            <a:off x="77306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77B26DD4-7F81-564F-BDF4-E58944E06FA4}"/>
              </a:ext>
            </a:extLst>
          </p:cNvPr>
          <p:cNvCxnSpPr/>
          <p:nvPr/>
        </p:nvCxnSpPr>
        <p:spPr>
          <a:xfrm>
            <a:off x="77306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BA063EB-97F4-E849-A72F-C948AAD319BA}"/>
              </a:ext>
            </a:extLst>
          </p:cNvPr>
          <p:cNvSpPr txBox="1"/>
          <p:nvPr/>
        </p:nvSpPr>
        <p:spPr>
          <a:xfrm>
            <a:off x="1943272" y="5335398"/>
            <a:ext cx="14733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{{PD_M10_HEURE}}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50DF6372-21F0-B049-AAD3-B7507256896E}"/>
              </a:ext>
            </a:extLst>
          </p:cNvPr>
          <p:cNvSpPr txBox="1"/>
          <p:nvPr/>
        </p:nvSpPr>
        <p:spPr>
          <a:xfrm>
            <a:off x="1791600" y="588779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4D632687-399D-464A-BF82-79B85B745294}"/>
              </a:ext>
            </a:extLst>
          </p:cNvPr>
          <p:cNvSpPr txBox="1"/>
          <p:nvPr/>
        </p:nvSpPr>
        <p:spPr>
          <a:xfrm>
            <a:off x="1706935" y="641471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9A50594A-81BB-5941-ACC3-2B5AF1A4CEB0}"/>
              </a:ext>
            </a:extLst>
          </p:cNvPr>
          <p:cNvGrpSpPr/>
          <p:nvPr/>
        </p:nvGrpSpPr>
        <p:grpSpPr>
          <a:xfrm>
            <a:off x="646064" y="5322039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D3A52EA4-EBE4-E044-A177-803D4F74FB1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281EEF7B-7648-E34B-9185-0874839A7FA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9CB1B943-65E7-0444-BE2B-5C92FDFDE6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1978B58E-9657-4A49-9E05-C00810B8B82C}"/>
              </a:ext>
            </a:extLst>
          </p:cNvPr>
          <p:cNvSpPr txBox="1"/>
          <p:nvPr/>
        </p:nvSpPr>
        <p:spPr>
          <a:xfrm>
            <a:off x="665841" y="567384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14D7F171-A113-AB4F-B1F0-33C153E77B06}"/>
              </a:ext>
            </a:extLst>
          </p:cNvPr>
          <p:cNvSpPr txBox="1"/>
          <p:nvPr/>
        </p:nvSpPr>
        <p:spPr>
          <a:xfrm>
            <a:off x="665841" y="609747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</a:t>
            </a:r>
            <a:r>
              <a:rPr lang="fr-FR"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D_5_</a:t>
            </a:r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EQ}}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641914B2-4011-924E-AB58-B5A91F6438B2}"/>
              </a:ext>
            </a:extLst>
          </p:cNvPr>
          <p:cNvCxnSpPr/>
          <p:nvPr/>
        </p:nvCxnSpPr>
        <p:spPr>
          <a:xfrm>
            <a:off x="785505" y="589564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199E7EDD-E031-AF49-A972-116DE381241A}"/>
              </a:ext>
            </a:extLst>
          </p:cNvPr>
          <p:cNvCxnSpPr/>
          <p:nvPr/>
        </p:nvCxnSpPr>
        <p:spPr>
          <a:xfrm>
            <a:off x="785505" y="63276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ZoneTexte 125">
            <a:extLst>
              <a:ext uri="{FF2B5EF4-FFF2-40B4-BE49-F238E27FC236}">
                <a16:creationId xmlns:a16="http://schemas.microsoft.com/office/drawing/2014/main" id="{567FFAB7-18DD-5E43-9920-44D288175082}"/>
              </a:ext>
            </a:extLst>
          </p:cNvPr>
          <p:cNvSpPr txBox="1"/>
          <p:nvPr/>
        </p:nvSpPr>
        <p:spPr>
          <a:xfrm>
            <a:off x="4978834" y="379507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{{PD_M8_HEURE}}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1C39D5C5-F367-2548-A7D3-AF16B5E692F4}"/>
              </a:ext>
            </a:extLst>
          </p:cNvPr>
          <p:cNvSpPr txBox="1"/>
          <p:nvPr/>
        </p:nvSpPr>
        <p:spPr>
          <a:xfrm>
            <a:off x="4741399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7D107412-9747-5D43-976A-624215B576F0}"/>
              </a:ext>
            </a:extLst>
          </p:cNvPr>
          <p:cNvSpPr txBox="1"/>
          <p:nvPr/>
        </p:nvSpPr>
        <p:spPr>
          <a:xfrm>
            <a:off x="4656734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9" name="Groupe 128">
            <a:extLst>
              <a:ext uri="{FF2B5EF4-FFF2-40B4-BE49-F238E27FC236}">
                <a16:creationId xmlns:a16="http://schemas.microsoft.com/office/drawing/2014/main" id="{EA61C4DF-2D2D-664D-A93E-C53CB670EC1C}"/>
              </a:ext>
            </a:extLst>
          </p:cNvPr>
          <p:cNvGrpSpPr/>
          <p:nvPr/>
        </p:nvGrpSpPr>
        <p:grpSpPr>
          <a:xfrm>
            <a:off x="3595863" y="3781719"/>
            <a:ext cx="2770524" cy="1354907"/>
            <a:chOff x="336470" y="583726"/>
            <a:chExt cx="2770524" cy="1354907"/>
          </a:xfrm>
        </p:grpSpPr>
        <p:sp>
          <p:nvSpPr>
            <p:cNvPr id="130" name="Rounded Rectangle 2">
              <a:extLst>
                <a:ext uri="{FF2B5EF4-FFF2-40B4-BE49-F238E27FC236}">
                  <a16:creationId xmlns:a16="http://schemas.microsoft.com/office/drawing/2014/main" id="{CD7A5015-4DF8-9440-A3E5-37887B0CC5EF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60232E96-E905-864B-9379-16A692641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eur droit 135">
              <a:extLst>
                <a:ext uri="{FF2B5EF4-FFF2-40B4-BE49-F238E27FC236}">
                  <a16:creationId xmlns:a16="http://schemas.microsoft.com/office/drawing/2014/main" id="{5C2FC395-AF2D-D343-8E2B-1F24B0A092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ZoneTexte 136">
            <a:extLst>
              <a:ext uri="{FF2B5EF4-FFF2-40B4-BE49-F238E27FC236}">
                <a16:creationId xmlns:a16="http://schemas.microsoft.com/office/drawing/2014/main" id="{82F81604-9839-1147-8AE5-0600CADEE0BC}"/>
              </a:ext>
            </a:extLst>
          </p:cNvPr>
          <p:cNvSpPr txBox="1"/>
          <p:nvPr/>
        </p:nvSpPr>
        <p:spPr>
          <a:xfrm>
            <a:off x="3615640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5893ABC8-D05B-5341-B16C-C6717095B6B9}"/>
              </a:ext>
            </a:extLst>
          </p:cNvPr>
          <p:cNvSpPr txBox="1"/>
          <p:nvPr/>
        </p:nvSpPr>
        <p:spPr>
          <a:xfrm>
            <a:off x="3615640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139" name="Connecteur droit 138">
            <a:extLst>
              <a:ext uri="{FF2B5EF4-FFF2-40B4-BE49-F238E27FC236}">
                <a16:creationId xmlns:a16="http://schemas.microsoft.com/office/drawing/2014/main" id="{E9A447DB-7BD3-4748-8266-4490C74132C3}"/>
              </a:ext>
            </a:extLst>
          </p:cNvPr>
          <p:cNvCxnSpPr/>
          <p:nvPr/>
        </p:nvCxnSpPr>
        <p:spPr>
          <a:xfrm>
            <a:off x="3735304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8311DF13-3EAB-114F-8F07-0AC04CD8E302}"/>
              </a:ext>
            </a:extLst>
          </p:cNvPr>
          <p:cNvCxnSpPr/>
          <p:nvPr/>
        </p:nvCxnSpPr>
        <p:spPr>
          <a:xfrm>
            <a:off x="3735304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ZoneTexte 153">
            <a:extLst>
              <a:ext uri="{FF2B5EF4-FFF2-40B4-BE49-F238E27FC236}">
                <a16:creationId xmlns:a16="http://schemas.microsoft.com/office/drawing/2014/main" id="{4217636C-1C97-654A-8E9A-1FE003AB0B70}"/>
              </a:ext>
            </a:extLst>
          </p:cNvPr>
          <p:cNvSpPr txBox="1"/>
          <p:nvPr/>
        </p:nvSpPr>
        <p:spPr>
          <a:xfrm>
            <a:off x="7866760" y="379507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{{PD_M9_HEURE}}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DA880F94-4BE2-3E4D-8308-71376691E759}"/>
              </a:ext>
            </a:extLst>
          </p:cNvPr>
          <p:cNvSpPr txBox="1"/>
          <p:nvPr/>
        </p:nvSpPr>
        <p:spPr>
          <a:xfrm>
            <a:off x="7699075" y="434747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672EF883-DE5B-FA48-8EC5-413543222899}"/>
              </a:ext>
            </a:extLst>
          </p:cNvPr>
          <p:cNvSpPr txBox="1"/>
          <p:nvPr/>
        </p:nvSpPr>
        <p:spPr>
          <a:xfrm>
            <a:off x="7614410" y="487439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57" name="Groupe 156">
            <a:extLst>
              <a:ext uri="{FF2B5EF4-FFF2-40B4-BE49-F238E27FC236}">
                <a16:creationId xmlns:a16="http://schemas.microsoft.com/office/drawing/2014/main" id="{9BAFABA2-BB66-6048-9D0C-0B0E85F11003}"/>
              </a:ext>
            </a:extLst>
          </p:cNvPr>
          <p:cNvGrpSpPr/>
          <p:nvPr/>
        </p:nvGrpSpPr>
        <p:grpSpPr>
          <a:xfrm>
            <a:off x="6553539" y="3781719"/>
            <a:ext cx="2770524" cy="1354907"/>
            <a:chOff x="336470" y="583726"/>
            <a:chExt cx="2770524" cy="1354907"/>
          </a:xfrm>
        </p:grpSpPr>
        <p:sp>
          <p:nvSpPr>
            <p:cNvPr id="158" name="Rounded Rectangle 2">
              <a:extLst>
                <a:ext uri="{FF2B5EF4-FFF2-40B4-BE49-F238E27FC236}">
                  <a16:creationId xmlns:a16="http://schemas.microsoft.com/office/drawing/2014/main" id="{F519F9E1-D6A9-FA41-B1A4-410913D3B45B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9" name="Connecteur droit 158">
              <a:extLst>
                <a:ext uri="{FF2B5EF4-FFF2-40B4-BE49-F238E27FC236}">
                  <a16:creationId xmlns:a16="http://schemas.microsoft.com/office/drawing/2014/main" id="{9F6A456A-A1B5-0442-B7FD-16286565CC4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 droit 159">
              <a:extLst>
                <a:ext uri="{FF2B5EF4-FFF2-40B4-BE49-F238E27FC236}">
                  <a16:creationId xmlns:a16="http://schemas.microsoft.com/office/drawing/2014/main" id="{D67B2309-3670-D840-A4DF-4939007B221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ZoneTexte 160">
            <a:extLst>
              <a:ext uri="{FF2B5EF4-FFF2-40B4-BE49-F238E27FC236}">
                <a16:creationId xmlns:a16="http://schemas.microsoft.com/office/drawing/2014/main" id="{60406545-8192-8148-A0B1-F86A7ADCA017}"/>
              </a:ext>
            </a:extLst>
          </p:cNvPr>
          <p:cNvSpPr txBox="1"/>
          <p:nvPr/>
        </p:nvSpPr>
        <p:spPr>
          <a:xfrm>
            <a:off x="6573316" y="413352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162" name="ZoneTexte 161">
            <a:extLst>
              <a:ext uri="{FF2B5EF4-FFF2-40B4-BE49-F238E27FC236}">
                <a16:creationId xmlns:a16="http://schemas.microsoft.com/office/drawing/2014/main" id="{9F62CA36-081B-7240-9994-BABC4D970E40}"/>
              </a:ext>
            </a:extLst>
          </p:cNvPr>
          <p:cNvSpPr txBox="1"/>
          <p:nvPr/>
        </p:nvSpPr>
        <p:spPr>
          <a:xfrm>
            <a:off x="6573316" y="455715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163" name="Connecteur droit 162">
            <a:extLst>
              <a:ext uri="{FF2B5EF4-FFF2-40B4-BE49-F238E27FC236}">
                <a16:creationId xmlns:a16="http://schemas.microsoft.com/office/drawing/2014/main" id="{1AF1619C-7F93-CA4A-86AD-DE89A1BF7C54}"/>
              </a:ext>
            </a:extLst>
          </p:cNvPr>
          <p:cNvCxnSpPr/>
          <p:nvPr/>
        </p:nvCxnSpPr>
        <p:spPr>
          <a:xfrm>
            <a:off x="6692980" y="435532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eur droit 163">
            <a:extLst>
              <a:ext uri="{FF2B5EF4-FFF2-40B4-BE49-F238E27FC236}">
                <a16:creationId xmlns:a16="http://schemas.microsoft.com/office/drawing/2014/main" id="{4D7248AD-0468-044F-BF7F-486B9A40607B}"/>
              </a:ext>
            </a:extLst>
          </p:cNvPr>
          <p:cNvCxnSpPr/>
          <p:nvPr/>
        </p:nvCxnSpPr>
        <p:spPr>
          <a:xfrm>
            <a:off x="6692980" y="478734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522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{{WIN_POULE_A}}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{{WIN_POULE_D}}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91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5507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97439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{{WIN_POULE_C}}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11957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69604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27993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570356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{{WIN_POULE_B}}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782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0" y="3847463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9" y="5431356"/>
            <a:ext cx="277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83073" y="5431356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381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14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0" y="4589655"/>
            <a:ext cx="2766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70451" y="4589655"/>
            <a:ext cx="14632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30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2" y="5300551"/>
            <a:ext cx="27659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22927" y="5300551"/>
            <a:ext cx="13818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213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5" y="3063383"/>
            <a:ext cx="2770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5800" y="3063383"/>
            <a:ext cx="1287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67520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599" y="1446132"/>
            <a:ext cx="14658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8700" y="1446132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65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599" y="4589655"/>
            <a:ext cx="2761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8700" y="4589655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45600" y="3077888"/>
            <a:ext cx="1375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20997" y="3077888"/>
            <a:ext cx="1362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3594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826217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850931" y="79583"/>
            <a:ext cx="4204138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 JOUR 1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622580"/>
              </p:ext>
            </p:extLst>
          </p:nvPr>
        </p:nvGraphicFramePr>
        <p:xfrm>
          <a:off x="148524" y="772618"/>
          <a:ext cx="9608952" cy="57289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64692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408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850931" y="79583"/>
            <a:ext cx="4204138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 JOUR 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06633"/>
              </p:ext>
            </p:extLst>
          </p:nvPr>
        </p:nvGraphicFramePr>
        <p:xfrm>
          <a:off x="148524" y="772618"/>
          <a:ext cx="9608952" cy="57289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64692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622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850931" y="79583"/>
            <a:ext cx="4204138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 JOUR 3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704357"/>
              </p:ext>
            </p:extLst>
          </p:nvPr>
        </p:nvGraphicFramePr>
        <p:xfrm>
          <a:off x="148524" y="772618"/>
          <a:ext cx="9608952" cy="463613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64692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243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850931" y="79583"/>
            <a:ext cx="4204138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 JOUR 3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08638"/>
              </p:ext>
            </p:extLst>
          </p:nvPr>
        </p:nvGraphicFramePr>
        <p:xfrm>
          <a:off x="148524" y="772618"/>
          <a:ext cx="9608952" cy="463613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64692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718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8" name="Tableau 154">
            <a:extLst>
              <a:ext uri="{FF2B5EF4-FFF2-40B4-BE49-F238E27FC236}">
                <a16:creationId xmlns:a16="http://schemas.microsoft.com/office/drawing/2014/main" id="{7A067D63-4967-8848-B2B1-E16127429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778699"/>
              </p:ext>
            </p:extLst>
          </p:nvPr>
        </p:nvGraphicFramePr>
        <p:xfrm>
          <a:off x="154982" y="964195"/>
          <a:ext cx="9546957" cy="48463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562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5943D54-404B-C94D-BE56-313466E1BEA9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2/2</a:t>
            </a:r>
          </a:p>
        </p:txBody>
      </p:sp>
      <p:graphicFrame>
        <p:nvGraphicFramePr>
          <p:cNvPr id="9" name="Tableau 154">
            <a:extLst>
              <a:ext uri="{FF2B5EF4-FFF2-40B4-BE49-F238E27FC236}">
                <a16:creationId xmlns:a16="http://schemas.microsoft.com/office/drawing/2014/main" id="{AAB0891E-0630-2342-9584-F35E57542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84437"/>
              </p:ext>
            </p:extLst>
          </p:nvPr>
        </p:nvGraphicFramePr>
        <p:xfrm>
          <a:off x="154982" y="964195"/>
          <a:ext cx="9546957" cy="46634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075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2816</TotalTime>
  <Words>5990</Words>
  <Application>Microsoft Macintosh PowerPoint</Application>
  <PresentationFormat>Format A4 (210 x 297 mm)</PresentationFormat>
  <Paragraphs>1184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3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89</cp:revision>
  <dcterms:created xsi:type="dcterms:W3CDTF">2013-01-27T09:14:16Z</dcterms:created>
  <dcterms:modified xsi:type="dcterms:W3CDTF">2026-06-25T15:52:28Z</dcterms:modified>
  <cp:category/>
</cp:coreProperties>
</file>