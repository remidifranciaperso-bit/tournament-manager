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9" r:id="rId2"/>
    <p:sldId id="264" r:id="rId3"/>
    <p:sldId id="267" r:id="rId4"/>
    <p:sldId id="271" r:id="rId5"/>
    <p:sldId id="272" r:id="rId6"/>
    <p:sldId id="273" r:id="rId7"/>
    <p:sldId id="274" r:id="rId8"/>
    <p:sldId id="260" r:id="rId9"/>
    <p:sldId id="261" r:id="rId10"/>
    <p:sldId id="262" r:id="rId11"/>
    <p:sldId id="270" r:id="rId12"/>
    <p:sldId id="263" r:id="rId13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84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PARTICIPANTS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926441"/>
              </p:ext>
            </p:extLst>
          </p:nvPr>
        </p:nvGraphicFramePr>
        <p:xfrm>
          <a:off x="176286" y="741861"/>
          <a:ext cx="9553428" cy="5105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1057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CONVOCATIONS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8" name="Tableau 154">
            <a:extLst>
              <a:ext uri="{FF2B5EF4-FFF2-40B4-BE49-F238E27FC236}">
                <a16:creationId xmlns:a16="http://schemas.microsoft.com/office/drawing/2014/main" id="{11310541-A555-9E45-AF73-AE8F69399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864997"/>
              </p:ext>
            </p:extLst>
          </p:nvPr>
        </p:nvGraphicFramePr>
        <p:xfrm>
          <a:off x="1137554" y="637211"/>
          <a:ext cx="7498268" cy="58748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{{CONV_NOMS}}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{{CONV_HORAIRE}}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912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Tableau 154">
            <a:extLst>
              <a:ext uri="{FF2B5EF4-FFF2-40B4-BE49-F238E27FC236}">
                <a16:creationId xmlns:a16="http://schemas.microsoft.com/office/drawing/2014/main" id="{FC7C3D93-D15A-3B46-B06A-CFFD9525C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454928"/>
              </p:ext>
            </p:extLst>
          </p:nvPr>
        </p:nvGraphicFramePr>
        <p:xfrm>
          <a:off x="5008060" y="2572030"/>
          <a:ext cx="3648515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33" name="Tableau 154">
            <a:extLst>
              <a:ext uri="{FF2B5EF4-FFF2-40B4-BE49-F238E27FC236}">
                <a16:creationId xmlns:a16="http://schemas.microsoft.com/office/drawing/2014/main" id="{D3CD5AB4-4D33-4840-9703-1A5884C73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091239"/>
              </p:ext>
            </p:extLst>
          </p:nvPr>
        </p:nvGraphicFramePr>
        <p:xfrm>
          <a:off x="1238173" y="2572030"/>
          <a:ext cx="3648515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graphicFrame>
        <p:nvGraphicFramePr>
          <p:cNvPr id="41" name="Tableau 154">
            <a:extLst>
              <a:ext uri="{FF2B5EF4-FFF2-40B4-BE49-F238E27FC236}">
                <a16:creationId xmlns:a16="http://schemas.microsoft.com/office/drawing/2014/main" id="{E832A536-4E5B-D841-9BA4-5CE07D565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96733"/>
              </p:ext>
            </p:extLst>
          </p:nvPr>
        </p:nvGraphicFramePr>
        <p:xfrm>
          <a:off x="5008060" y="3966634"/>
          <a:ext cx="3648515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kumimoji="0" lang="fr-F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POULE_D_</a:t>
                      </a: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42" name="Tableau 154">
            <a:extLst>
              <a:ext uri="{FF2B5EF4-FFF2-40B4-BE49-F238E27FC236}">
                <a16:creationId xmlns:a16="http://schemas.microsoft.com/office/drawing/2014/main" id="{2E0B1337-C9CC-E24A-92BA-F637ED9F79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962129"/>
              </p:ext>
            </p:extLst>
          </p:nvPr>
        </p:nvGraphicFramePr>
        <p:xfrm>
          <a:off x="1238172" y="3966634"/>
          <a:ext cx="3648515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8A405E26-416A-5841-8D82-9AD59FDFC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621743"/>
              </p:ext>
            </p:extLst>
          </p:nvPr>
        </p:nvGraphicFramePr>
        <p:xfrm>
          <a:off x="3128742" y="1177426"/>
          <a:ext cx="3648515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67959029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ÉQUIPES EXEMPTÉES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63726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299425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44767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4407163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813172"/>
                  </a:ext>
                </a:extLst>
              </a:tr>
            </a:tbl>
          </a:graphicData>
        </a:graphic>
      </p:graphicFrame>
      <p:sp>
        <p:nvSpPr>
          <p:cNvPr id="48" name="ZoneTexte 47">
            <a:extLst>
              <a:ext uri="{FF2B5EF4-FFF2-40B4-BE49-F238E27FC236}">
                <a16:creationId xmlns:a16="http://schemas.microsoft.com/office/drawing/2014/main" id="{E96492D4-7CB1-1744-B3AF-0700DE9D8F8F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</p:spTree>
    <p:extLst>
      <p:ext uri="{BB962C8B-B14F-4D97-AF65-F5344CB8AC3E}">
        <p14:creationId xmlns:p14="http://schemas.microsoft.com/office/powerpoint/2010/main" val="660824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A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6362097-CD70-1643-B182-7F9805A19382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{{PA_M1_CODE}}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{{PA_M2_CODE}}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{{PA_M3_CODE}}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{{PA_M4_CODE}}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{{PA_M5_CODE}}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175088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8207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B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6362097-CD70-1643-B182-7F9805A19382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984550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1617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C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6362097-CD70-1643-B182-7F9805A19382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721073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6455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D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6362097-CD70-1643-B182-7F9805A19382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008000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0024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37365" y="702185"/>
            <a:ext cx="1059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6470" y="702185"/>
            <a:ext cx="2761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990816" y="702185"/>
            <a:ext cx="11114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60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{{WIN_POULE_A}}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136627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93891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136627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211240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9728" y="2271000"/>
            <a:ext cx="10212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568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81688" y="2271000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060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{{WIN_POULE_B}}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9730" y="3847463"/>
            <a:ext cx="10212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6471" y="3847463"/>
            <a:ext cx="27568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90816" y="3847463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06000" y="4185910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{{WIN_POULE_C}}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6095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51527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608791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51527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526139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5167" y="5431356"/>
            <a:ext cx="10212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7365" y="5431356"/>
            <a:ext cx="2754841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89798" y="5431356"/>
            <a:ext cx="1108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06000" y="5769803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{{WIN_POULE_D}}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6193432"/>
            <a:ext cx="2736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0998" y="1446132"/>
            <a:ext cx="10212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0999" y="4589655"/>
            <a:ext cx="10212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81568" y="4589655"/>
            <a:ext cx="27599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26650" y="4589655"/>
            <a:ext cx="1107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147" y="5300551"/>
            <a:ext cx="1028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7467652" y="5300551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5807" y="5300551"/>
            <a:ext cx="11089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30590" y="3063383"/>
            <a:ext cx="9487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4943" y="3063383"/>
            <a:ext cx="2770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477115" y="3063383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{{WIN_D1}}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{{WIN_D2}}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506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1000" y="1446132"/>
            <a:ext cx="12846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95123" y="1446132"/>
            <a:ext cx="1338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7926" y="4589655"/>
            <a:ext cx="12777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53000" y="4589655"/>
            <a:ext cx="138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20313" y="3077888"/>
            <a:ext cx="1133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28655" y="3077888"/>
            <a:ext cx="27306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848552" y="3077888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80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80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5-8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7718" y="3063383"/>
            <a:ext cx="1151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7440224" y="3063383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42883" y="3063383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FC08E550-265D-B148-A192-46B5AD0692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99228" y="5261780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49EA6DB5-9745-4942-8C78-8B8DAAF9CF09}"/>
              </a:ext>
            </a:extLst>
          </p:cNvPr>
          <p:cNvCxnSpPr>
            <a:cxnSpLocks/>
          </p:cNvCxnSpPr>
          <p:nvPr/>
        </p:nvCxnSpPr>
        <p:spPr>
          <a:xfrm rot="10800000">
            <a:off x="3303793" y="2215654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FF62FA7-9260-324C-B8FE-2D2B7DCC3A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215710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7-8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5-6</a:t>
            </a:r>
          </a:p>
        </p:txBody>
      </p:sp>
    </p:spTree>
    <p:extLst>
      <p:ext uri="{BB962C8B-B14F-4D97-AF65-F5344CB8AC3E}">
        <p14:creationId xmlns:p14="http://schemas.microsoft.com/office/powerpoint/2010/main" val="1415592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365436"/>
              </p:ext>
            </p:extLst>
          </p:nvPr>
        </p:nvGraphicFramePr>
        <p:xfrm>
          <a:off x="154982" y="685904"/>
          <a:ext cx="9608952" cy="6088393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36233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140007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0286141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1163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597758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214894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5932843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22200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679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710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2/2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812856"/>
              </p:ext>
            </p:extLst>
          </p:nvPr>
        </p:nvGraphicFramePr>
        <p:xfrm>
          <a:off x="154982" y="685903"/>
          <a:ext cx="9608952" cy="3583333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56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990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329558"/>
              </p:ext>
            </p:extLst>
          </p:nvPr>
        </p:nvGraphicFramePr>
        <p:xfrm>
          <a:off x="154982" y="844449"/>
          <a:ext cx="9546957" cy="55778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1 </a:t>
                      </a:r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2 </a:t>
                      </a:r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3 </a:t>
                      </a:r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4132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889074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2425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45424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2770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76191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91187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185633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95143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77431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2233176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654135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04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491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2418</TotalTime>
  <Words>2908</Words>
  <Application>Microsoft Macintosh PowerPoint</Application>
  <PresentationFormat>Format A4 (210 x 297 mm)</PresentationFormat>
  <Paragraphs>650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Noto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82</cp:revision>
  <dcterms:created xsi:type="dcterms:W3CDTF">2013-01-27T09:14:16Z</dcterms:created>
  <dcterms:modified xsi:type="dcterms:W3CDTF">2026-06-26T13:07:51Z</dcterms:modified>
  <cp:category/>
</cp:coreProperties>
</file>