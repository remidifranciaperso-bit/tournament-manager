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71" r:id="rId3"/>
    <p:sldId id="273" r:id="rId4"/>
    <p:sldId id="264" r:id="rId5"/>
    <p:sldId id="260" r:id="rId6"/>
    <p:sldId id="272" r:id="rId7"/>
    <p:sldId id="265" r:id="rId8"/>
    <p:sldId id="261" r:id="rId9"/>
    <p:sldId id="269" r:id="rId10"/>
    <p:sldId id="262" r:id="rId11"/>
    <p:sldId id="270" r:id="rId12"/>
    <p:sldId id="263" r:id="rId13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546048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F024CA7E-185B-774B-B1B1-922A97765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188234"/>
              </p:ext>
            </p:extLst>
          </p:nvPr>
        </p:nvGraphicFramePr>
        <p:xfrm>
          <a:off x="1137554" y="637211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62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39730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39730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5071630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4571947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4487282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426411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45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45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3565852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3565852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25103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5103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5080757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4567383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4482718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421847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45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45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3561288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3561288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25103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5104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5080757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4567383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4482718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421847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421847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421847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45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45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3561288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3561288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27024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421848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5079739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4562819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4478154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417283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45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45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3556724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3556724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</p:spTree>
    <p:extLst>
      <p:ext uri="{BB962C8B-B14F-4D97-AF65-F5344CB8AC3E}">
        <p14:creationId xmlns:p14="http://schemas.microsoft.com/office/powerpoint/2010/main" val="3886991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6" y="702185"/>
            <a:ext cx="11285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763017" y="702185"/>
            <a:ext cx="1344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1" y="2271000"/>
            <a:ext cx="10277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3" y="3847463"/>
            <a:ext cx="1055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20319" y="3847463"/>
            <a:ext cx="10821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0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886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03255" y="5431356"/>
            <a:ext cx="1194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059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77801" y="1446132"/>
            <a:ext cx="2755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5" y="4589655"/>
            <a:ext cx="10277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74892" y="4589655"/>
            <a:ext cx="27588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165334" y="4589655"/>
            <a:ext cx="11683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6" y="5300551"/>
            <a:ext cx="10211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7158" y="5300551"/>
            <a:ext cx="2767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300551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4" y="3063383"/>
            <a:ext cx="10529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4" y="3063383"/>
            <a:ext cx="27626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88595" y="3063383"/>
            <a:ext cx="11046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7" y="212315"/>
            <a:ext cx="1052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78" y="212315"/>
            <a:ext cx="27619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744799" y="212315"/>
            <a:ext cx="13627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1781130"/>
            <a:ext cx="1027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27343" y="1781130"/>
            <a:ext cx="27705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7" y="178113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357593"/>
            <a:ext cx="1064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79" y="3357593"/>
            <a:ext cx="2761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35759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69604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7" y="4941486"/>
            <a:ext cx="1021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494148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956262"/>
            <a:ext cx="1027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099785"/>
            <a:ext cx="10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09978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09978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5" y="5297796"/>
            <a:ext cx="102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659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297796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5" y="2573513"/>
            <a:ext cx="10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2573513"/>
            <a:ext cx="27865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82168" y="2573513"/>
            <a:ext cx="1211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102303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</p:spTree>
    <p:extLst>
      <p:ext uri="{BB962C8B-B14F-4D97-AF65-F5344CB8AC3E}">
        <p14:creationId xmlns:p14="http://schemas.microsoft.com/office/powerpoint/2010/main" val="405453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523422"/>
              </p:ext>
            </p:extLst>
          </p:nvPr>
        </p:nvGraphicFramePr>
        <p:xfrm>
          <a:off x="154982" y="685903"/>
          <a:ext cx="9608952" cy="578846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69426"/>
              </p:ext>
            </p:extLst>
          </p:nvPr>
        </p:nvGraphicFramePr>
        <p:xfrm>
          <a:off x="154982" y="685903"/>
          <a:ext cx="9608952" cy="578846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736915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2913</TotalTime>
  <Words>2430</Words>
  <Application>Microsoft Macintosh PowerPoint</Application>
  <PresentationFormat>Format A4 (210 x 297 mm)</PresentationFormat>
  <Paragraphs>643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72</cp:revision>
  <dcterms:created xsi:type="dcterms:W3CDTF">2013-01-27T09:14:16Z</dcterms:created>
  <dcterms:modified xsi:type="dcterms:W3CDTF">2026-06-29T18:26:48Z</dcterms:modified>
  <cp:category/>
</cp:coreProperties>
</file>