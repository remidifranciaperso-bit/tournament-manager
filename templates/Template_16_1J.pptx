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9" r:id="rId2"/>
    <p:sldId id="267" r:id="rId3"/>
    <p:sldId id="264" r:id="rId4"/>
    <p:sldId id="260" r:id="rId5"/>
    <p:sldId id="268" r:id="rId6"/>
    <p:sldId id="265" r:id="rId7"/>
    <p:sldId id="261" r:id="rId8"/>
    <p:sldId id="262" r:id="rId9"/>
    <p:sldId id="266" r:id="rId10"/>
    <p:sldId id="263" r:id="rId11"/>
  </p:sldIdLst>
  <p:sldSz cx="9906000" cy="6858000" type="A4"/>
  <p:notesSz cx="6858000" cy="9144000"/>
  <p:defaultTextStyle>
    <a:defPPr>
      <a:defRPr lang="en-US"/>
    </a:defPPr>
    <a:lvl1pPr marL="0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9" userDrawn="1">
          <p15:clr>
            <a:srgbClr val="A4A3A4"/>
          </p15:clr>
        </p15:guide>
        <p15:guide id="2" pos="26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Style moyen 4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8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384" y="176"/>
      </p:cViewPr>
      <p:guideLst>
        <p:guide orient="horz" pos="1959"/>
        <p:guide pos="26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58DB49-402F-FB41-B58E-980CBE386162}" type="datetimeFigureOut">
              <a:rPr lang="fr-FR" smtClean="0"/>
              <a:t>29/06/2026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C9A40-B94C-6A45-93D8-A04E1246FE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1580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5585" y="1931872"/>
            <a:ext cx="7203293" cy="13330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1169" y="3524010"/>
            <a:ext cx="5932124" cy="158925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45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9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43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583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729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87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021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16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424" y="3996182"/>
            <a:ext cx="7203293" cy="1235131"/>
          </a:xfrm>
        </p:spPr>
        <p:txBody>
          <a:bodyPr anchor="t"/>
          <a:lstStyle>
            <a:lvl1pPr algn="l">
              <a:defRPr sz="362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424" y="2635811"/>
            <a:ext cx="7203293" cy="1360371"/>
          </a:xfrm>
        </p:spPr>
        <p:txBody>
          <a:bodyPr anchor="b"/>
          <a:lstStyle>
            <a:lvl1pPr marL="0" indent="0">
              <a:buNone/>
              <a:defRPr sz="1814">
                <a:solidFill>
                  <a:schemeClr val="tx1">
                    <a:tint val="75000"/>
                  </a:schemeClr>
                </a:solidFill>
              </a:defRPr>
            </a:lvl1pPr>
            <a:lvl2pPr marL="414589" indent="0">
              <a:buNone/>
              <a:defRPr sz="1632">
                <a:solidFill>
                  <a:schemeClr val="tx1">
                    <a:tint val="75000"/>
                  </a:schemeClr>
                </a:solidFill>
              </a:defRPr>
            </a:lvl2pPr>
            <a:lvl3pPr marL="829178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3pPr>
            <a:lvl4pPr marL="1243767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4pPr>
            <a:lvl5pPr marL="1658356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5pPr>
            <a:lvl6pPr marL="2072945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6pPr>
            <a:lvl7pPr marL="2487534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7pPr>
            <a:lvl8pPr marL="2902123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8pPr>
            <a:lvl9pPr marL="3316712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3723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07852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392042"/>
            <a:ext cx="3744359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3723" y="1972179"/>
            <a:ext cx="3744359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04910" y="1392042"/>
            <a:ext cx="3745830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04910" y="1972179"/>
            <a:ext cx="3745830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724" y="247602"/>
            <a:ext cx="2788040" cy="1053748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3280" y="247602"/>
            <a:ext cx="4737460" cy="5307609"/>
          </a:xfrm>
        </p:spPr>
        <p:txBody>
          <a:bodyPr/>
          <a:lstStyle>
            <a:lvl1pPr>
              <a:defRPr sz="2902"/>
            </a:lvl1pPr>
            <a:lvl2pPr>
              <a:defRPr sz="2539"/>
            </a:lvl2pPr>
            <a:lvl3pPr>
              <a:defRPr sz="2176"/>
            </a:lvl3pPr>
            <a:lvl4pPr>
              <a:defRPr sz="1814"/>
            </a:lvl4pPr>
            <a:lvl5pPr>
              <a:defRPr sz="1814"/>
            </a:lvl5pPr>
            <a:lvl6pPr>
              <a:defRPr sz="1814"/>
            </a:lvl6pPr>
            <a:lvl7pPr>
              <a:defRPr sz="1814"/>
            </a:lvl7pPr>
            <a:lvl8pPr>
              <a:defRPr sz="1814"/>
            </a:lvl8pPr>
            <a:lvl9pPr>
              <a:defRPr sz="181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3724" y="1301350"/>
            <a:ext cx="2788040" cy="4253861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054" y="4353189"/>
            <a:ext cx="5084678" cy="513919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61054" y="555665"/>
            <a:ext cx="5084678" cy="3731305"/>
          </a:xfrm>
        </p:spPr>
        <p:txBody>
          <a:bodyPr/>
          <a:lstStyle>
            <a:lvl1pPr marL="0" indent="0">
              <a:buNone/>
              <a:defRPr sz="2902"/>
            </a:lvl1pPr>
            <a:lvl2pPr marL="414589" indent="0">
              <a:buNone/>
              <a:defRPr sz="2539"/>
            </a:lvl2pPr>
            <a:lvl3pPr marL="829178" indent="0">
              <a:buNone/>
              <a:defRPr sz="2176"/>
            </a:lvl3pPr>
            <a:lvl4pPr marL="1243767" indent="0">
              <a:buNone/>
              <a:defRPr sz="1814"/>
            </a:lvl4pPr>
            <a:lvl5pPr marL="1658356" indent="0">
              <a:buNone/>
              <a:defRPr sz="1814"/>
            </a:lvl5pPr>
            <a:lvl6pPr marL="2072945" indent="0">
              <a:buNone/>
              <a:defRPr sz="1814"/>
            </a:lvl6pPr>
            <a:lvl7pPr marL="2487534" indent="0">
              <a:buNone/>
              <a:defRPr sz="1814"/>
            </a:lvl7pPr>
            <a:lvl8pPr marL="2902123" indent="0">
              <a:buNone/>
              <a:defRPr sz="1814"/>
            </a:lvl8pPr>
            <a:lvl9pPr marL="3316712" indent="0">
              <a:buNone/>
              <a:defRPr sz="181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61054" y="4867107"/>
            <a:ext cx="5084678" cy="729850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43986" y="249042"/>
            <a:ext cx="1906754" cy="53061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3723" y="249042"/>
            <a:ext cx="5579021" cy="53061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3723" y="249042"/>
            <a:ext cx="7627016" cy="10364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451063"/>
            <a:ext cx="7627016" cy="41041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3723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5441" y="5763945"/>
            <a:ext cx="2683580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73365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4589" rtl="0" eaLnBrk="1" latinLnBrk="0" hangingPunct="1">
        <a:spcBef>
          <a:spcPct val="0"/>
        </a:spcBef>
        <a:buNone/>
        <a:defRPr sz="3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0942" indent="-310942" algn="l" defTabSz="414589" rtl="0" eaLnBrk="1" latinLnBrk="0" hangingPunct="1">
        <a:spcBef>
          <a:spcPct val="20000"/>
        </a:spcBef>
        <a:buFont typeface="Arial"/>
        <a:buChar char="•"/>
        <a:defRPr sz="2902" kern="1200">
          <a:solidFill>
            <a:schemeClr val="tx1"/>
          </a:solidFill>
          <a:latin typeface="+mn-lt"/>
          <a:ea typeface="+mn-ea"/>
          <a:cs typeface="+mn-cs"/>
        </a:defRPr>
      </a:lvl1pPr>
      <a:lvl2pPr marL="673707" indent="-259118" algn="l" defTabSz="414589" rtl="0" eaLnBrk="1" latinLnBrk="0" hangingPunct="1">
        <a:spcBef>
          <a:spcPct val="20000"/>
        </a:spcBef>
        <a:buFont typeface="Arial"/>
        <a:buChar char="–"/>
        <a:defRPr sz="2539" kern="1200">
          <a:solidFill>
            <a:schemeClr val="tx1"/>
          </a:solidFill>
          <a:latin typeface="+mn-lt"/>
          <a:ea typeface="+mn-ea"/>
          <a:cs typeface="+mn-cs"/>
        </a:defRPr>
      </a:lvl2pPr>
      <a:lvl3pPr marL="1036472" indent="-207294" algn="l" defTabSz="414589" rtl="0" eaLnBrk="1" latinLnBrk="0" hangingPunct="1">
        <a:spcBef>
          <a:spcPct val="20000"/>
        </a:spcBef>
        <a:buFont typeface="Arial"/>
        <a:buChar char="•"/>
        <a:defRPr sz="2176" kern="1200">
          <a:solidFill>
            <a:schemeClr val="tx1"/>
          </a:solidFill>
          <a:latin typeface="+mn-lt"/>
          <a:ea typeface="+mn-ea"/>
          <a:cs typeface="+mn-cs"/>
        </a:defRPr>
      </a:lvl3pPr>
      <a:lvl4pPr marL="1451061" indent="-207294" algn="l" defTabSz="414589" rtl="0" eaLnBrk="1" latinLnBrk="0" hangingPunct="1">
        <a:spcBef>
          <a:spcPct val="20000"/>
        </a:spcBef>
        <a:buFont typeface="Arial"/>
        <a:buChar char="–"/>
        <a:defRPr sz="1814" kern="1200">
          <a:solidFill>
            <a:schemeClr val="tx1"/>
          </a:solidFill>
          <a:latin typeface="+mn-lt"/>
          <a:ea typeface="+mn-ea"/>
          <a:cs typeface="+mn-cs"/>
        </a:defRPr>
      </a:lvl4pPr>
      <a:lvl5pPr marL="1865650" indent="-207294" algn="l" defTabSz="414589" rtl="0" eaLnBrk="1" latinLnBrk="0" hangingPunct="1">
        <a:spcBef>
          <a:spcPct val="20000"/>
        </a:spcBef>
        <a:buFont typeface="Arial"/>
        <a:buChar char="»"/>
        <a:defRPr sz="1814" kern="1200">
          <a:solidFill>
            <a:schemeClr val="tx1"/>
          </a:solidFill>
          <a:latin typeface="+mn-lt"/>
          <a:ea typeface="+mn-ea"/>
          <a:cs typeface="+mn-cs"/>
        </a:defRPr>
      </a:lvl5pPr>
      <a:lvl6pPr marL="2280239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6pPr>
      <a:lvl7pPr marL="2694828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7pPr>
      <a:lvl8pPr marL="3109417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8pPr>
      <a:lvl9pPr marL="3524006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1pPr>
      <a:lvl2pPr marL="414589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2pPr>
      <a:lvl3pPr marL="829178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3pPr>
      <a:lvl4pPr marL="1243767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4pPr>
      <a:lvl5pPr marL="1658356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5pPr>
      <a:lvl6pPr marL="2072945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6pPr>
      <a:lvl7pPr marL="2487534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7pPr>
      <a:lvl8pPr marL="2902123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8pPr>
      <a:lvl9pPr marL="3316712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PARTICIPANTS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0526050"/>
              </p:ext>
            </p:extLst>
          </p:nvPr>
        </p:nvGraphicFramePr>
        <p:xfrm>
          <a:off x="176286" y="741861"/>
          <a:ext cx="9553428" cy="51054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592238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J1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J2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1057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CONVOCATIONS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362334"/>
              </p:ext>
            </p:extLst>
          </p:nvPr>
        </p:nvGraphicFramePr>
        <p:xfrm>
          <a:off x="1137554" y="859804"/>
          <a:ext cx="7498268" cy="587486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501303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996965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{{CONV_NOMS}}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{{CONV_HORAIRE}}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7148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5600" y="702185"/>
            <a:ext cx="11364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{{H1_CODE}}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27342" y="702185"/>
            <a:ext cx="27796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{{H1_TERRAIN}}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688091" y="702185"/>
            <a:ext cx="1414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9200" y="1046045"/>
            <a:ext cx="2736000" cy="24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49200" y="14642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{{H1_EQ2}}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06A5D020-E631-D848-843A-350DB93F6C9D}"/>
              </a:ext>
            </a:extLst>
          </p:cNvPr>
          <p:cNvGrpSpPr/>
          <p:nvPr/>
        </p:nvGrpSpPr>
        <p:grpSpPr>
          <a:xfrm>
            <a:off x="3106994" y="1366279"/>
            <a:ext cx="460743" cy="1572640"/>
            <a:chOff x="3106994" y="4308380"/>
            <a:chExt cx="460743" cy="1572640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16E313C-B7C7-7244-A551-0549310D34D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02683265-9266-B84C-8BEA-54CF85FF8259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0E54234-D279-3244-9054-CEABBA6F0C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EDA922D6-B6D0-FC43-8867-DCF0EAFEB1BD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45600" y="2271000"/>
            <a:ext cx="1051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{{H2_CODE}}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6471" y="2271000"/>
            <a:ext cx="27568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895869" y="2271000"/>
            <a:ext cx="12065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49200" y="260944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{{H2_EQ1}}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49200" y="303307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{{H2_EQ2}}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45600" y="3847463"/>
            <a:ext cx="10426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{{H3_CODE}}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45600" y="3847463"/>
            <a:ext cx="27568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{{H3_TERRAIN}}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981688" y="3847463"/>
            <a:ext cx="11207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49200" y="418591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{{H3_EQ1}}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49200" y="460953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{{H3_EQ2}}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EC0BDF-4FD8-1245-B37D-A1657EFB6E08}"/>
              </a:ext>
            </a:extLst>
          </p:cNvPr>
          <p:cNvGrpSpPr/>
          <p:nvPr/>
        </p:nvGrpSpPr>
        <p:grpSpPr>
          <a:xfrm>
            <a:off x="3102430" y="4515272"/>
            <a:ext cx="460743" cy="1572640"/>
            <a:chOff x="3106994" y="4308380"/>
            <a:chExt cx="460743" cy="1572640"/>
          </a:xfrm>
        </p:grpSpPr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EB5C8204-FC14-FE45-9C99-674A1524C25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36D666EE-D2FC-0C48-A064-CBC5C199414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E2149F88-8679-4249-BC98-E186FC189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B616E7C2-6DEE-4C45-8024-5F4F5DDC708A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45600" y="5431356"/>
            <a:ext cx="10426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{{H4_CODE}}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6" y="5431356"/>
            <a:ext cx="2760299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895869" y="5431356"/>
            <a:ext cx="12019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49200" y="576980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{{H4_EQ1}}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49200" y="61934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600" y="1446132"/>
            <a:ext cx="10246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8612" y="1446132"/>
            <a:ext cx="27796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{{Q1_TERRAIN}}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217522" y="1446132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7600" y="4589655"/>
            <a:ext cx="10246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{{Q2_CODE}}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964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17522" y="4589655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25600" y="5300551"/>
            <a:ext cx="10377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34249" y="5300551"/>
            <a:ext cx="27705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477115" y="5300551"/>
            <a:ext cx="11276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{{F_HEURE}}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{{WIN_D1}}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{{WIN_D2}}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TABLEAU PRINCIPAL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5600" y="3063383"/>
            <a:ext cx="1069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18201" y="3063383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93648" y="3063383"/>
            <a:ext cx="11996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eur droit 136">
            <a:extLst>
              <a:ext uri="{FF2B5EF4-FFF2-40B4-BE49-F238E27FC236}">
                <a16:creationId xmlns:a16="http://schemas.microsoft.com/office/drawing/2014/main" id="{90ADDFC9-68B3-8A49-B1C4-09DBFE7CDDC1}"/>
              </a:ext>
            </a:extLst>
          </p:cNvPr>
          <p:cNvCxnSpPr>
            <a:cxnSpLocks/>
          </p:cNvCxnSpPr>
          <p:nvPr/>
        </p:nvCxnSpPr>
        <p:spPr>
          <a:xfrm>
            <a:off x="8161200" y="4411513"/>
            <a:ext cx="0" cy="88200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eur droit 137">
            <a:extLst>
              <a:ext uri="{FF2B5EF4-FFF2-40B4-BE49-F238E27FC236}">
                <a16:creationId xmlns:a16="http://schemas.microsoft.com/office/drawing/2014/main" id="{4C476156-034F-8749-96E0-EB1D8CE98313}"/>
              </a:ext>
            </a:extLst>
          </p:cNvPr>
          <p:cNvCxnSpPr>
            <a:cxnSpLocks/>
          </p:cNvCxnSpPr>
          <p:nvPr/>
        </p:nvCxnSpPr>
        <p:spPr>
          <a:xfrm flipV="1">
            <a:off x="8161200" y="6642099"/>
            <a:ext cx="0" cy="21600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9710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5599" y="212315"/>
            <a:ext cx="10199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{{H5_CODE}}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45599" y="212315"/>
            <a:ext cx="27522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{{H5_TERRAIN}}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872533" y="212315"/>
            <a:ext cx="1230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76470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29162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19895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9200" y="55076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49200" y="97439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{{H5_EQ2}}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77255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20458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916E313C-B7C7-7244-A551-0549310D34D2}"/>
              </a:ext>
            </a:extLst>
          </p:cNvPr>
          <p:cNvCxnSpPr>
            <a:cxnSpLocks/>
          </p:cNvCxnSpPr>
          <p:nvPr/>
        </p:nvCxnSpPr>
        <p:spPr>
          <a:xfrm>
            <a:off x="3106994" y="876409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02683265-9266-B84C-8BEA-54CF85FF8259}"/>
              </a:ext>
            </a:extLst>
          </p:cNvPr>
          <p:cNvCxnSpPr>
            <a:cxnSpLocks/>
          </p:cNvCxnSpPr>
          <p:nvPr/>
        </p:nvCxnSpPr>
        <p:spPr>
          <a:xfrm>
            <a:off x="3106994" y="2449048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0E54234-D279-3244-9054-CEABBA6F0C92}"/>
              </a:ext>
            </a:extLst>
          </p:cNvPr>
          <p:cNvCxnSpPr>
            <a:cxnSpLocks/>
          </p:cNvCxnSpPr>
          <p:nvPr/>
        </p:nvCxnSpPr>
        <p:spPr>
          <a:xfrm flipV="1">
            <a:off x="3342397" y="876409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EDA922D6-B6D0-FC43-8867-DCF0EAFEB1BD}"/>
              </a:ext>
            </a:extLst>
          </p:cNvPr>
          <p:cNvCxnSpPr>
            <a:cxnSpLocks/>
          </p:cNvCxnSpPr>
          <p:nvPr/>
        </p:nvCxnSpPr>
        <p:spPr>
          <a:xfrm>
            <a:off x="3342397" y="1622534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45600" y="1781130"/>
            <a:ext cx="10153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{{H6_CODE}}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45599" y="1781130"/>
            <a:ext cx="27477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980209" y="1781130"/>
            <a:ext cx="11222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33352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286044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176777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49200" y="211957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{{H6_EQ1}}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49200" y="254320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{{H6_EQ2}}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34137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27733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45600" y="3357593"/>
            <a:ext cx="10153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{{H7_CODE}}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45599" y="3357593"/>
            <a:ext cx="27568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{{H7_TERRAIN}}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872532" y="3357593"/>
            <a:ext cx="12298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390998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43690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34423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360690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44104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49200" y="3707438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{{H7_EQ1}}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49200" y="411966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{{H7_EQ2}}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391783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34986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EB5C8204-FC14-FE45-9C99-674A1524C257}"/>
              </a:ext>
            </a:extLst>
          </p:cNvPr>
          <p:cNvCxnSpPr>
            <a:cxnSpLocks/>
          </p:cNvCxnSpPr>
          <p:nvPr/>
        </p:nvCxnSpPr>
        <p:spPr>
          <a:xfrm>
            <a:off x="3102430" y="4025402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36D666EE-D2FC-0C48-A064-CBC5C199414E}"/>
              </a:ext>
            </a:extLst>
          </p:cNvPr>
          <p:cNvCxnSpPr>
            <a:cxnSpLocks/>
          </p:cNvCxnSpPr>
          <p:nvPr/>
        </p:nvCxnSpPr>
        <p:spPr>
          <a:xfrm>
            <a:off x="3102430" y="5598041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E2149F88-8679-4249-BC98-E186FC189F17}"/>
              </a:ext>
            </a:extLst>
          </p:cNvPr>
          <p:cNvCxnSpPr>
            <a:cxnSpLocks/>
          </p:cNvCxnSpPr>
          <p:nvPr/>
        </p:nvCxnSpPr>
        <p:spPr>
          <a:xfrm flipV="1">
            <a:off x="3337833" y="4025402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B616E7C2-6DEE-4C45-8024-5F4F5DDC708A}"/>
              </a:ext>
            </a:extLst>
          </p:cNvPr>
          <p:cNvCxnSpPr>
            <a:cxnSpLocks/>
          </p:cNvCxnSpPr>
          <p:nvPr/>
        </p:nvCxnSpPr>
        <p:spPr>
          <a:xfrm>
            <a:off x="3337833" y="4771527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45600" y="4941486"/>
            <a:ext cx="10107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{{H8_CODE}}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6" y="4941486"/>
            <a:ext cx="2770523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971540" y="4941486"/>
            <a:ext cx="11263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49387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02080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492812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49200" y="527993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{{H8_EQ1}}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49200" y="570356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50172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593375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600" y="956262"/>
            <a:ext cx="10246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3" y="956262"/>
            <a:ext cx="27705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{{Q3_TERRAIN}}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169898" y="956262"/>
            <a:ext cx="11638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50865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03557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94290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698051" y="129470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{{WIN_H5}}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698051" y="171833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H6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151650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19485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7600" y="4099785"/>
            <a:ext cx="10246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{{Q4_CODE}}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67601" y="4099785"/>
            <a:ext cx="27660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17522" y="4099785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46521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1790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08642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34910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18323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4382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H7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48618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H8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46600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0920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172509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477158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172509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24143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25600" y="5297796"/>
            <a:ext cx="1037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38813" y="5297796"/>
            <a:ext cx="27659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496703" y="5297796"/>
            <a:ext cx="11080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{{PF_HEURE}}</a:t>
            </a:r>
          </a:p>
          <a:p>
            <a:pPr algn="r"/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018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711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4437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6243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59872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5803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006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5600" y="2573513"/>
            <a:ext cx="10262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34249" y="2573513"/>
            <a:ext cx="27590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513223" y="2573513"/>
            <a:ext cx="10800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12590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365282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256015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291196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Q3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33558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Q4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13375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356578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eur droit 136">
            <a:extLst>
              <a:ext uri="{FF2B5EF4-FFF2-40B4-BE49-F238E27FC236}">
                <a16:creationId xmlns:a16="http://schemas.microsoft.com/office/drawing/2014/main" id="{78C47B13-87DA-A148-B71C-CED01D171CDC}"/>
              </a:ext>
            </a:extLst>
          </p:cNvPr>
          <p:cNvCxnSpPr>
            <a:cxnSpLocks/>
          </p:cNvCxnSpPr>
          <p:nvPr/>
        </p:nvCxnSpPr>
        <p:spPr>
          <a:xfrm flipV="1">
            <a:off x="8161200" y="0"/>
            <a:ext cx="0" cy="2556000"/>
          </a:xfrm>
          <a:prstGeom prst="line">
            <a:avLst/>
          </a:prstGeom>
          <a:ln w="9525">
            <a:solidFill>
              <a:schemeClr val="tx1"/>
            </a:solidFill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7843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71000" y="1446132"/>
            <a:ext cx="12846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6" y="1446132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995123" y="1446132"/>
            <a:ext cx="13385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77926" y="4589655"/>
            <a:ext cx="12777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{{C5_8_2_CODE}}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953000" y="4589655"/>
            <a:ext cx="1380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221496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526145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221496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73130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20313" y="3077888"/>
            <a:ext cx="1133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28655" y="3077888"/>
            <a:ext cx="27306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848552" y="3077888"/>
            <a:ext cx="12344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2808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{{LOSE_C5_8_1}}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2808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{{LOSE_C5_8_2}}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5-8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07718" y="3063383"/>
            <a:ext cx="1151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7440224" y="3063383"/>
            <a:ext cx="14147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42883" y="3063383"/>
            <a:ext cx="12344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{{WIN_C5_8_1}}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{{WIN_C5_8_2}}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eur droit 154">
            <a:extLst>
              <a:ext uri="{FF2B5EF4-FFF2-40B4-BE49-F238E27FC236}">
                <a16:creationId xmlns:a16="http://schemas.microsoft.com/office/drawing/2014/main" id="{FC08E550-265D-B148-A192-46B5AD06923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299228" y="5261780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eur droit 155">
            <a:extLst>
              <a:ext uri="{FF2B5EF4-FFF2-40B4-BE49-F238E27FC236}">
                <a16:creationId xmlns:a16="http://schemas.microsoft.com/office/drawing/2014/main" id="{49EA6DB5-9745-4942-8C78-8B8DAAF9CF09}"/>
              </a:ext>
            </a:extLst>
          </p:cNvPr>
          <p:cNvCxnSpPr>
            <a:cxnSpLocks/>
          </p:cNvCxnSpPr>
          <p:nvPr/>
        </p:nvCxnSpPr>
        <p:spPr>
          <a:xfrm rot="10800000">
            <a:off x="3303793" y="2215654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eur droit 156">
            <a:extLst>
              <a:ext uri="{FF2B5EF4-FFF2-40B4-BE49-F238E27FC236}">
                <a16:creationId xmlns:a16="http://schemas.microsoft.com/office/drawing/2014/main" id="{EFF62FA7-9260-324C-B8FE-2D2B7DCC3AB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03793" y="2215710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eur droit 157">
            <a:extLst>
              <a:ext uri="{FF2B5EF4-FFF2-40B4-BE49-F238E27FC236}">
                <a16:creationId xmlns:a16="http://schemas.microsoft.com/office/drawing/2014/main" id="{64F6EADD-B1AD-5544-BCA9-43AD505B75A3}"/>
              </a:ext>
            </a:extLst>
          </p:cNvPr>
          <p:cNvCxnSpPr>
            <a:cxnSpLocks/>
          </p:cNvCxnSpPr>
          <p:nvPr/>
        </p:nvCxnSpPr>
        <p:spPr>
          <a:xfrm rot="10800000">
            <a:off x="3078453" y="3745806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ZoneTexte 158">
            <a:extLst>
              <a:ext uri="{FF2B5EF4-FFF2-40B4-BE49-F238E27FC236}">
                <a16:creationId xmlns:a16="http://schemas.microsoft.com/office/drawing/2014/main" id="{E3E93809-2DF2-144C-B3CD-C3D80F100F34}"/>
              </a:ext>
            </a:extLst>
          </p:cNvPr>
          <p:cNvSpPr txBox="1"/>
          <p:nvPr/>
        </p:nvSpPr>
        <p:spPr>
          <a:xfrm>
            <a:off x="-21446" y="2675947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7-8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7F22173B-2EC3-D54D-BC73-CD5D8F856F9C}"/>
              </a:ext>
            </a:extLst>
          </p:cNvPr>
          <p:cNvSpPr txBox="1"/>
          <p:nvPr/>
        </p:nvSpPr>
        <p:spPr>
          <a:xfrm>
            <a:off x="6472885" y="267393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5-6</a:t>
            </a:r>
          </a:p>
        </p:txBody>
      </p:sp>
    </p:spTree>
    <p:extLst>
      <p:ext uri="{BB962C8B-B14F-4D97-AF65-F5344CB8AC3E}">
        <p14:creationId xmlns:p14="http://schemas.microsoft.com/office/powerpoint/2010/main" val="4096392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5600" y="702185"/>
            <a:ext cx="13770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{{C9_16_1_CODE}}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36470" y="702185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{{C9_16_1_TERRAIN}}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688091" y="702185"/>
            <a:ext cx="1414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02400" y="10406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02400" y="14642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06A5D020-E631-D848-843A-350DB93F6C9D}"/>
              </a:ext>
            </a:extLst>
          </p:cNvPr>
          <p:cNvGrpSpPr/>
          <p:nvPr/>
        </p:nvGrpSpPr>
        <p:grpSpPr>
          <a:xfrm>
            <a:off x="3106994" y="1366279"/>
            <a:ext cx="460743" cy="1572640"/>
            <a:chOff x="3106994" y="4308380"/>
            <a:chExt cx="460743" cy="1572640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16E313C-B7C7-7244-A551-0549310D34D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02683265-9266-B84C-8BEA-54CF85FF8259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0E54234-D279-3244-9054-CEABBA6F0C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EDA922D6-B6D0-FC43-8867-DCF0EAFEB1BD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45600" y="2271000"/>
            <a:ext cx="13770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{{C9_16_2_CODE}}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6470" y="2271000"/>
            <a:ext cx="27659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687637" y="2271000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02400" y="260944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{{LOSE_H3}}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02400" y="3033076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{{LOSE_H4}}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45600" y="3847463"/>
            <a:ext cx="13770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{{C9_16_3_CODE}}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36470" y="3847463"/>
            <a:ext cx="2761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{{C9_16_3_TERRAIN}}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687637" y="3847463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02400" y="418591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{{LOSE_H5}}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02400" y="460953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{{LOSE_H6}}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EC0BDF-4FD8-1245-B37D-A1657EFB6E08}"/>
              </a:ext>
            </a:extLst>
          </p:cNvPr>
          <p:cNvGrpSpPr/>
          <p:nvPr/>
        </p:nvGrpSpPr>
        <p:grpSpPr>
          <a:xfrm>
            <a:off x="3102430" y="4515272"/>
            <a:ext cx="460743" cy="1572640"/>
            <a:chOff x="3106994" y="4308380"/>
            <a:chExt cx="460743" cy="1572640"/>
          </a:xfrm>
        </p:grpSpPr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EB5C8204-FC14-FE45-9C99-674A1524C25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36D666EE-D2FC-0C48-A064-CBC5C199414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E2149F88-8679-4249-BC98-E186FC189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B616E7C2-6DEE-4C45-8024-5F4F5DDC708A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45600" y="5431356"/>
            <a:ext cx="13770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{{C9_16_4_CODE}}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22779" y="5431356"/>
            <a:ext cx="27796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{{C9_16_4_TERRAIN}}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683073" y="5431356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02400" y="5769803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{{LOSE_H7}}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02400" y="61934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{{LOSE_H8}}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600" y="1446132"/>
            <a:ext cx="1381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3" y="1446132"/>
            <a:ext cx="27705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{{C9_12_1_TERRAIN}}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918907" y="1446132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7600" y="4589655"/>
            <a:ext cx="14147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{{C9_12_2_CODE}}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67600" y="4589655"/>
            <a:ext cx="27660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70451" y="4589655"/>
            <a:ext cx="14632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25600" y="5300551"/>
            <a:ext cx="1301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38812" y="5300551"/>
            <a:ext cx="276596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222927" y="5300551"/>
            <a:ext cx="13818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{{C11_12_HEURE}}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{{LOSE_C9_12_1}}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{{LOSE_C9_12_2}}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9-12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5600" y="3063383"/>
            <a:ext cx="1213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22765" y="3063383"/>
            <a:ext cx="27705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05800" y="3063383"/>
            <a:ext cx="12874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{{WIN_C9_12_1}}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{{WIN_C9_12_2}}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ZoneTexte 138">
            <a:extLst>
              <a:ext uri="{FF2B5EF4-FFF2-40B4-BE49-F238E27FC236}">
                <a16:creationId xmlns:a16="http://schemas.microsoft.com/office/drawing/2014/main" id="{210AB74D-02E2-8C44-8787-93CF3BCF3D9C}"/>
              </a:ext>
            </a:extLst>
          </p:cNvPr>
          <p:cNvSpPr txBox="1"/>
          <p:nvPr/>
        </p:nvSpPr>
        <p:spPr>
          <a:xfrm>
            <a:off x="6500313" y="266224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9-10</a:t>
            </a:r>
          </a:p>
        </p:txBody>
      </p:sp>
      <p:sp>
        <p:nvSpPr>
          <p:cNvPr id="145" name="ZoneTexte 144">
            <a:extLst>
              <a:ext uri="{FF2B5EF4-FFF2-40B4-BE49-F238E27FC236}">
                <a16:creationId xmlns:a16="http://schemas.microsoft.com/office/drawing/2014/main" id="{445C2159-329C-3D4C-B6CA-63384BC6CD65}"/>
              </a:ext>
            </a:extLst>
          </p:cNvPr>
          <p:cNvSpPr txBox="1"/>
          <p:nvPr/>
        </p:nvSpPr>
        <p:spPr>
          <a:xfrm>
            <a:off x="6516487" y="4945071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11-12</a:t>
            </a:r>
          </a:p>
        </p:txBody>
      </p:sp>
    </p:spTree>
    <p:extLst>
      <p:ext uri="{BB962C8B-B14F-4D97-AF65-F5344CB8AC3E}">
        <p14:creationId xmlns:p14="http://schemas.microsoft.com/office/powerpoint/2010/main" val="2754628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599" y="1446132"/>
            <a:ext cx="14658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8866" y="1446132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838700" y="1446132"/>
            <a:ext cx="1495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7600" y="4589655"/>
            <a:ext cx="14658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{{C13_16_2_CODE}}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67599" y="4589655"/>
            <a:ext cx="27617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38700" y="4589655"/>
            <a:ext cx="1495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45600" y="3077888"/>
            <a:ext cx="13758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{{C15_16_CODE}}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07926" y="3077888"/>
            <a:ext cx="277508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{{C15_16_TERRAIN}}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720997" y="3077888"/>
            <a:ext cx="13620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{{C15_16_HEURE}}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3024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{{LOSE_C13_16_1}}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3024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{{LOSE_C13_16_2}}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13-16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5600" y="3063383"/>
            <a:ext cx="13594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{{C13_14_CODE}}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03572" y="3063383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162552" y="3063383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{{C13_14_HEURE}}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{{WIN_C13_16_1}}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C13_16</a:t>
            </a:r>
            <a:r>
              <a:rPr lang="fr-FR" sz="800" dirty="0"/>
              <a:t>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4" name="Groupe 153">
            <a:extLst>
              <a:ext uri="{FF2B5EF4-FFF2-40B4-BE49-F238E27FC236}">
                <a16:creationId xmlns:a16="http://schemas.microsoft.com/office/drawing/2014/main" id="{663EBACE-D0FB-8E43-9D99-3D87DCAF21E0}"/>
              </a:ext>
            </a:extLst>
          </p:cNvPr>
          <p:cNvGrpSpPr/>
          <p:nvPr/>
        </p:nvGrpSpPr>
        <p:grpSpPr>
          <a:xfrm rot="10800000">
            <a:off x="3078453" y="2215654"/>
            <a:ext cx="469872" cy="3046488"/>
            <a:chOff x="6333698" y="2051381"/>
            <a:chExt cx="469872" cy="3046488"/>
          </a:xfrm>
        </p:grpSpPr>
        <p:cxnSp>
          <p:nvCxnSpPr>
            <p:cNvPr id="155" name="Connecteur droit 154">
              <a:extLst>
                <a:ext uri="{FF2B5EF4-FFF2-40B4-BE49-F238E27FC236}">
                  <a16:creationId xmlns:a16="http://schemas.microsoft.com/office/drawing/2014/main" id="{FC08E550-265D-B148-A192-46B5AD0692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cteur droit 155">
              <a:extLst>
                <a:ext uri="{FF2B5EF4-FFF2-40B4-BE49-F238E27FC236}">
                  <a16:creationId xmlns:a16="http://schemas.microsoft.com/office/drawing/2014/main" id="{49EA6DB5-9745-4942-8C78-8B8DAAF9CF09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cteur droit 156">
              <a:extLst>
                <a:ext uri="{FF2B5EF4-FFF2-40B4-BE49-F238E27FC236}">
                  <a16:creationId xmlns:a16="http://schemas.microsoft.com/office/drawing/2014/main" id="{EFF62FA7-9260-324C-B8FE-2D2B7DCC3A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cteur droit 157">
              <a:extLst>
                <a:ext uri="{FF2B5EF4-FFF2-40B4-BE49-F238E27FC236}">
                  <a16:creationId xmlns:a16="http://schemas.microsoft.com/office/drawing/2014/main" id="{64F6EADD-B1AD-5544-BCA9-43AD505B75A3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9" name="ZoneTexte 158">
            <a:extLst>
              <a:ext uri="{FF2B5EF4-FFF2-40B4-BE49-F238E27FC236}">
                <a16:creationId xmlns:a16="http://schemas.microsoft.com/office/drawing/2014/main" id="{E3E93809-2DF2-144C-B3CD-C3D80F100F34}"/>
              </a:ext>
            </a:extLst>
          </p:cNvPr>
          <p:cNvSpPr txBox="1"/>
          <p:nvPr/>
        </p:nvSpPr>
        <p:spPr>
          <a:xfrm>
            <a:off x="-21446" y="2675947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15-16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7F22173B-2EC3-D54D-BC73-CD5D8F856F9C}"/>
              </a:ext>
            </a:extLst>
          </p:cNvPr>
          <p:cNvSpPr txBox="1"/>
          <p:nvPr/>
        </p:nvSpPr>
        <p:spPr>
          <a:xfrm>
            <a:off x="6472885" y="267393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13-14</a:t>
            </a:r>
          </a:p>
        </p:txBody>
      </p:sp>
    </p:spTree>
    <p:extLst>
      <p:ext uri="{BB962C8B-B14F-4D97-AF65-F5344CB8AC3E}">
        <p14:creationId xmlns:p14="http://schemas.microsoft.com/office/powerpoint/2010/main" val="2870948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 1/2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2671647"/>
              </p:ext>
            </p:extLst>
          </p:nvPr>
        </p:nvGraphicFramePr>
        <p:xfrm>
          <a:off x="154982" y="685893"/>
          <a:ext cx="9608952" cy="4993631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93743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945902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58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710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 2/2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634266"/>
              </p:ext>
            </p:extLst>
          </p:nvPr>
        </p:nvGraphicFramePr>
        <p:xfrm>
          <a:off x="154982" y="685903"/>
          <a:ext cx="9608952" cy="4993631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93743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{{PL19_EQ2}}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{{PL29_EQ2}}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945902"/>
                  </a:ext>
                </a:extLst>
              </a:tr>
              <a:tr h="293743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{{PL32_EQ2}}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58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0549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FINAL / POINTS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611381"/>
              </p:ext>
            </p:extLst>
          </p:nvPr>
        </p:nvGraphicFramePr>
        <p:xfrm>
          <a:off x="154982" y="964195"/>
          <a:ext cx="9546957" cy="48463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472340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5712480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362137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🥇</a:t>
                      </a: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1 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322995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🥈</a:t>
                      </a: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2 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077651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🥉</a:t>
                      </a: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3 </a:t>
                      </a:r>
                      <a:r>
                        <a:rPr lang="fr-FR" sz="1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🥉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880698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426066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1606597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{{PTS6}}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573982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{{PTS7}}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6569538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{{PTS8}}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3441322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{{PTS9}}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1889074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{{PTS10}}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7624252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3445424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927707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3476191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911877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7185633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{{PTS16}}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8951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8491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2462</TotalTime>
  <Words>1961</Words>
  <Application>Microsoft Macintosh PowerPoint</Application>
  <PresentationFormat>Format A4 (210 x 297 mm)</PresentationFormat>
  <Paragraphs>522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Noto Sans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Rémi Di Francia</cp:lastModifiedBy>
  <cp:revision>51</cp:revision>
  <dcterms:created xsi:type="dcterms:W3CDTF">2013-01-27T09:14:16Z</dcterms:created>
  <dcterms:modified xsi:type="dcterms:W3CDTF">2026-06-29T20:25:56Z</dcterms:modified>
  <cp:category/>
</cp:coreProperties>
</file>