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9" r:id="rId2"/>
    <p:sldId id="264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663792"/>
              </p:ext>
            </p:extLst>
          </p:nvPr>
        </p:nvGraphicFramePr>
        <p:xfrm>
          <a:off x="163773" y="1227666"/>
          <a:ext cx="9553428" cy="58748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943729"/>
              </p:ext>
            </p:extLst>
          </p:nvPr>
        </p:nvGraphicFramePr>
        <p:xfrm>
          <a:off x="1137554" y="859804"/>
          <a:ext cx="7498268" cy="58748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887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37365" y="702185"/>
            <a:ext cx="1059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90816" y="702185"/>
            <a:ext cx="1111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3662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9389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3662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21124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9728" y="2271000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1688" y="2271000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9730" y="3847463"/>
            <a:ext cx="102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1" y="3847463"/>
            <a:ext cx="2756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90816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5152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60879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5152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52613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167" y="5431356"/>
            <a:ext cx="10212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7365" y="5431356"/>
            <a:ext cx="2754841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9798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0998" y="1446132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0999" y="4589655"/>
            <a:ext cx="10212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81568" y="4589655"/>
            <a:ext cx="27599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58965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147" y="5300551"/>
            <a:ext cx="1028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7467652" y="5300551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5807" y="5300551"/>
            <a:ext cx="1108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590" y="3063383"/>
            <a:ext cx="94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4943" y="3063383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77115" y="3063383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843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99228" y="526178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3793" y="2215654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672661"/>
              </p:ext>
            </p:extLst>
          </p:nvPr>
        </p:nvGraphicFramePr>
        <p:xfrm>
          <a:off x="154982" y="964195"/>
          <a:ext cx="9608952" cy="395134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509944"/>
              </p:ext>
            </p:extLst>
          </p:nvPr>
        </p:nvGraphicFramePr>
        <p:xfrm>
          <a:off x="154982" y="964195"/>
          <a:ext cx="9546957" cy="334432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4421</TotalTime>
  <Words>798</Words>
  <Application>Microsoft Macintosh PowerPoint</Application>
  <PresentationFormat>Format A4 (210 x 297 mm)</PresentationFormat>
  <Paragraphs>223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31</cp:revision>
  <dcterms:created xsi:type="dcterms:W3CDTF">2013-01-27T09:14:16Z</dcterms:created>
  <dcterms:modified xsi:type="dcterms:W3CDTF">2026-06-26T09:59:15Z</dcterms:modified>
  <cp:category/>
</cp:coreProperties>
</file>