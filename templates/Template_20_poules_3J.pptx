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64" r:id="rId3"/>
    <p:sldId id="267" r:id="rId4"/>
    <p:sldId id="271" r:id="rId5"/>
    <p:sldId id="272" r:id="rId6"/>
    <p:sldId id="273" r:id="rId7"/>
    <p:sldId id="274" r:id="rId8"/>
    <p:sldId id="278" r:id="rId9"/>
    <p:sldId id="261" r:id="rId10"/>
    <p:sldId id="270" r:id="rId11"/>
    <p:sldId id="277" r:id="rId12"/>
    <p:sldId id="276" r:id="rId13"/>
    <p:sldId id="263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31415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524807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1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54928"/>
              </p:ext>
            </p:extLst>
          </p:nvPr>
        </p:nvGraphicFramePr>
        <p:xfrm>
          <a:off x="5008060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91239"/>
              </p:ext>
            </p:extLst>
          </p:nvPr>
        </p:nvGraphicFramePr>
        <p:xfrm>
          <a:off x="1238173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6733"/>
              </p:ext>
            </p:extLst>
          </p:nvPr>
        </p:nvGraphicFramePr>
        <p:xfrm>
          <a:off x="5008060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62129"/>
              </p:ext>
            </p:extLst>
          </p:nvPr>
        </p:nvGraphicFramePr>
        <p:xfrm>
          <a:off x="1238172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625191"/>
              </p:ext>
            </p:extLst>
          </p:nvPr>
        </p:nvGraphicFramePr>
        <p:xfrm>
          <a:off x="3128742" y="1177426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608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17508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15245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407335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08000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60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60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60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60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95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141559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17772"/>
              </p:ext>
            </p:extLst>
          </p:nvPr>
        </p:nvGraphicFramePr>
        <p:xfrm>
          <a:off x="154982" y="685903"/>
          <a:ext cx="9608952" cy="358333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MATCHS JOUR 2</a:t>
            </a:r>
            <a:endParaRPr lang="fr-FR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322950"/>
              </p:ext>
            </p:extLst>
          </p:nvPr>
        </p:nvGraphicFramePr>
        <p:xfrm>
          <a:off x="154982" y="685903"/>
          <a:ext cx="9608952" cy="358333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37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56047"/>
              </p:ext>
            </p:extLst>
          </p:nvPr>
        </p:nvGraphicFramePr>
        <p:xfrm>
          <a:off x="154982" y="685903"/>
          <a:ext cx="9608952" cy="358333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98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269003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</TotalTime>
  <Words>3292</Words>
  <Application>Microsoft Macintosh PowerPoint</Application>
  <PresentationFormat>Format A4 (210 x 297 mm)</PresentationFormat>
  <Paragraphs>660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88</cp:revision>
  <dcterms:created xsi:type="dcterms:W3CDTF">2013-01-27T09:14:16Z</dcterms:created>
  <dcterms:modified xsi:type="dcterms:W3CDTF">2026-06-26T13:11:24Z</dcterms:modified>
  <cp:category/>
</cp:coreProperties>
</file>