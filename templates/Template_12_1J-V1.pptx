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9" r:id="rId2"/>
    <p:sldId id="271" r:id="rId3"/>
    <p:sldId id="276" r:id="rId4"/>
    <p:sldId id="278" r:id="rId5"/>
    <p:sldId id="277" r:id="rId6"/>
    <p:sldId id="275" r:id="rId7"/>
    <p:sldId id="274" r:id="rId8"/>
    <p:sldId id="273" r:id="rId9"/>
    <p:sldId id="272" r:id="rId10"/>
    <p:sldId id="270" r:id="rId11"/>
    <p:sldId id="269" r:id="rId12"/>
    <p:sldId id="264" r:id="rId13"/>
    <p:sldId id="266" r:id="rId14"/>
    <p:sldId id="261" r:id="rId15"/>
    <p:sldId id="268" r:id="rId16"/>
    <p:sldId id="267" r:id="rId17"/>
    <p:sldId id="263" r:id="rId18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94"/>
  </p:normalViewPr>
  <p:slideViewPr>
    <p:cSldViewPr snapToGrid="0" snapToObjects="1">
      <p:cViewPr>
        <p:scale>
          <a:sx n="121" d="100"/>
          <a:sy n="121" d="100"/>
        </p:scale>
        <p:origin x="168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1945312" y="67410"/>
            <a:ext cx="5917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C00000"/>
                </a:solidFill>
                <a:latin typeface="Apocalypse Grunge" panose="020006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  <a:endParaRPr lang="fr-FR" sz="4800" dirty="0">
              <a:solidFill>
                <a:srgbClr val="C00000"/>
              </a:solidFill>
              <a:latin typeface="Apocalypse Grunge" panose="020006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65796"/>
              </p:ext>
            </p:extLst>
          </p:nvPr>
        </p:nvGraphicFramePr>
        <p:xfrm>
          <a:off x="163773" y="1227666"/>
          <a:ext cx="9553428" cy="11749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J1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J1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J2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J2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POIDS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Poids 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5246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149801"/>
                  </a:ext>
                </a:extLst>
              </a:tr>
            </a:tbl>
          </a:graphicData>
        </a:graphic>
      </p:graphicFrame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A07782CB-CDF9-D745-9807-531FCA172690}"/>
              </a:ext>
            </a:extLst>
          </p:cNvPr>
          <p:cNvCxnSpPr>
            <a:cxnSpLocks/>
          </p:cNvCxnSpPr>
          <p:nvPr/>
        </p:nvCxnSpPr>
        <p:spPr>
          <a:xfrm>
            <a:off x="0" y="642072"/>
            <a:ext cx="9947897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80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994338" y="3444076"/>
            <a:ext cx="5917324" cy="2290977"/>
            <a:chOff x="1994338" y="3527534"/>
            <a:chExt cx="5917324" cy="229097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10" name="Graphique 9" descr="Groupe d’hommes contour">
              <a:extLst>
                <a:ext uri="{FF2B5EF4-FFF2-40B4-BE49-F238E27FC236}">
                  <a16:creationId xmlns:a16="http://schemas.microsoft.com/office/drawing/2014/main" id="{8F40B2A8-42BD-4244-90CA-F97B74C2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47696" y="3527534"/>
              <a:ext cx="517634" cy="517634"/>
            </a:xfrm>
            <a:prstGeom prst="rect">
              <a:avLst/>
            </a:prstGeom>
          </p:spPr>
        </p:pic>
        <p:pic>
          <p:nvPicPr>
            <p:cNvPr id="12" name="Graphique 11" descr="Calendrier journalier contour">
              <a:extLst>
                <a:ext uri="{FF2B5EF4-FFF2-40B4-BE49-F238E27FC236}">
                  <a16:creationId xmlns:a16="http://schemas.microsoft.com/office/drawing/2014/main" id="{D7E0A271-3C7A-BF41-99D5-5DB569E82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47696" y="4077618"/>
              <a:ext cx="517634" cy="517634"/>
            </a:xfrm>
            <a:prstGeom prst="rect">
              <a:avLst/>
            </a:prstGeom>
          </p:spPr>
        </p:pic>
        <p:pic>
          <p:nvPicPr>
            <p:cNvPr id="14" name="Graphique 13" descr="Horloge contour">
              <a:extLst>
                <a:ext uri="{FF2B5EF4-FFF2-40B4-BE49-F238E27FC236}">
                  <a16:creationId xmlns:a16="http://schemas.microsoft.com/office/drawing/2014/main" id="{1B264E26-DBA7-B04B-A64B-7E3C7647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47696" y="4643375"/>
              <a:ext cx="517634" cy="517634"/>
            </a:xfrm>
            <a:prstGeom prst="rect">
              <a:avLst/>
            </a:prstGeom>
          </p:spPr>
        </p:pic>
        <p:pic>
          <p:nvPicPr>
            <p:cNvPr id="16" name="Graphique 15" descr="Tennis contour">
              <a:extLst>
                <a:ext uri="{FF2B5EF4-FFF2-40B4-BE49-F238E27FC236}">
                  <a16:creationId xmlns:a16="http://schemas.microsoft.com/office/drawing/2014/main" id="{00B12EED-D812-8041-9F07-ED086CC2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47696" y="5233736"/>
              <a:ext cx="517634" cy="517634"/>
            </a:xfrm>
            <a:prstGeom prst="rect">
              <a:avLst/>
            </a:prstGeom>
          </p:spPr>
        </p:pic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05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12 Équipes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4 terrains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56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58037686-8F50-9843-9602-EEF52A128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869" y="388419"/>
            <a:ext cx="4436262" cy="73452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P250 Mixte</a:t>
            </a:r>
            <a:endParaRPr lang="fr-FR" sz="239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12 Équipes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30 Juin 2026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18:30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4 terrains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293003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714691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20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18704444-19FA-D348-9620-E7948D4F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869" y="388419"/>
            <a:ext cx="4436262" cy="73452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FEMMES</a:t>
            </a:r>
            <a:endParaRPr lang="fr-FR" sz="239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881351" y="5383639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12 Équipes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881351" y="4400515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30 Juin 2026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881351" y="4823648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18:30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881351" y="5943630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4 terrains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293003"/>
            <a:ext cx="5087257" cy="0"/>
          </a:xfrm>
          <a:prstGeom prst="line">
            <a:avLst/>
          </a:prstGeom>
          <a:ln w="22225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740449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43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compétition sportive, équipement sportif, sport, tennis&#10;&#10;Description générée automatiquement">
            <a:extLst>
              <a:ext uri="{FF2B5EF4-FFF2-40B4-BE49-F238E27FC236}">
                <a16:creationId xmlns:a16="http://schemas.microsoft.com/office/drawing/2014/main" id="{BF7AD972-E80B-0245-9B6F-608583074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3907" y="-58304"/>
            <a:ext cx="12813814" cy="697460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80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881352" y="3463017"/>
            <a:ext cx="5917324" cy="2277545"/>
            <a:chOff x="1994338" y="3540966"/>
            <a:chExt cx="5917324" cy="2277545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1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équipement sportif, balle, balle de tennis, raquette&#10;&#10;Description générée automatiquement">
            <a:extLst>
              <a:ext uri="{FF2B5EF4-FFF2-40B4-BE49-F238E27FC236}">
                <a16:creationId xmlns:a16="http://schemas.microsoft.com/office/drawing/2014/main" id="{DEFFA133-7A9B-A847-9112-548E56A70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3411" y="-63378"/>
            <a:ext cx="12452821" cy="6984756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80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994338" y="3444076"/>
            <a:ext cx="5917324" cy="2290977"/>
            <a:chOff x="1994338" y="3527534"/>
            <a:chExt cx="5917324" cy="229097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10" name="Graphique 9" descr="Groupe d’hommes contour">
              <a:extLst>
                <a:ext uri="{FF2B5EF4-FFF2-40B4-BE49-F238E27FC236}">
                  <a16:creationId xmlns:a16="http://schemas.microsoft.com/office/drawing/2014/main" id="{8F40B2A8-42BD-4244-90CA-F97B74C2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47696" y="3527534"/>
              <a:ext cx="517634" cy="517634"/>
            </a:xfrm>
            <a:prstGeom prst="rect">
              <a:avLst/>
            </a:prstGeom>
          </p:spPr>
        </p:pic>
        <p:pic>
          <p:nvPicPr>
            <p:cNvPr id="12" name="Graphique 11" descr="Calendrier journalier contour">
              <a:extLst>
                <a:ext uri="{FF2B5EF4-FFF2-40B4-BE49-F238E27FC236}">
                  <a16:creationId xmlns:a16="http://schemas.microsoft.com/office/drawing/2014/main" id="{D7E0A271-3C7A-BF41-99D5-5DB569E82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47696" y="4077618"/>
              <a:ext cx="517634" cy="517634"/>
            </a:xfrm>
            <a:prstGeom prst="rect">
              <a:avLst/>
            </a:prstGeom>
          </p:spPr>
        </p:pic>
        <p:pic>
          <p:nvPicPr>
            <p:cNvPr id="14" name="Graphique 13" descr="Horloge contour">
              <a:extLst>
                <a:ext uri="{FF2B5EF4-FFF2-40B4-BE49-F238E27FC236}">
                  <a16:creationId xmlns:a16="http://schemas.microsoft.com/office/drawing/2014/main" id="{1B264E26-DBA7-B04B-A64B-7E3C7647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47696" y="4643375"/>
              <a:ext cx="517634" cy="517634"/>
            </a:xfrm>
            <a:prstGeom prst="rect">
              <a:avLst/>
            </a:prstGeom>
          </p:spPr>
        </p:pic>
        <p:pic>
          <p:nvPicPr>
            <p:cNvPr id="16" name="Graphique 15" descr="Tennis contour">
              <a:extLst>
                <a:ext uri="{FF2B5EF4-FFF2-40B4-BE49-F238E27FC236}">
                  <a16:creationId xmlns:a16="http://schemas.microsoft.com/office/drawing/2014/main" id="{00B12EED-D812-8041-9F07-ED086CC2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47696" y="5233736"/>
              <a:ext cx="517634" cy="517634"/>
            </a:xfrm>
            <a:prstGeom prst="rect">
              <a:avLst/>
            </a:prstGeom>
          </p:spPr>
        </p:pic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93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balle, équipement sportif, balle de tennis, tennis&#10;&#10;Description générée automatiquement">
            <a:extLst>
              <a:ext uri="{FF2B5EF4-FFF2-40B4-BE49-F238E27FC236}">
                <a16:creationId xmlns:a16="http://schemas.microsoft.com/office/drawing/2014/main" id="{8C6E1134-11F3-594A-89AB-CC8F19D4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2062" y="-33457"/>
            <a:ext cx="16205564" cy="6924914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166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994338" y="3444076"/>
            <a:ext cx="5917324" cy="2290977"/>
            <a:chOff x="1994338" y="3527534"/>
            <a:chExt cx="5917324" cy="229097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10" name="Graphique 9" descr="Groupe d’hommes contour">
              <a:extLst>
                <a:ext uri="{FF2B5EF4-FFF2-40B4-BE49-F238E27FC236}">
                  <a16:creationId xmlns:a16="http://schemas.microsoft.com/office/drawing/2014/main" id="{8F40B2A8-42BD-4244-90CA-F97B74C2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47696" y="3527534"/>
              <a:ext cx="517634" cy="517634"/>
            </a:xfrm>
            <a:prstGeom prst="rect">
              <a:avLst/>
            </a:prstGeom>
          </p:spPr>
        </p:pic>
        <p:pic>
          <p:nvPicPr>
            <p:cNvPr id="12" name="Graphique 11" descr="Calendrier journalier contour">
              <a:extLst>
                <a:ext uri="{FF2B5EF4-FFF2-40B4-BE49-F238E27FC236}">
                  <a16:creationId xmlns:a16="http://schemas.microsoft.com/office/drawing/2014/main" id="{D7E0A271-3C7A-BF41-99D5-5DB569E82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47696" y="4077618"/>
              <a:ext cx="517634" cy="517634"/>
            </a:xfrm>
            <a:prstGeom prst="rect">
              <a:avLst/>
            </a:prstGeom>
          </p:spPr>
        </p:pic>
        <p:pic>
          <p:nvPicPr>
            <p:cNvPr id="14" name="Graphique 13" descr="Horloge contour">
              <a:extLst>
                <a:ext uri="{FF2B5EF4-FFF2-40B4-BE49-F238E27FC236}">
                  <a16:creationId xmlns:a16="http://schemas.microsoft.com/office/drawing/2014/main" id="{1B264E26-DBA7-B04B-A64B-7E3C7647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47696" y="4643375"/>
              <a:ext cx="517634" cy="517634"/>
            </a:xfrm>
            <a:prstGeom prst="rect">
              <a:avLst/>
            </a:prstGeom>
          </p:spPr>
        </p:pic>
        <p:pic>
          <p:nvPicPr>
            <p:cNvPr id="16" name="Graphique 15" descr="Tennis contour">
              <a:extLst>
                <a:ext uri="{FF2B5EF4-FFF2-40B4-BE49-F238E27FC236}">
                  <a16:creationId xmlns:a16="http://schemas.microsoft.com/office/drawing/2014/main" id="{00B12EED-D812-8041-9F07-ED086CC2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47696" y="5233736"/>
              <a:ext cx="517634" cy="517634"/>
            </a:xfrm>
            <a:prstGeom prst="rect">
              <a:avLst/>
            </a:prstGeom>
          </p:spPr>
        </p:pic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65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80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994338" y="3444076"/>
            <a:ext cx="5917324" cy="2290977"/>
            <a:chOff x="1994338" y="3527534"/>
            <a:chExt cx="5917324" cy="229097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10" name="Graphique 9" descr="Groupe d’hommes contour">
              <a:extLst>
                <a:ext uri="{FF2B5EF4-FFF2-40B4-BE49-F238E27FC236}">
                  <a16:creationId xmlns:a16="http://schemas.microsoft.com/office/drawing/2014/main" id="{8F40B2A8-42BD-4244-90CA-F97B74C2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47696" y="3527534"/>
              <a:ext cx="517634" cy="517634"/>
            </a:xfrm>
            <a:prstGeom prst="rect">
              <a:avLst/>
            </a:prstGeom>
          </p:spPr>
        </p:pic>
        <p:pic>
          <p:nvPicPr>
            <p:cNvPr id="12" name="Graphique 11" descr="Calendrier journalier contour">
              <a:extLst>
                <a:ext uri="{FF2B5EF4-FFF2-40B4-BE49-F238E27FC236}">
                  <a16:creationId xmlns:a16="http://schemas.microsoft.com/office/drawing/2014/main" id="{D7E0A271-3C7A-BF41-99D5-5DB569E82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47696" y="4077618"/>
              <a:ext cx="517634" cy="517634"/>
            </a:xfrm>
            <a:prstGeom prst="rect">
              <a:avLst/>
            </a:prstGeom>
          </p:spPr>
        </p:pic>
        <p:pic>
          <p:nvPicPr>
            <p:cNvPr id="14" name="Graphique 13" descr="Horloge contour">
              <a:extLst>
                <a:ext uri="{FF2B5EF4-FFF2-40B4-BE49-F238E27FC236}">
                  <a16:creationId xmlns:a16="http://schemas.microsoft.com/office/drawing/2014/main" id="{1B264E26-DBA7-B04B-A64B-7E3C7647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47696" y="4643375"/>
              <a:ext cx="517634" cy="517634"/>
            </a:xfrm>
            <a:prstGeom prst="rect">
              <a:avLst/>
            </a:prstGeom>
          </p:spPr>
        </p:pic>
        <p:pic>
          <p:nvPicPr>
            <p:cNvPr id="16" name="Graphique 15" descr="Tennis contour">
              <a:extLst>
                <a:ext uri="{FF2B5EF4-FFF2-40B4-BE49-F238E27FC236}">
                  <a16:creationId xmlns:a16="http://schemas.microsoft.com/office/drawing/2014/main" id="{00B12EED-D812-8041-9F07-ED086CC2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47696" y="5233736"/>
              <a:ext cx="517634" cy="517634"/>
            </a:xfrm>
            <a:prstGeom prst="rect">
              <a:avLst/>
            </a:prstGeom>
          </p:spPr>
        </p:pic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769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1F4C55-739B-A94A-8A2A-AC85AA740AA9}"/>
              </a:ext>
            </a:extLst>
          </p:cNvPr>
          <p:cNvSpPr/>
          <p:nvPr/>
        </p:nvSpPr>
        <p:spPr>
          <a:xfrm>
            <a:off x="-54244" y="-19185"/>
            <a:ext cx="10002141" cy="58832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1060" y="42105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93786"/>
            <a:ext cx="338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dirty="0">
                <a:solidFill>
                  <a:schemeClr val="bg1"/>
                </a:solidFill>
                <a:latin typeface="TSL Sans" pitchFamily="2" charset="0"/>
                <a:ea typeface="HGMaruGothicMPRO" panose="020F0600000000000000" pitchFamily="34" charset="-128"/>
                <a:cs typeface="Oriya MN" pitchFamily="2" charset="0"/>
              </a:rPr>
              <a:t>P100 Hommes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819135" y="83554"/>
            <a:ext cx="338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04/12/26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04470"/>
              </p:ext>
            </p:extLst>
          </p:nvPr>
        </p:nvGraphicFramePr>
        <p:xfrm>
          <a:off x="163773" y="1227666"/>
          <a:ext cx="9553428" cy="58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</a:rPr>
                        <a:t>NOM J1</a:t>
                      </a:r>
                      <a:endParaRPr lang="fr-FR" sz="1200" b="1" kern="1200" dirty="0">
                        <a:solidFill>
                          <a:schemeClr val="bg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J1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J2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J2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POIDS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1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</a:rPr>
                        <a:t>Classement 1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</a:rPr>
                        <a:t>Nom 2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</a:rPr>
                        <a:t>Classement 2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</a:rPr>
                        <a:t>Poids 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A07782CB-CDF9-D745-9807-531FCA172690}"/>
              </a:ext>
            </a:extLst>
          </p:cNvPr>
          <p:cNvCxnSpPr>
            <a:cxnSpLocks/>
          </p:cNvCxnSpPr>
          <p:nvPr/>
        </p:nvCxnSpPr>
        <p:spPr>
          <a:xfrm>
            <a:off x="0" y="452886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20DD7FF-BAE9-4640-BBC6-338011BBBDC6}"/>
              </a:ext>
            </a:extLst>
          </p:cNvPr>
          <p:cNvCxnSpPr>
            <a:cxnSpLocks/>
          </p:cNvCxnSpPr>
          <p:nvPr/>
        </p:nvCxnSpPr>
        <p:spPr>
          <a:xfrm>
            <a:off x="7073462" y="452886"/>
            <a:ext cx="2874435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CCBE73C-96EB-D645-B65A-01C52AEC0B95}"/>
              </a:ext>
            </a:extLst>
          </p:cNvPr>
          <p:cNvCxnSpPr>
            <a:cxnSpLocks/>
          </p:cNvCxnSpPr>
          <p:nvPr/>
        </p:nvCxnSpPr>
        <p:spPr>
          <a:xfrm>
            <a:off x="0" y="576611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586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488387"/>
              </p:ext>
            </p:extLst>
          </p:nvPr>
        </p:nvGraphicFramePr>
        <p:xfrm>
          <a:off x="1137554" y="859804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42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rgbClr val="00B0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rgbClr val="00B0F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rgbClr val="00B0F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364967"/>
            <a:ext cx="2984938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381602" y="64302"/>
            <a:ext cx="53800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latin typeface="Apocalypse Grunge" panose="020006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34196" y="80938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C55086B9-68B3-5A4D-911B-E2984B687231}"/>
              </a:ext>
            </a:extLst>
          </p:cNvPr>
          <p:cNvCxnSpPr>
            <a:cxnSpLocks/>
          </p:cNvCxnSpPr>
          <p:nvPr/>
        </p:nvCxnSpPr>
        <p:spPr>
          <a:xfrm flipV="1">
            <a:off x="7083972" y="352207"/>
            <a:ext cx="2863925" cy="2552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2">
            <a:extLst>
              <a:ext uri="{FF2B5EF4-FFF2-40B4-BE49-F238E27FC236}">
                <a16:creationId xmlns:a16="http://schemas.microsoft.com/office/drawing/2014/main" id="{984D76EF-BBE5-104F-B18E-BC562E1C4CDA}"/>
              </a:ext>
            </a:extLst>
          </p:cNvPr>
          <p:cNvSpPr/>
          <p:nvPr/>
        </p:nvSpPr>
        <p:spPr>
          <a:xfrm>
            <a:off x="3420955" y="383410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1A7C7FC-1F76-E649-9F42-FB496BACC5A4}"/>
              </a:ext>
            </a:extLst>
          </p:cNvPr>
          <p:cNvSpPr txBox="1"/>
          <p:nvPr/>
        </p:nvSpPr>
        <p:spPr>
          <a:xfrm>
            <a:off x="3439730" y="3856236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92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5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2" y="1446132"/>
            <a:ext cx="27705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600" y="702185"/>
            <a:ext cx="275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81689" y="702185"/>
            <a:ext cx="1125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2007310" y="2271000"/>
            <a:ext cx="10955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127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22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8474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8865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543135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5797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2917" y="4589655"/>
            <a:ext cx="101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5891" y="4589655"/>
            <a:ext cx="11178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3990" y="5300551"/>
            <a:ext cx="103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40880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507302" y="5300551"/>
            <a:ext cx="1097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-9127" y="40925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467018" y="41331"/>
            <a:ext cx="5264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95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58831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64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6432" y="1446132"/>
            <a:ext cx="1289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6432" y="4589655"/>
            <a:ext cx="1289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6433" y="4589655"/>
            <a:ext cx="27672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95123" y="4589655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</p:cNvCxnSpPr>
          <p:nvPr/>
        </p:nvCxnSpPr>
        <p:spPr>
          <a:xfrm flipV="1">
            <a:off x="6333700" y="210960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114757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5746" y="3077888"/>
            <a:ext cx="11377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12049" y="20905"/>
            <a:ext cx="4087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0077" y="3063383"/>
            <a:ext cx="1149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00" y="5261780"/>
            <a:ext cx="2628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4826" y="2109600"/>
            <a:ext cx="2520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112143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704" y="1446132"/>
            <a:ext cx="13390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705" y="4589655"/>
            <a:ext cx="1339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05" y="4589655"/>
            <a:ext cx="2765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06779" y="4589655"/>
            <a:ext cx="14269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8" y="3077888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</a:t>
            </a:r>
            <a:r>
              <a:rPr lang="fr-FR"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_C9_12_2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1350" y="3063383"/>
            <a:ext cx="1208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94557" y="3063383"/>
            <a:ext cx="12827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E12EFE5E-5344-1F48-A28A-B6D40EB571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00" y="5261780"/>
            <a:ext cx="2628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7AB8318F-1C97-7042-BE8E-F341BFC3DF9F}"/>
              </a:ext>
            </a:extLst>
          </p:cNvPr>
          <p:cNvCxnSpPr>
            <a:cxnSpLocks/>
          </p:cNvCxnSpPr>
          <p:nvPr/>
        </p:nvCxnSpPr>
        <p:spPr>
          <a:xfrm rot="10800000">
            <a:off x="3304826" y="2109600"/>
            <a:ext cx="2520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0665C77D-3CF9-5C4C-8DD0-A3B114FE17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112143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8A001506-D658-0044-A1E9-F5CDC34BEA08}"/>
              </a:ext>
            </a:extLst>
          </p:cNvPr>
          <p:cNvCxnSpPr>
            <a:cxnSpLocks/>
          </p:cNvCxnSpPr>
          <p:nvPr/>
        </p:nvCxnSpPr>
        <p:spPr>
          <a:xfrm flipV="1">
            <a:off x="6333700" y="210960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8BA46E1C-9115-A148-8742-97BDE59B4089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DE064409-893C-9D47-8841-0C678203C47F}"/>
              </a:ext>
            </a:extLst>
          </p:cNvPr>
          <p:cNvCxnSpPr>
            <a:cxnSpLocks/>
          </p:cNvCxnSpPr>
          <p:nvPr/>
        </p:nvCxnSpPr>
        <p:spPr>
          <a:xfrm flipV="1">
            <a:off x="6578232" y="2114757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907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464194"/>
              </p:ext>
            </p:extLst>
          </p:nvPr>
        </p:nvGraphicFramePr>
        <p:xfrm>
          <a:off x="154982" y="633353"/>
          <a:ext cx="9608952" cy="616860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868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779903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35254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232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115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805138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4683</TotalTime>
  <Words>1394</Words>
  <Application>Microsoft Macintosh PowerPoint</Application>
  <PresentationFormat>Format A4 (210 x 297 mm)</PresentationFormat>
  <Paragraphs>407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Apocalypse Grunge</vt:lpstr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58</cp:revision>
  <dcterms:created xsi:type="dcterms:W3CDTF">2013-01-27T09:14:16Z</dcterms:created>
  <dcterms:modified xsi:type="dcterms:W3CDTF">2026-07-01T07:41:42Z</dcterms:modified>
  <cp:category/>
</cp:coreProperties>
</file>