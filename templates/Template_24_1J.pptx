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9" r:id="rId2"/>
    <p:sldId id="279" r:id="rId3"/>
    <p:sldId id="270" r:id="rId4"/>
    <p:sldId id="264" r:id="rId5"/>
    <p:sldId id="260" r:id="rId6"/>
    <p:sldId id="274" r:id="rId7"/>
    <p:sldId id="265" r:id="rId8"/>
    <p:sldId id="261" r:id="rId9"/>
    <p:sldId id="275" r:id="rId10"/>
    <p:sldId id="272" r:id="rId11"/>
    <p:sldId id="262" r:id="rId12"/>
    <p:sldId id="276" r:id="rId13"/>
    <p:sldId id="277" r:id="rId14"/>
    <p:sldId id="278" r:id="rId15"/>
    <p:sldId id="263" r:id="rId16"/>
    <p:sldId id="269" r:id="rId17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218325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379319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25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1514948" y="699853"/>
            <a:ext cx="10594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1513528" y="699853"/>
            <a:ext cx="2765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3094751" y="699853"/>
            <a:ext cx="1187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265906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257439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1513528" y="686494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1532317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1532317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165296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165296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1510383" y="2268668"/>
            <a:ext cx="1046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1513529" y="2268668"/>
            <a:ext cx="27659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3188420" y="2268668"/>
            <a:ext cx="1086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2654500" y="282106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2569835" y="334798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1508964" y="2255309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1532317" y="26071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1532317" y="303074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1648405" y="282891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1648405" y="326093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1510385" y="3845131"/>
            <a:ext cx="1046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1513529" y="3845131"/>
            <a:ext cx="27570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3167874" y="3845131"/>
            <a:ext cx="110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2654500" y="439752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2569835" y="492444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1508964" y="3831772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1508964" y="4094447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1508964" y="4928580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1532317" y="418357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1532317" y="460720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1648405" y="440537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1648405" y="483740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1505819" y="5429024"/>
            <a:ext cx="1002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1508965" y="5429024"/>
            <a:ext cx="2770522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3158746" y="5429024"/>
            <a:ext cx="1111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2649936" y="598141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2565271" y="650833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1504400" y="5415665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1532317" y="576747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1532317" y="61911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1643841" y="59892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1643841" y="642129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E7EFB94-0B5F-AF40-9B7E-696190B5FE95}"/>
              </a:ext>
            </a:extLst>
          </p:cNvPr>
          <p:cNvSpPr txBox="1"/>
          <p:nvPr/>
        </p:nvSpPr>
        <p:spPr>
          <a:xfrm>
            <a:off x="5533817" y="699853"/>
            <a:ext cx="1092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{{P5_CODE}}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88939D26-74E7-D940-899A-EDEC8BF1A9B2}"/>
              </a:ext>
            </a:extLst>
          </p:cNvPr>
          <p:cNvSpPr txBox="1"/>
          <p:nvPr/>
        </p:nvSpPr>
        <p:spPr>
          <a:xfrm>
            <a:off x="5532398" y="699853"/>
            <a:ext cx="2765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{{P5_TERRAIN}}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E2C1B7F9-C31C-7B47-A350-869F35E97D7D}"/>
              </a:ext>
            </a:extLst>
          </p:cNvPr>
          <p:cNvSpPr txBox="1"/>
          <p:nvPr/>
        </p:nvSpPr>
        <p:spPr>
          <a:xfrm>
            <a:off x="7117935" y="699853"/>
            <a:ext cx="1182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{{P5_HEURE}}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87FBE093-4E46-A64A-B6B2-DB61950B5CD5}"/>
              </a:ext>
            </a:extLst>
          </p:cNvPr>
          <p:cNvSpPr txBox="1"/>
          <p:nvPr/>
        </p:nvSpPr>
        <p:spPr>
          <a:xfrm>
            <a:off x="66779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FD733381-2536-124F-B958-B27B4D1BCAC1}"/>
              </a:ext>
            </a:extLst>
          </p:cNvPr>
          <p:cNvSpPr txBox="1"/>
          <p:nvPr/>
        </p:nvSpPr>
        <p:spPr>
          <a:xfrm>
            <a:off x="65932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9" name="Groupe 78">
            <a:extLst>
              <a:ext uri="{FF2B5EF4-FFF2-40B4-BE49-F238E27FC236}">
                <a16:creationId xmlns:a16="http://schemas.microsoft.com/office/drawing/2014/main" id="{76A3B43B-37F2-2447-B816-2482AD104D15}"/>
              </a:ext>
            </a:extLst>
          </p:cNvPr>
          <p:cNvGrpSpPr/>
          <p:nvPr/>
        </p:nvGrpSpPr>
        <p:grpSpPr>
          <a:xfrm>
            <a:off x="5532398" y="686494"/>
            <a:ext cx="2770524" cy="1354907"/>
            <a:chOff x="336470" y="583726"/>
            <a:chExt cx="2770524" cy="1354907"/>
          </a:xfrm>
        </p:grpSpPr>
        <p:sp>
          <p:nvSpPr>
            <p:cNvPr id="80" name="Rounded Rectangle 2">
              <a:extLst>
                <a:ext uri="{FF2B5EF4-FFF2-40B4-BE49-F238E27FC236}">
                  <a16:creationId xmlns:a16="http://schemas.microsoft.com/office/drawing/2014/main" id="{4D25B46B-600F-8B4A-B2E1-1B7BC1149A9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1" name="Connecteur droit 80">
              <a:extLst>
                <a:ext uri="{FF2B5EF4-FFF2-40B4-BE49-F238E27FC236}">
                  <a16:creationId xmlns:a16="http://schemas.microsoft.com/office/drawing/2014/main" id="{E7312FDE-D8F0-1F47-B8A6-714956B4760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eur droit 81">
              <a:extLst>
                <a:ext uri="{FF2B5EF4-FFF2-40B4-BE49-F238E27FC236}">
                  <a16:creationId xmlns:a16="http://schemas.microsoft.com/office/drawing/2014/main" id="{5BCA318A-46BA-BA48-AF32-C4209E30BE5C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ZoneTexte 82">
            <a:extLst>
              <a:ext uri="{FF2B5EF4-FFF2-40B4-BE49-F238E27FC236}">
                <a16:creationId xmlns:a16="http://schemas.microsoft.com/office/drawing/2014/main" id="{DEE24FA8-5612-184A-BD76-76A4CFFCC0F6}"/>
              </a:ext>
            </a:extLst>
          </p:cNvPr>
          <p:cNvSpPr txBox="1"/>
          <p:nvPr/>
        </p:nvSpPr>
        <p:spPr>
          <a:xfrm>
            <a:off x="5551187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{{P5_EQ1}}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8B2AE393-9E3C-4043-9B2B-2721D64A9304}"/>
              </a:ext>
            </a:extLst>
          </p:cNvPr>
          <p:cNvSpPr txBox="1"/>
          <p:nvPr/>
        </p:nvSpPr>
        <p:spPr>
          <a:xfrm>
            <a:off x="5551187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{{P5_EQ2}}</a:t>
            </a:r>
          </a:p>
        </p:txBody>
      </p: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A7629B22-A748-CE40-8865-368C9C0F459B}"/>
              </a:ext>
            </a:extLst>
          </p:cNvPr>
          <p:cNvCxnSpPr/>
          <p:nvPr/>
        </p:nvCxnSpPr>
        <p:spPr>
          <a:xfrm>
            <a:off x="56718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927A3274-1C03-8844-9516-01EE8D4C8483}"/>
              </a:ext>
            </a:extLst>
          </p:cNvPr>
          <p:cNvCxnSpPr/>
          <p:nvPr/>
        </p:nvCxnSpPr>
        <p:spPr>
          <a:xfrm>
            <a:off x="56718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ZoneTexte 86">
            <a:extLst>
              <a:ext uri="{FF2B5EF4-FFF2-40B4-BE49-F238E27FC236}">
                <a16:creationId xmlns:a16="http://schemas.microsoft.com/office/drawing/2014/main" id="{421CB426-22DF-7F42-AF64-677B6359DD08}"/>
              </a:ext>
            </a:extLst>
          </p:cNvPr>
          <p:cNvSpPr txBox="1"/>
          <p:nvPr/>
        </p:nvSpPr>
        <p:spPr>
          <a:xfrm>
            <a:off x="5529253" y="2268668"/>
            <a:ext cx="10548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{{P6_CODE}}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F632BB6A-D9E1-3A4B-9379-4976AC1BC9DF}"/>
              </a:ext>
            </a:extLst>
          </p:cNvPr>
          <p:cNvSpPr txBox="1"/>
          <p:nvPr/>
        </p:nvSpPr>
        <p:spPr>
          <a:xfrm>
            <a:off x="5532399" y="2268668"/>
            <a:ext cx="27659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EDCCC8F5-457C-0243-8D39-969799B54B82}"/>
              </a:ext>
            </a:extLst>
          </p:cNvPr>
          <p:cNvSpPr txBox="1"/>
          <p:nvPr/>
        </p:nvSpPr>
        <p:spPr>
          <a:xfrm>
            <a:off x="7177616" y="2268668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{{P6_HEURE}}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F83B2FCF-1A3E-DD45-A840-570B4D8188BA}"/>
              </a:ext>
            </a:extLst>
          </p:cNvPr>
          <p:cNvSpPr txBox="1"/>
          <p:nvPr/>
        </p:nvSpPr>
        <p:spPr>
          <a:xfrm>
            <a:off x="6673370" y="282106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EA5E0A30-A75A-4D4F-BB7B-DF13543CDCFC}"/>
              </a:ext>
            </a:extLst>
          </p:cNvPr>
          <p:cNvSpPr txBox="1"/>
          <p:nvPr/>
        </p:nvSpPr>
        <p:spPr>
          <a:xfrm>
            <a:off x="6588705" y="334798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76523FAC-5892-8546-B345-FDAED1ABB501}"/>
              </a:ext>
            </a:extLst>
          </p:cNvPr>
          <p:cNvGrpSpPr/>
          <p:nvPr/>
        </p:nvGrpSpPr>
        <p:grpSpPr>
          <a:xfrm>
            <a:off x="5527834" y="2255309"/>
            <a:ext cx="2770524" cy="1354907"/>
            <a:chOff x="336470" y="583726"/>
            <a:chExt cx="2770524" cy="1354907"/>
          </a:xfrm>
        </p:grpSpPr>
        <p:sp>
          <p:nvSpPr>
            <p:cNvPr id="93" name="Rounded Rectangle 2">
              <a:extLst>
                <a:ext uri="{FF2B5EF4-FFF2-40B4-BE49-F238E27FC236}">
                  <a16:creationId xmlns:a16="http://schemas.microsoft.com/office/drawing/2014/main" id="{CB8C5063-C3BA-5B4F-A82B-37D3288C89E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4" name="Connecteur droit 93">
              <a:extLst>
                <a:ext uri="{FF2B5EF4-FFF2-40B4-BE49-F238E27FC236}">
                  <a16:creationId xmlns:a16="http://schemas.microsoft.com/office/drawing/2014/main" id="{5164FFC9-267C-7E4E-9EEE-0A50408AF8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eur droit 94">
              <a:extLst>
                <a:ext uri="{FF2B5EF4-FFF2-40B4-BE49-F238E27FC236}">
                  <a16:creationId xmlns:a16="http://schemas.microsoft.com/office/drawing/2014/main" id="{E045EB6E-7FEA-A74A-ABA5-56EE3F51470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ZoneTexte 95">
            <a:extLst>
              <a:ext uri="{FF2B5EF4-FFF2-40B4-BE49-F238E27FC236}">
                <a16:creationId xmlns:a16="http://schemas.microsoft.com/office/drawing/2014/main" id="{F4DAA171-8D3C-B54F-8B0A-07E36E43919E}"/>
              </a:ext>
            </a:extLst>
          </p:cNvPr>
          <p:cNvSpPr txBox="1"/>
          <p:nvPr/>
        </p:nvSpPr>
        <p:spPr>
          <a:xfrm>
            <a:off x="5551187" y="26071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{{P6_EQ1}}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B6361CEB-DA0E-CF44-B482-DC1972291298}"/>
              </a:ext>
            </a:extLst>
          </p:cNvPr>
          <p:cNvSpPr txBox="1"/>
          <p:nvPr/>
        </p:nvSpPr>
        <p:spPr>
          <a:xfrm>
            <a:off x="5551187" y="303074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{{P6_EQ2}}</a:t>
            </a:r>
          </a:p>
        </p:txBody>
      </p: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92DE3A40-AADD-4A46-B5EF-5922FA5F9FF9}"/>
              </a:ext>
            </a:extLst>
          </p:cNvPr>
          <p:cNvCxnSpPr/>
          <p:nvPr/>
        </p:nvCxnSpPr>
        <p:spPr>
          <a:xfrm>
            <a:off x="5667275" y="282891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1B3E69DD-5861-054E-A5AC-B91D4F18141F}"/>
              </a:ext>
            </a:extLst>
          </p:cNvPr>
          <p:cNvCxnSpPr/>
          <p:nvPr/>
        </p:nvCxnSpPr>
        <p:spPr>
          <a:xfrm>
            <a:off x="5667275" y="326093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ZoneTexte 99">
            <a:extLst>
              <a:ext uri="{FF2B5EF4-FFF2-40B4-BE49-F238E27FC236}">
                <a16:creationId xmlns:a16="http://schemas.microsoft.com/office/drawing/2014/main" id="{595E0A3F-500E-974F-B176-0CAD9997B7CF}"/>
              </a:ext>
            </a:extLst>
          </p:cNvPr>
          <p:cNvSpPr txBox="1"/>
          <p:nvPr/>
        </p:nvSpPr>
        <p:spPr>
          <a:xfrm>
            <a:off x="5529255" y="3845131"/>
            <a:ext cx="10460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AF725F80-B64B-D947-818F-B5A572356FDE}"/>
              </a:ext>
            </a:extLst>
          </p:cNvPr>
          <p:cNvSpPr txBox="1"/>
          <p:nvPr/>
        </p:nvSpPr>
        <p:spPr>
          <a:xfrm>
            <a:off x="5532399" y="3845131"/>
            <a:ext cx="27570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{{P7_TERRAIN}}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B8CF3B50-21CB-254A-A25A-50996FF97A86}"/>
              </a:ext>
            </a:extLst>
          </p:cNvPr>
          <p:cNvSpPr txBox="1"/>
          <p:nvPr/>
        </p:nvSpPr>
        <p:spPr>
          <a:xfrm>
            <a:off x="7058987" y="3845131"/>
            <a:ext cx="1235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2FD9A4BF-92F4-3849-A5F1-CEEE909AA2D7}"/>
              </a:ext>
            </a:extLst>
          </p:cNvPr>
          <p:cNvSpPr txBox="1"/>
          <p:nvPr/>
        </p:nvSpPr>
        <p:spPr>
          <a:xfrm>
            <a:off x="6673370" y="439752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D1F4A15A-409F-BC4E-BC3C-91B8AE68C2C7}"/>
              </a:ext>
            </a:extLst>
          </p:cNvPr>
          <p:cNvSpPr txBox="1"/>
          <p:nvPr/>
        </p:nvSpPr>
        <p:spPr>
          <a:xfrm>
            <a:off x="6588705" y="492444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5" name="Rounded Rectangle 2">
            <a:extLst>
              <a:ext uri="{FF2B5EF4-FFF2-40B4-BE49-F238E27FC236}">
                <a16:creationId xmlns:a16="http://schemas.microsoft.com/office/drawing/2014/main" id="{C21FDC1F-2165-1A42-9CC7-0D97803580D5}"/>
              </a:ext>
            </a:extLst>
          </p:cNvPr>
          <p:cNvSpPr/>
          <p:nvPr/>
        </p:nvSpPr>
        <p:spPr>
          <a:xfrm>
            <a:off x="5527834" y="3831772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69FA8445-0A9B-8E46-84A6-7D8B48623E7E}"/>
              </a:ext>
            </a:extLst>
          </p:cNvPr>
          <p:cNvCxnSpPr>
            <a:cxnSpLocks/>
          </p:cNvCxnSpPr>
          <p:nvPr/>
        </p:nvCxnSpPr>
        <p:spPr>
          <a:xfrm>
            <a:off x="5527834" y="4094447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7C5BECC4-8F29-3148-9259-DB24131A7453}"/>
              </a:ext>
            </a:extLst>
          </p:cNvPr>
          <p:cNvCxnSpPr>
            <a:cxnSpLocks/>
          </p:cNvCxnSpPr>
          <p:nvPr/>
        </p:nvCxnSpPr>
        <p:spPr>
          <a:xfrm>
            <a:off x="5527834" y="4928580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ZoneTexte 107">
            <a:extLst>
              <a:ext uri="{FF2B5EF4-FFF2-40B4-BE49-F238E27FC236}">
                <a16:creationId xmlns:a16="http://schemas.microsoft.com/office/drawing/2014/main" id="{3C6D12EA-3A36-9145-B62A-36385BF9C38F}"/>
              </a:ext>
            </a:extLst>
          </p:cNvPr>
          <p:cNvSpPr txBox="1"/>
          <p:nvPr/>
        </p:nvSpPr>
        <p:spPr>
          <a:xfrm>
            <a:off x="5551187" y="418357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{{P7_EQ1}}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2B11DE7D-C7B4-AB46-A00B-D385DC15DC8C}"/>
              </a:ext>
            </a:extLst>
          </p:cNvPr>
          <p:cNvSpPr txBox="1"/>
          <p:nvPr/>
        </p:nvSpPr>
        <p:spPr>
          <a:xfrm>
            <a:off x="5551187" y="460720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{{P7_EQ2}}</a:t>
            </a:r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F8A84F5C-75F1-BB42-8D8F-A320F9CD48B5}"/>
              </a:ext>
            </a:extLst>
          </p:cNvPr>
          <p:cNvCxnSpPr/>
          <p:nvPr/>
        </p:nvCxnSpPr>
        <p:spPr>
          <a:xfrm>
            <a:off x="5667275" y="440537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BA4A21D-AD5D-7D4A-9CC3-6392244E1BB4}"/>
              </a:ext>
            </a:extLst>
          </p:cNvPr>
          <p:cNvCxnSpPr/>
          <p:nvPr/>
        </p:nvCxnSpPr>
        <p:spPr>
          <a:xfrm>
            <a:off x="5667275" y="483740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ZoneTexte 111">
            <a:extLst>
              <a:ext uri="{FF2B5EF4-FFF2-40B4-BE49-F238E27FC236}">
                <a16:creationId xmlns:a16="http://schemas.microsoft.com/office/drawing/2014/main" id="{BA2E9E54-C456-C44D-B62D-888C615AD101}"/>
              </a:ext>
            </a:extLst>
          </p:cNvPr>
          <p:cNvSpPr txBox="1"/>
          <p:nvPr/>
        </p:nvSpPr>
        <p:spPr>
          <a:xfrm>
            <a:off x="5524688" y="5429024"/>
            <a:ext cx="1148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D2D7090C-51A7-694C-9E79-FE3F2470791C}"/>
              </a:ext>
            </a:extLst>
          </p:cNvPr>
          <p:cNvSpPr txBox="1"/>
          <p:nvPr/>
        </p:nvSpPr>
        <p:spPr>
          <a:xfrm>
            <a:off x="5527835" y="5429024"/>
            <a:ext cx="2761646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{{P8_TERRAIN}}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6297B738-5564-8448-9AD2-309E59905211}"/>
              </a:ext>
            </a:extLst>
          </p:cNvPr>
          <p:cNvSpPr txBox="1"/>
          <p:nvPr/>
        </p:nvSpPr>
        <p:spPr>
          <a:xfrm>
            <a:off x="7177616" y="5429024"/>
            <a:ext cx="1111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6E1E2B3F-7B94-BF40-A7D5-1FF72520FAF1}"/>
              </a:ext>
            </a:extLst>
          </p:cNvPr>
          <p:cNvSpPr txBox="1"/>
          <p:nvPr/>
        </p:nvSpPr>
        <p:spPr>
          <a:xfrm>
            <a:off x="6668806" y="598141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16056C29-BCEE-0E44-88A3-0E7D5E424610}"/>
              </a:ext>
            </a:extLst>
          </p:cNvPr>
          <p:cNvSpPr txBox="1"/>
          <p:nvPr/>
        </p:nvSpPr>
        <p:spPr>
          <a:xfrm>
            <a:off x="6584141" y="650833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65D19ADE-6E79-FA4D-B3BA-58E2BAF685AA}"/>
              </a:ext>
            </a:extLst>
          </p:cNvPr>
          <p:cNvGrpSpPr/>
          <p:nvPr/>
        </p:nvGrpSpPr>
        <p:grpSpPr>
          <a:xfrm>
            <a:off x="5523270" y="5415665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75384A13-E1A0-C640-A8F7-55A764B1E18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A2814C75-4769-9D4D-9198-4101A0D0627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B378829D-9402-4B4F-99CD-9E2F5B77751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825087B2-98CC-E846-ABE5-F5A45B9E1D2A}"/>
              </a:ext>
            </a:extLst>
          </p:cNvPr>
          <p:cNvSpPr txBox="1"/>
          <p:nvPr/>
        </p:nvSpPr>
        <p:spPr>
          <a:xfrm>
            <a:off x="5551187" y="576747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{{P8_EQ1}}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012F9A00-2435-E54F-B96A-4775FEDE8377}"/>
              </a:ext>
            </a:extLst>
          </p:cNvPr>
          <p:cNvSpPr txBox="1"/>
          <p:nvPr/>
        </p:nvSpPr>
        <p:spPr>
          <a:xfrm>
            <a:off x="5551187" y="61911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{{P8_EQ2}}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7D740BCA-F1F7-2A4D-AE74-3BD70C9F865E}"/>
              </a:ext>
            </a:extLst>
          </p:cNvPr>
          <p:cNvCxnSpPr/>
          <p:nvPr/>
        </p:nvCxnSpPr>
        <p:spPr>
          <a:xfrm>
            <a:off x="5662711" y="59892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295BA422-9628-3244-9488-07A09E6C2789}"/>
              </a:ext>
            </a:extLst>
          </p:cNvPr>
          <p:cNvCxnSpPr/>
          <p:nvPr/>
        </p:nvCxnSpPr>
        <p:spPr>
          <a:xfrm>
            <a:off x="5662711" y="642129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1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702185"/>
            <a:ext cx="1023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9" y="702185"/>
            <a:ext cx="2763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2" y="702185"/>
            <a:ext cx="1232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7" y="2271000"/>
            <a:ext cx="1050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4399" y="2271000"/>
            <a:ext cx="27680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227100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9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2011185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5" y="5431356"/>
            <a:ext cx="1095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5" y="5431356"/>
            <a:ext cx="2761396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2011185" y="5431356"/>
            <a:ext cx="10866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45657" y="1446132"/>
            <a:ext cx="1188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150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37" y="4589655"/>
            <a:ext cx="27659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69" y="5300551"/>
            <a:ext cx="1027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4" y="5300551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285" y="5300551"/>
            <a:ext cx="11094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3063383"/>
            <a:ext cx="27604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57817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212315"/>
            <a:ext cx="1046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21231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21231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{{WIN_P5}}</a:t>
            </a:r>
            <a:endParaRPr lang="fr-FR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78113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78113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6" y="178113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{{WIN_P6}}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35759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35759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35759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369604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{{WIN_P7}}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494148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494148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494148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{{WIN_P8}}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95626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95626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09978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09978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1" y="5297796"/>
            <a:ext cx="105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4" y="5297796"/>
            <a:ext cx="2754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32321" y="5297796"/>
            <a:ext cx="11724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57351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57351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57351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84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8" y="1446132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04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4" y="3063383"/>
            <a:ext cx="14731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85672" y="3063383"/>
            <a:ext cx="12916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747606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4" y="702185"/>
            <a:ext cx="1367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35503" y="702185"/>
            <a:ext cx="15694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2271000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4399" y="2271000"/>
            <a:ext cx="27589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74504" y="2271000"/>
            <a:ext cx="14279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7" y="3847463"/>
            <a:ext cx="1372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9" y="3847463"/>
            <a:ext cx="276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34708" y="3847463"/>
            <a:ext cx="1467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5" y="5431356"/>
            <a:ext cx="1376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0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10" y="1446132"/>
            <a:ext cx="13802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78238" y="1446132"/>
            <a:ext cx="1455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380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8907" y="4589655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68" y="5300551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2" y="5300551"/>
            <a:ext cx="27932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126755" y="5300551"/>
            <a:ext cx="1478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2" y="3063383"/>
            <a:ext cx="12415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7238" y="3063383"/>
            <a:ext cx="1286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559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5106" y="1446132"/>
            <a:ext cx="14985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5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8909" y="4589655"/>
            <a:ext cx="2764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5106" y="4589655"/>
            <a:ext cx="14985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10" y="3077888"/>
            <a:ext cx="1291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68221" y="3077888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3" y="3063383"/>
            <a:ext cx="12867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99327" y="3063383"/>
            <a:ext cx="1478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{{LOSE_P1}}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{{LOSE_P2}}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{{LOSE_P3}}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28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12348" y="3063383"/>
            <a:ext cx="1380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</p:spTree>
    <p:extLst>
      <p:ext uri="{BB962C8B-B14F-4D97-AF65-F5344CB8AC3E}">
        <p14:creationId xmlns:p14="http://schemas.microsoft.com/office/powerpoint/2010/main" val="2464619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21-24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{{WIN_C21_24_1}}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C21_24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23-24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21-22</a:t>
            </a:r>
          </a:p>
        </p:txBody>
      </p:sp>
    </p:spTree>
    <p:extLst>
      <p:ext uri="{BB962C8B-B14F-4D97-AF65-F5344CB8AC3E}">
        <p14:creationId xmlns:p14="http://schemas.microsoft.com/office/powerpoint/2010/main" val="760643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1/4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9770"/>
              </p:ext>
            </p:extLst>
          </p:nvPr>
        </p:nvGraphicFramePr>
        <p:xfrm>
          <a:off x="154982" y="808734"/>
          <a:ext cx="9608952" cy="548011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653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2/4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743570"/>
              </p:ext>
            </p:extLst>
          </p:nvPr>
        </p:nvGraphicFramePr>
        <p:xfrm>
          <a:off x="154982" y="808734"/>
          <a:ext cx="9608952" cy="514012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02709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339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3/4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447862"/>
              </p:ext>
            </p:extLst>
          </p:nvPr>
        </p:nvGraphicFramePr>
        <p:xfrm>
          <a:off x="154982" y="808736"/>
          <a:ext cx="9608952" cy="537134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3945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766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MATCHS 4/4</a:t>
            </a:r>
            <a:endParaRPr lang="fr-FR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944540"/>
              </p:ext>
            </p:extLst>
          </p:nvPr>
        </p:nvGraphicFramePr>
        <p:xfrm>
          <a:off x="154982" y="808734"/>
          <a:ext cx="9608952" cy="481429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41544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39885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445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709544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358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191945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</p:spTree>
    <p:extLst>
      <p:ext uri="{BB962C8B-B14F-4D97-AF65-F5344CB8AC3E}">
        <p14:creationId xmlns:p14="http://schemas.microsoft.com/office/powerpoint/2010/main" val="338383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2454</TotalTime>
  <Words>3167</Words>
  <Application>Microsoft Macintosh PowerPoint</Application>
  <PresentationFormat>Format A4 (210 x 297 mm)</PresentationFormat>
  <Paragraphs>840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69</cp:revision>
  <dcterms:created xsi:type="dcterms:W3CDTF">2013-01-27T09:14:16Z</dcterms:created>
  <dcterms:modified xsi:type="dcterms:W3CDTF">2026-06-29T18:31:10Z</dcterms:modified>
  <cp:category/>
</cp:coreProperties>
</file>