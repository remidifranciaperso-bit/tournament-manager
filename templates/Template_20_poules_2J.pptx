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9" r:id="rId2"/>
    <p:sldId id="264" r:id="rId3"/>
    <p:sldId id="267" r:id="rId4"/>
    <p:sldId id="271" r:id="rId5"/>
    <p:sldId id="272" r:id="rId6"/>
    <p:sldId id="273" r:id="rId7"/>
    <p:sldId id="274" r:id="rId8"/>
    <p:sldId id="275" r:id="rId9"/>
    <p:sldId id="261" r:id="rId10"/>
    <p:sldId id="262" r:id="rId11"/>
    <p:sldId id="270" r:id="rId12"/>
    <p:sldId id="263" r:id="rId13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96234"/>
              </p:ext>
            </p:extLst>
          </p:nvPr>
        </p:nvGraphicFramePr>
        <p:xfrm>
          <a:off x="176286" y="741861"/>
          <a:ext cx="9553428" cy="5105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8" name="Tableau 154">
            <a:extLst>
              <a:ext uri="{FF2B5EF4-FFF2-40B4-BE49-F238E27FC236}">
                <a16:creationId xmlns:a16="http://schemas.microsoft.com/office/drawing/2014/main" id="{F5584C43-F082-7E4A-BD8D-C8CE2AAF7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21632"/>
              </p:ext>
            </p:extLst>
          </p:nvPr>
        </p:nvGraphicFramePr>
        <p:xfrm>
          <a:off x="1137554" y="637211"/>
          <a:ext cx="7498268" cy="58748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12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au 154">
            <a:extLst>
              <a:ext uri="{FF2B5EF4-FFF2-40B4-BE49-F238E27FC236}">
                <a16:creationId xmlns:a16="http://schemas.microsoft.com/office/drawing/2014/main" id="{FC7C3D93-D15A-3B46-B06A-CFFD9525C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454928"/>
              </p:ext>
            </p:extLst>
          </p:nvPr>
        </p:nvGraphicFramePr>
        <p:xfrm>
          <a:off x="5008060" y="2572030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33" name="Tableau 154">
            <a:extLst>
              <a:ext uri="{FF2B5EF4-FFF2-40B4-BE49-F238E27FC236}">
                <a16:creationId xmlns:a16="http://schemas.microsoft.com/office/drawing/2014/main" id="{D3CD5AB4-4D33-4840-9703-1A5884C73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091239"/>
              </p:ext>
            </p:extLst>
          </p:nvPr>
        </p:nvGraphicFramePr>
        <p:xfrm>
          <a:off x="1238173" y="2572030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41" name="Tableau 154">
            <a:extLst>
              <a:ext uri="{FF2B5EF4-FFF2-40B4-BE49-F238E27FC236}">
                <a16:creationId xmlns:a16="http://schemas.microsoft.com/office/drawing/2014/main" id="{E832A536-4E5B-D841-9BA4-5CE07D565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96733"/>
              </p:ext>
            </p:extLst>
          </p:nvPr>
        </p:nvGraphicFramePr>
        <p:xfrm>
          <a:off x="5008060" y="3966634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kumimoji="0" lang="fr-F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POULE_D_</a:t>
                      </a: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42" name="Tableau 154">
            <a:extLst>
              <a:ext uri="{FF2B5EF4-FFF2-40B4-BE49-F238E27FC236}">
                <a16:creationId xmlns:a16="http://schemas.microsoft.com/office/drawing/2014/main" id="{2E0B1337-C9CC-E24A-92BA-F637ED9F7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962129"/>
              </p:ext>
            </p:extLst>
          </p:nvPr>
        </p:nvGraphicFramePr>
        <p:xfrm>
          <a:off x="1238172" y="3966634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A405E26-416A-5841-8D82-9AD59FDFC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625191"/>
              </p:ext>
            </p:extLst>
          </p:nvPr>
        </p:nvGraphicFramePr>
        <p:xfrm>
          <a:off x="3128742" y="1177426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67959029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ÉQUIPES EXEMPTÉES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63726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299425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44767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407163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813172"/>
                  </a:ext>
                </a:extLst>
              </a:tr>
            </a:tbl>
          </a:graphicData>
        </a:graphic>
      </p:graphicFrame>
      <p:sp>
        <p:nvSpPr>
          <p:cNvPr id="48" name="ZoneTexte 47">
            <a:extLst>
              <a:ext uri="{FF2B5EF4-FFF2-40B4-BE49-F238E27FC236}">
                <a16:creationId xmlns:a16="http://schemas.microsoft.com/office/drawing/2014/main" id="{E96492D4-7CB1-1744-B3AF-0700DE9D8F8F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</p:spTree>
    <p:extLst>
      <p:ext uri="{BB962C8B-B14F-4D97-AF65-F5344CB8AC3E}">
        <p14:creationId xmlns:p14="http://schemas.microsoft.com/office/powerpoint/2010/main" val="660824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A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{{PA_M2_CODE}}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{{PA_M3_CODE}}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{{PA_M4_CODE}}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{{PA_M5_CODE}}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175088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8207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B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315245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1617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C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407335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455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D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008000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024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37365" y="702185"/>
            <a:ext cx="1059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6470" y="702185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90816" y="702185"/>
            <a:ext cx="1111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60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{{WIN_POULE_A}}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3662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9389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3662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21124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9728" y="2271000"/>
            <a:ext cx="102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1688" y="2271000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60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{{WIN_POULE_B}}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9730" y="3847463"/>
            <a:ext cx="102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1" y="3847463"/>
            <a:ext cx="2756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90816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6000" y="4185910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{{WIN_POULE_C}}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5152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60879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5152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52613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167" y="5431356"/>
            <a:ext cx="10212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7365" y="5431356"/>
            <a:ext cx="2754841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9798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6000" y="576980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{{WIN_POULE_D}}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0998" y="1446132"/>
            <a:ext cx="102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0999" y="4589655"/>
            <a:ext cx="10212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81568" y="4589655"/>
            <a:ext cx="27599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26650" y="4589655"/>
            <a:ext cx="110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147" y="5300551"/>
            <a:ext cx="1028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7467652" y="5300551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5807" y="5300551"/>
            <a:ext cx="11089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590" y="3063383"/>
            <a:ext cx="948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4943" y="3063383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77115" y="3063383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069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99228" y="526178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3793" y="2215654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</p:spTree>
    <p:extLst>
      <p:ext uri="{BB962C8B-B14F-4D97-AF65-F5344CB8AC3E}">
        <p14:creationId xmlns:p14="http://schemas.microsoft.com/office/powerpoint/2010/main" val="1415592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1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643540"/>
              </p:ext>
            </p:extLst>
          </p:nvPr>
        </p:nvGraphicFramePr>
        <p:xfrm>
          <a:off x="154982" y="685904"/>
          <a:ext cx="9608952" cy="608839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3623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21489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5932843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22200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79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10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</a:t>
            </a: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MATCHS JOUR 2</a:t>
            </a:r>
            <a:endParaRPr lang="fr-FR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802140"/>
              </p:ext>
            </p:extLst>
          </p:nvPr>
        </p:nvGraphicFramePr>
        <p:xfrm>
          <a:off x="154982" y="685903"/>
          <a:ext cx="9608952" cy="358333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990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818680"/>
              </p:ext>
            </p:extLst>
          </p:nvPr>
        </p:nvGraphicFramePr>
        <p:xfrm>
          <a:off x="154982" y="844449"/>
          <a:ext cx="9546957" cy="55778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77431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23317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654135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04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491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2422</TotalTime>
  <Words>3270</Words>
  <Application>Microsoft Macintosh PowerPoint</Application>
  <PresentationFormat>Format A4 (210 x 297 mm)</PresentationFormat>
  <Paragraphs>650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86</cp:revision>
  <dcterms:created xsi:type="dcterms:W3CDTF">2013-01-27T09:14:16Z</dcterms:created>
  <dcterms:modified xsi:type="dcterms:W3CDTF">2026-06-26T13:09:18Z</dcterms:modified>
  <cp:category/>
</cp:coreProperties>
</file>