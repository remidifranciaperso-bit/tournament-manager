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9" r:id="rId2"/>
    <p:sldId id="281" r:id="rId3"/>
    <p:sldId id="283" r:id="rId4"/>
    <p:sldId id="264" r:id="rId5"/>
    <p:sldId id="282" r:id="rId6"/>
    <p:sldId id="274" r:id="rId7"/>
    <p:sldId id="265" r:id="rId8"/>
    <p:sldId id="261" r:id="rId9"/>
    <p:sldId id="275" r:id="rId10"/>
    <p:sldId id="272" r:id="rId11"/>
    <p:sldId id="279" r:id="rId12"/>
    <p:sldId id="280" r:id="rId13"/>
    <p:sldId id="262" r:id="rId14"/>
    <p:sldId id="277" r:id="rId15"/>
    <p:sldId id="263" r:id="rId16"/>
    <p:sldId id="269" r:id="rId17"/>
  </p:sldIdLst>
  <p:sldSz cx="9906000" cy="6858000" type="A4"/>
  <p:notesSz cx="6858000" cy="9144000"/>
  <p:defaultTextStyle>
    <a:defPPr>
      <a:defRPr lang="en-US"/>
    </a:defPPr>
    <a:lvl1pPr marL="0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419938" rtl="0" eaLnBrk="1" latinLnBrk="0" hangingPunct="1">
      <a:defRPr sz="1653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59" userDrawn="1">
          <p15:clr>
            <a:srgbClr val="A4A3A4"/>
          </p15:clr>
        </p15:guide>
        <p15:guide id="2" pos="266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1384" y="176"/>
      </p:cViewPr>
      <p:guideLst>
        <p:guide orient="horz" pos="1959"/>
        <p:guide pos="26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58DB49-402F-FB41-B58E-980CBE386162}" type="datetimeFigureOut">
              <a:rPr lang="fr-FR" smtClean="0"/>
              <a:t>29/06/2026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88C9A40-B94C-6A45-93D8-A04E1246FE3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41580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1pPr>
    <a:lvl2pPr marL="419938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2pPr>
    <a:lvl3pPr marL="83987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3pPr>
    <a:lvl4pPr marL="1259815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4pPr>
    <a:lvl5pPr marL="1679753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5pPr>
    <a:lvl6pPr marL="2099691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6pPr>
    <a:lvl7pPr marL="2519629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7pPr>
    <a:lvl8pPr marL="2939567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8pPr>
    <a:lvl9pPr marL="3359506" algn="l" defTabSz="839876" rtl="0" eaLnBrk="1" latinLnBrk="0" hangingPunct="1">
      <a:defRPr sz="1102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5585" y="1931872"/>
            <a:ext cx="7203293" cy="133302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169" y="3524010"/>
            <a:ext cx="5932124" cy="1589259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145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8291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2437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65835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0729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4875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9021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316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9424" y="3996182"/>
            <a:ext cx="7203293" cy="1235131"/>
          </a:xfrm>
        </p:spPr>
        <p:txBody>
          <a:bodyPr anchor="t"/>
          <a:lstStyle>
            <a:lvl1pPr algn="l">
              <a:defRPr sz="362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9424" y="2635811"/>
            <a:ext cx="7203293" cy="1360371"/>
          </a:xfrm>
        </p:spPr>
        <p:txBody>
          <a:bodyPr anchor="b"/>
          <a:lstStyle>
            <a:lvl1pPr marL="0" indent="0">
              <a:buNone/>
              <a:defRPr sz="1814">
                <a:solidFill>
                  <a:schemeClr val="tx1">
                    <a:tint val="75000"/>
                  </a:schemeClr>
                </a:solidFill>
              </a:defRPr>
            </a:lvl1pPr>
            <a:lvl2pPr marL="414589" indent="0">
              <a:buNone/>
              <a:defRPr sz="1632">
                <a:solidFill>
                  <a:schemeClr val="tx1">
                    <a:tint val="75000"/>
                  </a:schemeClr>
                </a:solidFill>
              </a:defRPr>
            </a:lvl2pPr>
            <a:lvl3pPr marL="829178" indent="0">
              <a:buNone/>
              <a:defRPr sz="1451">
                <a:solidFill>
                  <a:schemeClr val="tx1">
                    <a:tint val="75000"/>
                  </a:schemeClr>
                </a:solidFill>
              </a:defRPr>
            </a:lvl3pPr>
            <a:lvl4pPr marL="1243767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4pPr>
            <a:lvl5pPr marL="1658356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5pPr>
            <a:lvl6pPr marL="2072945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6pPr>
            <a:lvl7pPr marL="2487534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7pPr>
            <a:lvl8pPr marL="2902123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8pPr>
            <a:lvl9pPr marL="3316712" indent="0">
              <a:buNone/>
              <a:defRPr sz="1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3723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07852" y="1451063"/>
            <a:ext cx="3742888" cy="4104148"/>
          </a:xfrm>
        </p:spPr>
        <p:txBody>
          <a:bodyPr/>
          <a:lstStyle>
            <a:lvl1pPr>
              <a:defRPr sz="2539"/>
            </a:lvl1pPr>
            <a:lvl2pPr>
              <a:defRPr sz="2176"/>
            </a:lvl2pPr>
            <a:lvl3pPr>
              <a:defRPr sz="1814"/>
            </a:lvl3pPr>
            <a:lvl4pPr>
              <a:defRPr sz="1632"/>
            </a:lvl4pPr>
            <a:lvl5pPr>
              <a:defRPr sz="1632"/>
            </a:lvl5pPr>
            <a:lvl6pPr>
              <a:defRPr sz="1632"/>
            </a:lvl6pPr>
            <a:lvl7pPr>
              <a:defRPr sz="1632"/>
            </a:lvl7pPr>
            <a:lvl8pPr>
              <a:defRPr sz="1632"/>
            </a:lvl8pPr>
            <a:lvl9pPr>
              <a:defRPr sz="1632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392042"/>
            <a:ext cx="3744359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3723" y="1972179"/>
            <a:ext cx="3744359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04910" y="1392042"/>
            <a:ext cx="3745830" cy="580137"/>
          </a:xfrm>
        </p:spPr>
        <p:txBody>
          <a:bodyPr anchor="b"/>
          <a:lstStyle>
            <a:lvl1pPr marL="0" indent="0">
              <a:buNone/>
              <a:defRPr sz="2176" b="1"/>
            </a:lvl1pPr>
            <a:lvl2pPr marL="414589" indent="0">
              <a:buNone/>
              <a:defRPr sz="1814" b="1"/>
            </a:lvl2pPr>
            <a:lvl3pPr marL="829178" indent="0">
              <a:buNone/>
              <a:defRPr sz="1632" b="1"/>
            </a:lvl3pPr>
            <a:lvl4pPr marL="1243767" indent="0">
              <a:buNone/>
              <a:defRPr sz="1451" b="1"/>
            </a:lvl4pPr>
            <a:lvl5pPr marL="1658356" indent="0">
              <a:buNone/>
              <a:defRPr sz="1451" b="1"/>
            </a:lvl5pPr>
            <a:lvl6pPr marL="2072945" indent="0">
              <a:buNone/>
              <a:defRPr sz="1451" b="1"/>
            </a:lvl6pPr>
            <a:lvl7pPr marL="2487534" indent="0">
              <a:buNone/>
              <a:defRPr sz="1451" b="1"/>
            </a:lvl7pPr>
            <a:lvl8pPr marL="2902123" indent="0">
              <a:buNone/>
              <a:defRPr sz="1451" b="1"/>
            </a:lvl8pPr>
            <a:lvl9pPr marL="3316712" indent="0">
              <a:buNone/>
              <a:defRPr sz="145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304910" y="1972179"/>
            <a:ext cx="3745830" cy="3583032"/>
          </a:xfrm>
        </p:spPr>
        <p:txBody>
          <a:bodyPr/>
          <a:lstStyle>
            <a:lvl1pPr>
              <a:defRPr sz="2176"/>
            </a:lvl1pPr>
            <a:lvl2pPr>
              <a:defRPr sz="1814"/>
            </a:lvl2pPr>
            <a:lvl3pPr>
              <a:defRPr sz="1632"/>
            </a:lvl3pPr>
            <a:lvl4pPr>
              <a:defRPr sz="1451"/>
            </a:lvl4pPr>
            <a:lvl5pPr>
              <a:defRPr sz="1451"/>
            </a:lvl5pPr>
            <a:lvl6pPr>
              <a:defRPr sz="1451"/>
            </a:lvl6pPr>
            <a:lvl7pPr>
              <a:defRPr sz="1451"/>
            </a:lvl7pPr>
            <a:lvl8pPr>
              <a:defRPr sz="1451"/>
            </a:lvl8pPr>
            <a:lvl9pPr>
              <a:defRPr sz="1451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3724" y="247602"/>
            <a:ext cx="2788040" cy="1053748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13280" y="247602"/>
            <a:ext cx="4737460" cy="5307609"/>
          </a:xfrm>
        </p:spPr>
        <p:txBody>
          <a:bodyPr/>
          <a:lstStyle>
            <a:lvl1pPr>
              <a:defRPr sz="2902"/>
            </a:lvl1pPr>
            <a:lvl2pPr>
              <a:defRPr sz="2539"/>
            </a:lvl2pPr>
            <a:lvl3pPr>
              <a:defRPr sz="2176"/>
            </a:lvl3pPr>
            <a:lvl4pPr>
              <a:defRPr sz="1814"/>
            </a:lvl4pPr>
            <a:lvl5pPr>
              <a:defRPr sz="1814"/>
            </a:lvl5pPr>
            <a:lvl6pPr>
              <a:defRPr sz="1814"/>
            </a:lvl6pPr>
            <a:lvl7pPr>
              <a:defRPr sz="1814"/>
            </a:lvl7pPr>
            <a:lvl8pPr>
              <a:defRPr sz="1814"/>
            </a:lvl8pPr>
            <a:lvl9pPr>
              <a:defRPr sz="181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3724" y="1301350"/>
            <a:ext cx="2788040" cy="4253861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1054" y="4353189"/>
            <a:ext cx="5084678" cy="513919"/>
          </a:xfrm>
        </p:spPr>
        <p:txBody>
          <a:bodyPr anchor="b"/>
          <a:lstStyle>
            <a:lvl1pPr algn="l">
              <a:defRPr sz="1814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61054" y="555665"/>
            <a:ext cx="5084678" cy="3731305"/>
          </a:xfrm>
        </p:spPr>
        <p:txBody>
          <a:bodyPr/>
          <a:lstStyle>
            <a:lvl1pPr marL="0" indent="0">
              <a:buNone/>
              <a:defRPr sz="2902"/>
            </a:lvl1pPr>
            <a:lvl2pPr marL="414589" indent="0">
              <a:buNone/>
              <a:defRPr sz="2539"/>
            </a:lvl2pPr>
            <a:lvl3pPr marL="829178" indent="0">
              <a:buNone/>
              <a:defRPr sz="2176"/>
            </a:lvl3pPr>
            <a:lvl4pPr marL="1243767" indent="0">
              <a:buNone/>
              <a:defRPr sz="1814"/>
            </a:lvl4pPr>
            <a:lvl5pPr marL="1658356" indent="0">
              <a:buNone/>
              <a:defRPr sz="1814"/>
            </a:lvl5pPr>
            <a:lvl6pPr marL="2072945" indent="0">
              <a:buNone/>
              <a:defRPr sz="1814"/>
            </a:lvl6pPr>
            <a:lvl7pPr marL="2487534" indent="0">
              <a:buNone/>
              <a:defRPr sz="1814"/>
            </a:lvl7pPr>
            <a:lvl8pPr marL="2902123" indent="0">
              <a:buNone/>
              <a:defRPr sz="1814"/>
            </a:lvl8pPr>
            <a:lvl9pPr marL="3316712" indent="0">
              <a:buNone/>
              <a:defRPr sz="1814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61054" y="4867107"/>
            <a:ext cx="5084678" cy="729850"/>
          </a:xfrm>
        </p:spPr>
        <p:txBody>
          <a:bodyPr/>
          <a:lstStyle>
            <a:lvl1pPr marL="0" indent="0">
              <a:buNone/>
              <a:defRPr sz="1270"/>
            </a:lvl1pPr>
            <a:lvl2pPr marL="414589" indent="0">
              <a:buNone/>
              <a:defRPr sz="1088"/>
            </a:lvl2pPr>
            <a:lvl3pPr marL="829178" indent="0">
              <a:buNone/>
              <a:defRPr sz="907"/>
            </a:lvl3pPr>
            <a:lvl4pPr marL="1243767" indent="0">
              <a:buNone/>
              <a:defRPr sz="816"/>
            </a:lvl4pPr>
            <a:lvl5pPr marL="1658356" indent="0">
              <a:buNone/>
              <a:defRPr sz="816"/>
            </a:lvl5pPr>
            <a:lvl6pPr marL="2072945" indent="0">
              <a:buNone/>
              <a:defRPr sz="816"/>
            </a:lvl6pPr>
            <a:lvl7pPr marL="2487534" indent="0">
              <a:buNone/>
              <a:defRPr sz="816"/>
            </a:lvl7pPr>
            <a:lvl8pPr marL="2902123" indent="0">
              <a:buNone/>
              <a:defRPr sz="816"/>
            </a:lvl8pPr>
            <a:lvl9pPr marL="3316712" indent="0">
              <a:buNone/>
              <a:defRPr sz="816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43986" y="249042"/>
            <a:ext cx="1906754" cy="530616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23723" y="249042"/>
            <a:ext cx="5579021" cy="530616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3723" y="249042"/>
            <a:ext cx="7627016" cy="10364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3723" y="1451063"/>
            <a:ext cx="7627016" cy="41041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23723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5441" y="5763945"/>
            <a:ext cx="2683580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073365" y="5763945"/>
            <a:ext cx="1977375" cy="3310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14589" rtl="0" eaLnBrk="1" latinLnBrk="0" hangingPunct="1">
        <a:spcBef>
          <a:spcPct val="0"/>
        </a:spcBef>
        <a:buNone/>
        <a:defRPr sz="399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10942" indent="-310942" algn="l" defTabSz="414589" rtl="0" eaLnBrk="1" latinLnBrk="0" hangingPunct="1">
        <a:spcBef>
          <a:spcPct val="20000"/>
        </a:spcBef>
        <a:buFont typeface="Arial"/>
        <a:buChar char="•"/>
        <a:defRPr sz="2902" kern="1200">
          <a:solidFill>
            <a:schemeClr val="tx1"/>
          </a:solidFill>
          <a:latin typeface="+mn-lt"/>
          <a:ea typeface="+mn-ea"/>
          <a:cs typeface="+mn-cs"/>
        </a:defRPr>
      </a:lvl1pPr>
      <a:lvl2pPr marL="673707" indent="-259118" algn="l" defTabSz="414589" rtl="0" eaLnBrk="1" latinLnBrk="0" hangingPunct="1">
        <a:spcBef>
          <a:spcPct val="20000"/>
        </a:spcBef>
        <a:buFont typeface="Arial"/>
        <a:buChar char="–"/>
        <a:defRPr sz="2539" kern="1200">
          <a:solidFill>
            <a:schemeClr val="tx1"/>
          </a:solidFill>
          <a:latin typeface="+mn-lt"/>
          <a:ea typeface="+mn-ea"/>
          <a:cs typeface="+mn-cs"/>
        </a:defRPr>
      </a:lvl2pPr>
      <a:lvl3pPr marL="1036472" indent="-207294" algn="l" defTabSz="414589" rtl="0" eaLnBrk="1" latinLnBrk="0" hangingPunct="1">
        <a:spcBef>
          <a:spcPct val="20000"/>
        </a:spcBef>
        <a:buFont typeface="Arial"/>
        <a:buChar char="•"/>
        <a:defRPr sz="2176" kern="1200">
          <a:solidFill>
            <a:schemeClr val="tx1"/>
          </a:solidFill>
          <a:latin typeface="+mn-lt"/>
          <a:ea typeface="+mn-ea"/>
          <a:cs typeface="+mn-cs"/>
        </a:defRPr>
      </a:lvl3pPr>
      <a:lvl4pPr marL="1451061" indent="-207294" algn="l" defTabSz="414589" rtl="0" eaLnBrk="1" latinLnBrk="0" hangingPunct="1">
        <a:spcBef>
          <a:spcPct val="20000"/>
        </a:spcBef>
        <a:buFont typeface="Arial"/>
        <a:buChar char="–"/>
        <a:defRPr sz="1814" kern="1200">
          <a:solidFill>
            <a:schemeClr val="tx1"/>
          </a:solidFill>
          <a:latin typeface="+mn-lt"/>
          <a:ea typeface="+mn-ea"/>
          <a:cs typeface="+mn-cs"/>
        </a:defRPr>
      </a:lvl4pPr>
      <a:lvl5pPr marL="1865650" indent="-207294" algn="l" defTabSz="414589" rtl="0" eaLnBrk="1" latinLnBrk="0" hangingPunct="1">
        <a:spcBef>
          <a:spcPct val="20000"/>
        </a:spcBef>
        <a:buFont typeface="Arial"/>
        <a:buChar char="»"/>
        <a:defRPr sz="1814" kern="1200">
          <a:solidFill>
            <a:schemeClr val="tx1"/>
          </a:solidFill>
          <a:latin typeface="+mn-lt"/>
          <a:ea typeface="+mn-ea"/>
          <a:cs typeface="+mn-cs"/>
        </a:defRPr>
      </a:lvl5pPr>
      <a:lvl6pPr marL="2280239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6pPr>
      <a:lvl7pPr marL="2694828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7pPr>
      <a:lvl8pPr marL="3109417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8pPr>
      <a:lvl9pPr marL="3524006" indent="-207294" algn="l" defTabSz="414589" rtl="0" eaLnBrk="1" latinLnBrk="0" hangingPunct="1">
        <a:spcBef>
          <a:spcPct val="20000"/>
        </a:spcBef>
        <a:buFont typeface="Arial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1pPr>
      <a:lvl2pPr marL="414589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2pPr>
      <a:lvl3pPr marL="829178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3pPr>
      <a:lvl4pPr marL="1243767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4pPr>
      <a:lvl5pPr marL="1658356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5pPr>
      <a:lvl6pPr marL="2072945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6pPr>
      <a:lvl7pPr marL="2487534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7pPr>
      <a:lvl8pPr marL="2902123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8pPr>
      <a:lvl9pPr marL="3316712" algn="l" defTabSz="414589" rtl="0" eaLnBrk="1" latinLnBrk="0" hangingPunct="1">
        <a:defRPr sz="163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PARTICIPANTS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4223677"/>
              </p:ext>
            </p:extLst>
          </p:nvPr>
        </p:nvGraphicFramePr>
        <p:xfrm>
          <a:off x="176286" y="741862"/>
          <a:ext cx="9553428" cy="44196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592238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  <a:gridCol w="1592238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13819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J2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00455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Nom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Classement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Poids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1057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CONVOCATIONS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2440989"/>
              </p:ext>
            </p:extLst>
          </p:nvPr>
        </p:nvGraphicFramePr>
        <p:xfrm>
          <a:off x="1203866" y="695310"/>
          <a:ext cx="7498268" cy="455592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5501303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996965">
                  <a:extLst>
                    <a:ext uri="{9D8B030D-6E8A-4147-A177-3AD203B41FA5}">
                      <a16:colId xmlns:a16="http://schemas.microsoft.com/office/drawing/2014/main" val="1563407005"/>
                    </a:ext>
                  </a:extLst>
                </a:gridCol>
              </a:tblGrid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9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2699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{{CONV_NOMS}}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{{CONV_HORAIRE}}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94921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1514948" y="699853"/>
            <a:ext cx="10594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1513528" y="699853"/>
            <a:ext cx="2765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3094751" y="699853"/>
            <a:ext cx="1187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265906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257439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1513528" y="686494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153231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153231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{{P1_EQ2}}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165296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165296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1510383" y="2268668"/>
            <a:ext cx="104605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1513529" y="2268668"/>
            <a:ext cx="2765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3188420" y="2268668"/>
            <a:ext cx="10867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2654500" y="282106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2569835" y="334798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1508964" y="2255309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1532317" y="26071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1532317" y="303074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{{P2_EQ2}}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1648405" y="282891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1648405" y="326093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1510385" y="3845131"/>
            <a:ext cx="104605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1513529" y="3845131"/>
            <a:ext cx="27570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3167874" y="3845131"/>
            <a:ext cx="11073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2654500" y="439752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2569835" y="492444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1508964" y="3831772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1508964" y="4094447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1508964" y="4928580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1532317" y="418357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1532317" y="460720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{{P3_EQ2}}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1648405" y="440537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1648405" y="483740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1505819" y="5429024"/>
            <a:ext cx="10023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1508965" y="5429024"/>
            <a:ext cx="2770522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3158746" y="5429024"/>
            <a:ext cx="1111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2649936" y="598141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2565271" y="650833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1504400" y="5415665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1532317" y="576747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1532317" y="61911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{{P4_EQ2}}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1643841" y="59892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1643841" y="642129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TOUR PRÉLIMINAIRE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61" name="ZoneTexte 60">
            <a:extLst>
              <a:ext uri="{FF2B5EF4-FFF2-40B4-BE49-F238E27FC236}">
                <a16:creationId xmlns:a16="http://schemas.microsoft.com/office/drawing/2014/main" id="{5E7EFB94-0B5F-AF40-9B7E-696190B5FE95}"/>
              </a:ext>
            </a:extLst>
          </p:cNvPr>
          <p:cNvSpPr txBox="1"/>
          <p:nvPr/>
        </p:nvSpPr>
        <p:spPr>
          <a:xfrm>
            <a:off x="5533817" y="699853"/>
            <a:ext cx="10924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{{P5_CODE}}</a:t>
            </a:r>
          </a:p>
        </p:txBody>
      </p:sp>
      <p:sp>
        <p:nvSpPr>
          <p:cNvPr id="62" name="ZoneTexte 61">
            <a:extLst>
              <a:ext uri="{FF2B5EF4-FFF2-40B4-BE49-F238E27FC236}">
                <a16:creationId xmlns:a16="http://schemas.microsoft.com/office/drawing/2014/main" id="{88939D26-74E7-D940-899A-EDEC8BF1A9B2}"/>
              </a:ext>
            </a:extLst>
          </p:cNvPr>
          <p:cNvSpPr txBox="1"/>
          <p:nvPr/>
        </p:nvSpPr>
        <p:spPr>
          <a:xfrm>
            <a:off x="5532398" y="699853"/>
            <a:ext cx="276595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{{P5_TERRAIN}}</a:t>
            </a:r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E2C1B7F9-C31C-7B47-A350-869F35E97D7D}"/>
              </a:ext>
            </a:extLst>
          </p:cNvPr>
          <p:cNvSpPr txBox="1"/>
          <p:nvPr/>
        </p:nvSpPr>
        <p:spPr>
          <a:xfrm>
            <a:off x="7117935" y="699853"/>
            <a:ext cx="1182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{{P5_HEURE}}</a:t>
            </a:r>
          </a:p>
        </p:txBody>
      </p:sp>
      <p:sp>
        <p:nvSpPr>
          <p:cNvPr id="69" name="ZoneTexte 68">
            <a:extLst>
              <a:ext uri="{FF2B5EF4-FFF2-40B4-BE49-F238E27FC236}">
                <a16:creationId xmlns:a16="http://schemas.microsoft.com/office/drawing/2014/main" id="{87FBE093-4E46-A64A-B6B2-DB61950B5CD5}"/>
              </a:ext>
            </a:extLst>
          </p:cNvPr>
          <p:cNvSpPr txBox="1"/>
          <p:nvPr/>
        </p:nvSpPr>
        <p:spPr>
          <a:xfrm>
            <a:off x="6677934" y="125224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FD733381-2536-124F-B958-B27B4D1BCAC1}"/>
              </a:ext>
            </a:extLst>
          </p:cNvPr>
          <p:cNvSpPr txBox="1"/>
          <p:nvPr/>
        </p:nvSpPr>
        <p:spPr>
          <a:xfrm>
            <a:off x="6593269" y="177916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9" name="Groupe 78">
            <a:extLst>
              <a:ext uri="{FF2B5EF4-FFF2-40B4-BE49-F238E27FC236}">
                <a16:creationId xmlns:a16="http://schemas.microsoft.com/office/drawing/2014/main" id="{76A3B43B-37F2-2447-B816-2482AD104D15}"/>
              </a:ext>
            </a:extLst>
          </p:cNvPr>
          <p:cNvGrpSpPr/>
          <p:nvPr/>
        </p:nvGrpSpPr>
        <p:grpSpPr>
          <a:xfrm>
            <a:off x="5532398" y="686494"/>
            <a:ext cx="2770524" cy="1354907"/>
            <a:chOff x="336470" y="583726"/>
            <a:chExt cx="2770524" cy="1354907"/>
          </a:xfrm>
        </p:grpSpPr>
        <p:sp>
          <p:nvSpPr>
            <p:cNvPr id="80" name="Rounded Rectangle 2">
              <a:extLst>
                <a:ext uri="{FF2B5EF4-FFF2-40B4-BE49-F238E27FC236}">
                  <a16:creationId xmlns:a16="http://schemas.microsoft.com/office/drawing/2014/main" id="{4D25B46B-600F-8B4A-B2E1-1B7BC1149A94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81" name="Connecteur droit 80">
              <a:extLst>
                <a:ext uri="{FF2B5EF4-FFF2-40B4-BE49-F238E27FC236}">
                  <a16:creationId xmlns:a16="http://schemas.microsoft.com/office/drawing/2014/main" id="{E7312FDE-D8F0-1F47-B8A6-714956B4760B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Connecteur droit 81">
              <a:extLst>
                <a:ext uri="{FF2B5EF4-FFF2-40B4-BE49-F238E27FC236}">
                  <a16:creationId xmlns:a16="http://schemas.microsoft.com/office/drawing/2014/main" id="{5BCA318A-46BA-BA48-AF32-C4209E30BE5C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3" name="ZoneTexte 82">
            <a:extLst>
              <a:ext uri="{FF2B5EF4-FFF2-40B4-BE49-F238E27FC236}">
                <a16:creationId xmlns:a16="http://schemas.microsoft.com/office/drawing/2014/main" id="{DEE24FA8-5612-184A-BD76-76A4CFFCC0F6}"/>
              </a:ext>
            </a:extLst>
          </p:cNvPr>
          <p:cNvSpPr txBox="1"/>
          <p:nvPr/>
        </p:nvSpPr>
        <p:spPr>
          <a:xfrm>
            <a:off x="5551187" y="10383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{{P5_EQ1}}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8B2AE393-9E3C-4043-9B2B-2721D64A9304}"/>
              </a:ext>
            </a:extLst>
          </p:cNvPr>
          <p:cNvSpPr txBox="1"/>
          <p:nvPr/>
        </p:nvSpPr>
        <p:spPr>
          <a:xfrm>
            <a:off x="5551187" y="146192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{{P5_EQ2}}</a:t>
            </a:r>
          </a:p>
        </p:txBody>
      </p: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A7629B22-A748-CE40-8865-368C9C0F459B}"/>
              </a:ext>
            </a:extLst>
          </p:cNvPr>
          <p:cNvCxnSpPr/>
          <p:nvPr/>
        </p:nvCxnSpPr>
        <p:spPr>
          <a:xfrm>
            <a:off x="5671839" y="126009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eur droit 85">
            <a:extLst>
              <a:ext uri="{FF2B5EF4-FFF2-40B4-BE49-F238E27FC236}">
                <a16:creationId xmlns:a16="http://schemas.microsoft.com/office/drawing/2014/main" id="{927A3274-1C03-8844-9516-01EE8D4C8483}"/>
              </a:ext>
            </a:extLst>
          </p:cNvPr>
          <p:cNvCxnSpPr/>
          <p:nvPr/>
        </p:nvCxnSpPr>
        <p:spPr>
          <a:xfrm>
            <a:off x="5671839" y="169212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7" name="ZoneTexte 86">
            <a:extLst>
              <a:ext uri="{FF2B5EF4-FFF2-40B4-BE49-F238E27FC236}">
                <a16:creationId xmlns:a16="http://schemas.microsoft.com/office/drawing/2014/main" id="{421CB426-22DF-7F42-AF64-677B6359DD08}"/>
              </a:ext>
            </a:extLst>
          </p:cNvPr>
          <p:cNvSpPr txBox="1"/>
          <p:nvPr/>
        </p:nvSpPr>
        <p:spPr>
          <a:xfrm>
            <a:off x="5529253" y="2268668"/>
            <a:ext cx="105488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{{P6_CODE}}</a:t>
            </a:r>
          </a:p>
        </p:txBody>
      </p:sp>
      <p:sp>
        <p:nvSpPr>
          <p:cNvPr id="88" name="ZoneTexte 87">
            <a:extLst>
              <a:ext uri="{FF2B5EF4-FFF2-40B4-BE49-F238E27FC236}">
                <a16:creationId xmlns:a16="http://schemas.microsoft.com/office/drawing/2014/main" id="{F632BB6A-D9E1-3A4B-9379-4976AC1BC9DF}"/>
              </a:ext>
            </a:extLst>
          </p:cNvPr>
          <p:cNvSpPr txBox="1"/>
          <p:nvPr/>
        </p:nvSpPr>
        <p:spPr>
          <a:xfrm>
            <a:off x="5532399" y="2268668"/>
            <a:ext cx="276595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9" name="ZoneTexte 88">
            <a:extLst>
              <a:ext uri="{FF2B5EF4-FFF2-40B4-BE49-F238E27FC236}">
                <a16:creationId xmlns:a16="http://schemas.microsoft.com/office/drawing/2014/main" id="{EDCCC8F5-457C-0243-8D39-969799B54B82}"/>
              </a:ext>
            </a:extLst>
          </p:cNvPr>
          <p:cNvSpPr txBox="1"/>
          <p:nvPr/>
        </p:nvSpPr>
        <p:spPr>
          <a:xfrm>
            <a:off x="7177616" y="2268668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{{P6_HEURE}}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F83B2FCF-1A3E-DD45-A840-570B4D8188BA}"/>
              </a:ext>
            </a:extLst>
          </p:cNvPr>
          <p:cNvSpPr txBox="1"/>
          <p:nvPr/>
        </p:nvSpPr>
        <p:spPr>
          <a:xfrm>
            <a:off x="6673370" y="282106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91" name="ZoneTexte 90">
            <a:extLst>
              <a:ext uri="{FF2B5EF4-FFF2-40B4-BE49-F238E27FC236}">
                <a16:creationId xmlns:a16="http://schemas.microsoft.com/office/drawing/2014/main" id="{EA5E0A30-A75A-4D4F-BB7B-DF13543CDCFC}"/>
              </a:ext>
            </a:extLst>
          </p:cNvPr>
          <p:cNvSpPr txBox="1"/>
          <p:nvPr/>
        </p:nvSpPr>
        <p:spPr>
          <a:xfrm>
            <a:off x="6588705" y="334798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92" name="Groupe 91">
            <a:extLst>
              <a:ext uri="{FF2B5EF4-FFF2-40B4-BE49-F238E27FC236}">
                <a16:creationId xmlns:a16="http://schemas.microsoft.com/office/drawing/2014/main" id="{76523FAC-5892-8546-B345-FDAED1ABB501}"/>
              </a:ext>
            </a:extLst>
          </p:cNvPr>
          <p:cNvGrpSpPr/>
          <p:nvPr/>
        </p:nvGrpSpPr>
        <p:grpSpPr>
          <a:xfrm>
            <a:off x="5527834" y="2255309"/>
            <a:ext cx="2770524" cy="1354907"/>
            <a:chOff x="336470" y="583726"/>
            <a:chExt cx="2770524" cy="1354907"/>
          </a:xfrm>
        </p:grpSpPr>
        <p:sp>
          <p:nvSpPr>
            <p:cNvPr id="93" name="Rounded Rectangle 2">
              <a:extLst>
                <a:ext uri="{FF2B5EF4-FFF2-40B4-BE49-F238E27FC236}">
                  <a16:creationId xmlns:a16="http://schemas.microsoft.com/office/drawing/2014/main" id="{CB8C5063-C3BA-5B4F-A82B-37D3288C89E5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4" name="Connecteur droit 93">
              <a:extLst>
                <a:ext uri="{FF2B5EF4-FFF2-40B4-BE49-F238E27FC236}">
                  <a16:creationId xmlns:a16="http://schemas.microsoft.com/office/drawing/2014/main" id="{5164FFC9-267C-7E4E-9EEE-0A50408AF86F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necteur droit 94">
              <a:extLst>
                <a:ext uri="{FF2B5EF4-FFF2-40B4-BE49-F238E27FC236}">
                  <a16:creationId xmlns:a16="http://schemas.microsoft.com/office/drawing/2014/main" id="{E045EB6E-7FEA-A74A-ABA5-56EE3F51470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ZoneTexte 95">
            <a:extLst>
              <a:ext uri="{FF2B5EF4-FFF2-40B4-BE49-F238E27FC236}">
                <a16:creationId xmlns:a16="http://schemas.microsoft.com/office/drawing/2014/main" id="{F4DAA171-8D3C-B54F-8B0A-07E36E43919E}"/>
              </a:ext>
            </a:extLst>
          </p:cNvPr>
          <p:cNvSpPr txBox="1"/>
          <p:nvPr/>
        </p:nvSpPr>
        <p:spPr>
          <a:xfrm>
            <a:off x="5551187" y="2607115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{{P6_EQ1}}</a:t>
            </a:r>
          </a:p>
        </p:txBody>
      </p:sp>
      <p:sp>
        <p:nvSpPr>
          <p:cNvPr id="97" name="ZoneTexte 96">
            <a:extLst>
              <a:ext uri="{FF2B5EF4-FFF2-40B4-BE49-F238E27FC236}">
                <a16:creationId xmlns:a16="http://schemas.microsoft.com/office/drawing/2014/main" id="{B6361CEB-DA0E-CF44-B482-DC1972291298}"/>
              </a:ext>
            </a:extLst>
          </p:cNvPr>
          <p:cNvSpPr txBox="1"/>
          <p:nvPr/>
        </p:nvSpPr>
        <p:spPr>
          <a:xfrm>
            <a:off x="5551187" y="3030744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{{P6_EQ2}}</a:t>
            </a:r>
          </a:p>
        </p:txBody>
      </p:sp>
      <p:cxnSp>
        <p:nvCxnSpPr>
          <p:cNvPr id="98" name="Connecteur droit 97">
            <a:extLst>
              <a:ext uri="{FF2B5EF4-FFF2-40B4-BE49-F238E27FC236}">
                <a16:creationId xmlns:a16="http://schemas.microsoft.com/office/drawing/2014/main" id="{92DE3A40-AADD-4A46-B5EF-5922FA5F9FF9}"/>
              </a:ext>
            </a:extLst>
          </p:cNvPr>
          <p:cNvCxnSpPr/>
          <p:nvPr/>
        </p:nvCxnSpPr>
        <p:spPr>
          <a:xfrm>
            <a:off x="5667275" y="282891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eur droit 98">
            <a:extLst>
              <a:ext uri="{FF2B5EF4-FFF2-40B4-BE49-F238E27FC236}">
                <a16:creationId xmlns:a16="http://schemas.microsoft.com/office/drawing/2014/main" id="{1B3E69DD-5861-054E-A5AC-B91D4F18141F}"/>
              </a:ext>
            </a:extLst>
          </p:cNvPr>
          <p:cNvCxnSpPr/>
          <p:nvPr/>
        </p:nvCxnSpPr>
        <p:spPr>
          <a:xfrm>
            <a:off x="5667275" y="326093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ZoneTexte 99">
            <a:extLst>
              <a:ext uri="{FF2B5EF4-FFF2-40B4-BE49-F238E27FC236}">
                <a16:creationId xmlns:a16="http://schemas.microsoft.com/office/drawing/2014/main" id="{595E0A3F-500E-974F-B176-0CAD9997B7CF}"/>
              </a:ext>
            </a:extLst>
          </p:cNvPr>
          <p:cNvSpPr txBox="1"/>
          <p:nvPr/>
        </p:nvSpPr>
        <p:spPr>
          <a:xfrm>
            <a:off x="5529255" y="3845131"/>
            <a:ext cx="104605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{{P7_CODE}}</a:t>
            </a:r>
          </a:p>
        </p:txBody>
      </p:sp>
      <p:sp>
        <p:nvSpPr>
          <p:cNvPr id="101" name="ZoneTexte 100">
            <a:extLst>
              <a:ext uri="{FF2B5EF4-FFF2-40B4-BE49-F238E27FC236}">
                <a16:creationId xmlns:a16="http://schemas.microsoft.com/office/drawing/2014/main" id="{AF725F80-B64B-D947-818F-B5A572356FDE}"/>
              </a:ext>
            </a:extLst>
          </p:cNvPr>
          <p:cNvSpPr txBox="1"/>
          <p:nvPr/>
        </p:nvSpPr>
        <p:spPr>
          <a:xfrm>
            <a:off x="5532399" y="3845131"/>
            <a:ext cx="27570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{{P7_TERRAIN}}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B8CF3B50-21CB-254A-A25A-50996FF97A86}"/>
              </a:ext>
            </a:extLst>
          </p:cNvPr>
          <p:cNvSpPr txBox="1"/>
          <p:nvPr/>
        </p:nvSpPr>
        <p:spPr>
          <a:xfrm>
            <a:off x="7058987" y="3845131"/>
            <a:ext cx="12350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{{P7_HEURE}}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2FD9A4BF-92F4-3849-A5F1-CEEE909AA2D7}"/>
              </a:ext>
            </a:extLst>
          </p:cNvPr>
          <p:cNvSpPr txBox="1"/>
          <p:nvPr/>
        </p:nvSpPr>
        <p:spPr>
          <a:xfrm>
            <a:off x="6673370" y="439752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4" name="ZoneTexte 103">
            <a:extLst>
              <a:ext uri="{FF2B5EF4-FFF2-40B4-BE49-F238E27FC236}">
                <a16:creationId xmlns:a16="http://schemas.microsoft.com/office/drawing/2014/main" id="{D1F4A15A-409F-BC4E-BC3C-91B8AE68C2C7}"/>
              </a:ext>
            </a:extLst>
          </p:cNvPr>
          <p:cNvSpPr txBox="1"/>
          <p:nvPr/>
        </p:nvSpPr>
        <p:spPr>
          <a:xfrm>
            <a:off x="6588705" y="492444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5" name="Rounded Rectangle 2">
            <a:extLst>
              <a:ext uri="{FF2B5EF4-FFF2-40B4-BE49-F238E27FC236}">
                <a16:creationId xmlns:a16="http://schemas.microsoft.com/office/drawing/2014/main" id="{C21FDC1F-2165-1A42-9CC7-0D97803580D5}"/>
              </a:ext>
            </a:extLst>
          </p:cNvPr>
          <p:cNvSpPr/>
          <p:nvPr/>
        </p:nvSpPr>
        <p:spPr>
          <a:xfrm>
            <a:off x="5527834" y="3831772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6" name="Connecteur droit 105">
            <a:extLst>
              <a:ext uri="{FF2B5EF4-FFF2-40B4-BE49-F238E27FC236}">
                <a16:creationId xmlns:a16="http://schemas.microsoft.com/office/drawing/2014/main" id="{69FA8445-0A9B-8E46-84A6-7D8B48623E7E}"/>
              </a:ext>
            </a:extLst>
          </p:cNvPr>
          <p:cNvCxnSpPr>
            <a:cxnSpLocks/>
          </p:cNvCxnSpPr>
          <p:nvPr/>
        </p:nvCxnSpPr>
        <p:spPr>
          <a:xfrm>
            <a:off x="5527834" y="4094447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7C5BECC4-8F29-3148-9259-DB24131A7453}"/>
              </a:ext>
            </a:extLst>
          </p:cNvPr>
          <p:cNvCxnSpPr>
            <a:cxnSpLocks/>
          </p:cNvCxnSpPr>
          <p:nvPr/>
        </p:nvCxnSpPr>
        <p:spPr>
          <a:xfrm>
            <a:off x="5527834" y="4928580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ZoneTexte 107">
            <a:extLst>
              <a:ext uri="{FF2B5EF4-FFF2-40B4-BE49-F238E27FC236}">
                <a16:creationId xmlns:a16="http://schemas.microsoft.com/office/drawing/2014/main" id="{3C6D12EA-3A36-9145-B62A-36385BF9C38F}"/>
              </a:ext>
            </a:extLst>
          </p:cNvPr>
          <p:cNvSpPr txBox="1"/>
          <p:nvPr/>
        </p:nvSpPr>
        <p:spPr>
          <a:xfrm>
            <a:off x="5551187" y="4183578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{{P7_EQ1}}</a:t>
            </a:r>
          </a:p>
        </p:txBody>
      </p:sp>
      <p:sp>
        <p:nvSpPr>
          <p:cNvPr id="109" name="ZoneTexte 108">
            <a:extLst>
              <a:ext uri="{FF2B5EF4-FFF2-40B4-BE49-F238E27FC236}">
                <a16:creationId xmlns:a16="http://schemas.microsoft.com/office/drawing/2014/main" id="{2B11DE7D-C7B4-AB46-A00B-D385DC15DC8C}"/>
              </a:ext>
            </a:extLst>
          </p:cNvPr>
          <p:cNvSpPr txBox="1"/>
          <p:nvPr/>
        </p:nvSpPr>
        <p:spPr>
          <a:xfrm>
            <a:off x="5551187" y="460720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{{P7_EQ2}}</a:t>
            </a: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F8A84F5C-75F1-BB42-8D8F-A320F9CD48B5}"/>
              </a:ext>
            </a:extLst>
          </p:cNvPr>
          <p:cNvCxnSpPr/>
          <p:nvPr/>
        </p:nvCxnSpPr>
        <p:spPr>
          <a:xfrm>
            <a:off x="5667275" y="440537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BA4A21D-AD5D-7D4A-9CC3-6392244E1BB4}"/>
              </a:ext>
            </a:extLst>
          </p:cNvPr>
          <p:cNvCxnSpPr/>
          <p:nvPr/>
        </p:nvCxnSpPr>
        <p:spPr>
          <a:xfrm>
            <a:off x="5667275" y="483740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ZoneTexte 111">
            <a:extLst>
              <a:ext uri="{FF2B5EF4-FFF2-40B4-BE49-F238E27FC236}">
                <a16:creationId xmlns:a16="http://schemas.microsoft.com/office/drawing/2014/main" id="{BA2E9E54-C456-C44D-B62D-888C615AD101}"/>
              </a:ext>
            </a:extLst>
          </p:cNvPr>
          <p:cNvSpPr txBox="1"/>
          <p:nvPr/>
        </p:nvSpPr>
        <p:spPr>
          <a:xfrm>
            <a:off x="5524688" y="5429024"/>
            <a:ext cx="114868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{{P8_CODE}}</a:t>
            </a:r>
          </a:p>
        </p:txBody>
      </p:sp>
      <p:sp>
        <p:nvSpPr>
          <p:cNvPr id="113" name="ZoneTexte 112">
            <a:extLst>
              <a:ext uri="{FF2B5EF4-FFF2-40B4-BE49-F238E27FC236}">
                <a16:creationId xmlns:a16="http://schemas.microsoft.com/office/drawing/2014/main" id="{D2D7090C-51A7-694C-9E79-FE3F2470791C}"/>
              </a:ext>
            </a:extLst>
          </p:cNvPr>
          <p:cNvSpPr txBox="1"/>
          <p:nvPr/>
        </p:nvSpPr>
        <p:spPr>
          <a:xfrm>
            <a:off x="5527835" y="5429024"/>
            <a:ext cx="276164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{{P8_TERRAIN}}</a:t>
            </a:r>
          </a:p>
        </p:txBody>
      </p:sp>
      <p:sp>
        <p:nvSpPr>
          <p:cNvPr id="114" name="ZoneTexte 113">
            <a:extLst>
              <a:ext uri="{FF2B5EF4-FFF2-40B4-BE49-F238E27FC236}">
                <a16:creationId xmlns:a16="http://schemas.microsoft.com/office/drawing/2014/main" id="{6297B738-5564-8448-9AD2-309E59905211}"/>
              </a:ext>
            </a:extLst>
          </p:cNvPr>
          <p:cNvSpPr txBox="1"/>
          <p:nvPr/>
        </p:nvSpPr>
        <p:spPr>
          <a:xfrm>
            <a:off x="7177616" y="5429024"/>
            <a:ext cx="11118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{{P8_HEURE}}</a:t>
            </a:r>
          </a:p>
        </p:txBody>
      </p:sp>
      <p:sp>
        <p:nvSpPr>
          <p:cNvPr id="115" name="ZoneTexte 114">
            <a:extLst>
              <a:ext uri="{FF2B5EF4-FFF2-40B4-BE49-F238E27FC236}">
                <a16:creationId xmlns:a16="http://schemas.microsoft.com/office/drawing/2014/main" id="{6E1E2B3F-7B94-BF40-A7D5-1FF72520FAF1}"/>
              </a:ext>
            </a:extLst>
          </p:cNvPr>
          <p:cNvSpPr txBox="1"/>
          <p:nvPr/>
        </p:nvSpPr>
        <p:spPr>
          <a:xfrm>
            <a:off x="6668806" y="5981417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16" name="ZoneTexte 115">
            <a:extLst>
              <a:ext uri="{FF2B5EF4-FFF2-40B4-BE49-F238E27FC236}">
                <a16:creationId xmlns:a16="http://schemas.microsoft.com/office/drawing/2014/main" id="{16056C29-BCEE-0E44-88A3-0E7D5E424610}"/>
              </a:ext>
            </a:extLst>
          </p:cNvPr>
          <p:cNvSpPr txBox="1"/>
          <p:nvPr/>
        </p:nvSpPr>
        <p:spPr>
          <a:xfrm>
            <a:off x="6584141" y="6508338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17" name="Groupe 116">
            <a:extLst>
              <a:ext uri="{FF2B5EF4-FFF2-40B4-BE49-F238E27FC236}">
                <a16:creationId xmlns:a16="http://schemas.microsoft.com/office/drawing/2014/main" id="{65D19ADE-6E79-FA4D-B3BA-58E2BAF685AA}"/>
              </a:ext>
            </a:extLst>
          </p:cNvPr>
          <p:cNvGrpSpPr/>
          <p:nvPr/>
        </p:nvGrpSpPr>
        <p:grpSpPr>
          <a:xfrm>
            <a:off x="5523270" y="5415665"/>
            <a:ext cx="2770524" cy="1354907"/>
            <a:chOff x="336470" y="583726"/>
            <a:chExt cx="2770524" cy="1354907"/>
          </a:xfrm>
        </p:grpSpPr>
        <p:sp>
          <p:nvSpPr>
            <p:cNvPr id="118" name="Rounded Rectangle 2">
              <a:extLst>
                <a:ext uri="{FF2B5EF4-FFF2-40B4-BE49-F238E27FC236}">
                  <a16:creationId xmlns:a16="http://schemas.microsoft.com/office/drawing/2014/main" id="{75384A13-E1A0-C640-A8F7-55A764B1E18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19" name="Connecteur droit 118">
              <a:extLst>
                <a:ext uri="{FF2B5EF4-FFF2-40B4-BE49-F238E27FC236}">
                  <a16:creationId xmlns:a16="http://schemas.microsoft.com/office/drawing/2014/main" id="{A2814C75-4769-9D4D-9198-4101A0D06277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Connecteur droit 119">
              <a:extLst>
                <a:ext uri="{FF2B5EF4-FFF2-40B4-BE49-F238E27FC236}">
                  <a16:creationId xmlns:a16="http://schemas.microsoft.com/office/drawing/2014/main" id="{B378829D-9402-4B4F-99CD-9E2F5B77751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1" name="ZoneTexte 120">
            <a:extLst>
              <a:ext uri="{FF2B5EF4-FFF2-40B4-BE49-F238E27FC236}">
                <a16:creationId xmlns:a16="http://schemas.microsoft.com/office/drawing/2014/main" id="{825087B2-98CC-E846-ABE5-F5A45B9E1D2A}"/>
              </a:ext>
            </a:extLst>
          </p:cNvPr>
          <p:cNvSpPr txBox="1"/>
          <p:nvPr/>
        </p:nvSpPr>
        <p:spPr>
          <a:xfrm>
            <a:off x="5551187" y="576747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{{P8_EQ1}}</a:t>
            </a: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012F9A00-2435-E54F-B96A-4775FEDE8377}"/>
              </a:ext>
            </a:extLst>
          </p:cNvPr>
          <p:cNvSpPr txBox="1"/>
          <p:nvPr/>
        </p:nvSpPr>
        <p:spPr>
          <a:xfrm>
            <a:off x="5551187" y="619110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{{P8_EQ2}}</a:t>
            </a:r>
          </a:p>
        </p:txBody>
      </p:sp>
      <p:cxnSp>
        <p:nvCxnSpPr>
          <p:cNvPr id="123" name="Connecteur droit 122">
            <a:extLst>
              <a:ext uri="{FF2B5EF4-FFF2-40B4-BE49-F238E27FC236}">
                <a16:creationId xmlns:a16="http://schemas.microsoft.com/office/drawing/2014/main" id="{7D740BCA-F1F7-2A4D-AE74-3BD70C9F865E}"/>
              </a:ext>
            </a:extLst>
          </p:cNvPr>
          <p:cNvCxnSpPr/>
          <p:nvPr/>
        </p:nvCxnSpPr>
        <p:spPr>
          <a:xfrm>
            <a:off x="5662711" y="598926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eur droit 123">
            <a:extLst>
              <a:ext uri="{FF2B5EF4-FFF2-40B4-BE49-F238E27FC236}">
                <a16:creationId xmlns:a16="http://schemas.microsoft.com/office/drawing/2014/main" id="{295BA422-9628-3244-9488-07A09E6C2789}"/>
              </a:ext>
            </a:extLst>
          </p:cNvPr>
          <p:cNvCxnSpPr/>
          <p:nvPr/>
        </p:nvCxnSpPr>
        <p:spPr>
          <a:xfrm>
            <a:off x="5662711" y="642129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7919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702185"/>
            <a:ext cx="10233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634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872532" y="702185"/>
            <a:ext cx="1232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349200" y="104063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{{H1_EQ1}}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{{WIN_P1}}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7" y="2271000"/>
            <a:ext cx="10505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680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80209" y="2271000"/>
            <a:ext cx="11222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349200" y="2609447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{{H2_EQ1}}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705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2011185" y="3847463"/>
            <a:ext cx="10912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349200" y="4185910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{{H3_EQ1}}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{{WIN_P3}}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09581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5" y="5431356"/>
            <a:ext cx="2761396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2011185" y="5431356"/>
            <a:ext cx="10866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349200" y="5769803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{{H4_EQ1}}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{{WIN_P4}}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45657" y="1446132"/>
            <a:ext cx="1188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15035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7737" y="4589655"/>
            <a:ext cx="276595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26650" y="4589655"/>
            <a:ext cx="11070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69" y="5300551"/>
            <a:ext cx="102763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4" y="5300551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95285" y="5300551"/>
            <a:ext cx="11094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{{WIN_D2}}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TABLEAU PRINCIPAL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3063383"/>
            <a:ext cx="276047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57817" y="3063383"/>
            <a:ext cx="113116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{{D1_HEURE}}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{{WIN_Q2}}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90ADDFC9-68B3-8A49-B1C4-09DBFE7CDDC1}"/>
              </a:ext>
            </a:extLst>
          </p:cNvPr>
          <p:cNvCxnSpPr>
            <a:cxnSpLocks/>
          </p:cNvCxnSpPr>
          <p:nvPr/>
        </p:nvCxnSpPr>
        <p:spPr>
          <a:xfrm>
            <a:off x="8161200" y="4411513"/>
            <a:ext cx="0" cy="882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eur droit 137">
            <a:extLst>
              <a:ext uri="{FF2B5EF4-FFF2-40B4-BE49-F238E27FC236}">
                <a16:creationId xmlns:a16="http://schemas.microsoft.com/office/drawing/2014/main" id="{4C476156-034F-8749-96E0-EB1D8CE98313}"/>
              </a:ext>
            </a:extLst>
          </p:cNvPr>
          <p:cNvCxnSpPr>
            <a:cxnSpLocks/>
          </p:cNvCxnSpPr>
          <p:nvPr/>
        </p:nvCxnSpPr>
        <p:spPr>
          <a:xfrm flipV="1">
            <a:off x="8161200" y="6642099"/>
            <a:ext cx="0" cy="21600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9710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3" y="212315"/>
            <a:ext cx="10460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6" y="212315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923691" y="212315"/>
            <a:ext cx="11812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76470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29162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19895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550762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{{WIN_P5}}</a:t>
            </a:r>
            <a:endParaRPr lang="fr-FR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349200" y="974391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{{H5_EQ2}}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77255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20458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916E313C-B7C7-7244-A551-0549310D34D2}"/>
              </a:ext>
            </a:extLst>
          </p:cNvPr>
          <p:cNvCxnSpPr>
            <a:cxnSpLocks/>
          </p:cNvCxnSpPr>
          <p:nvPr/>
        </p:nvCxnSpPr>
        <p:spPr>
          <a:xfrm>
            <a:off x="3106994" y="876409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02683265-9266-B84C-8BEA-54CF85FF8259}"/>
              </a:ext>
            </a:extLst>
          </p:cNvPr>
          <p:cNvCxnSpPr>
            <a:cxnSpLocks/>
          </p:cNvCxnSpPr>
          <p:nvPr/>
        </p:nvCxnSpPr>
        <p:spPr>
          <a:xfrm>
            <a:off x="3106994" y="2449048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D0E54234-D279-3244-9054-CEABBA6F0C92}"/>
              </a:ext>
            </a:extLst>
          </p:cNvPr>
          <p:cNvCxnSpPr>
            <a:cxnSpLocks/>
          </p:cNvCxnSpPr>
          <p:nvPr/>
        </p:nvCxnSpPr>
        <p:spPr>
          <a:xfrm flipV="1">
            <a:off x="3342397" y="876409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EDA922D6-B6D0-FC43-8867-DCF0EAFEB1BD}"/>
              </a:ext>
            </a:extLst>
          </p:cNvPr>
          <p:cNvCxnSpPr>
            <a:cxnSpLocks/>
          </p:cNvCxnSpPr>
          <p:nvPr/>
        </p:nvCxnSpPr>
        <p:spPr>
          <a:xfrm>
            <a:off x="3342397" y="1622534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1781130"/>
            <a:ext cx="10597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42202" y="1781130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990816" y="1781130"/>
            <a:ext cx="1111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33352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286044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176777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119577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{{WIN_P6}}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349200" y="2543206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{{H6_EQ2}}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34137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27733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40" y="3357593"/>
            <a:ext cx="105970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6" y="3357593"/>
            <a:ext cx="276346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981688" y="3357593"/>
            <a:ext cx="112074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390998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43690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34423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360690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44104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3696040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{{WIN_P7}}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349200" y="4119669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{{H7_EQ2}}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391783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34986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EB5C8204-FC14-FE45-9C99-674A1524C257}"/>
              </a:ext>
            </a:extLst>
          </p:cNvPr>
          <p:cNvCxnSpPr>
            <a:cxnSpLocks/>
          </p:cNvCxnSpPr>
          <p:nvPr/>
        </p:nvCxnSpPr>
        <p:spPr>
          <a:xfrm>
            <a:off x="3102430" y="4025402"/>
            <a:ext cx="239968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36D666EE-D2FC-0C48-A064-CBC5C199414E}"/>
              </a:ext>
            </a:extLst>
          </p:cNvPr>
          <p:cNvCxnSpPr>
            <a:cxnSpLocks/>
          </p:cNvCxnSpPr>
          <p:nvPr/>
        </p:nvCxnSpPr>
        <p:spPr>
          <a:xfrm>
            <a:off x="3102430" y="5598041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E2149F88-8679-4249-BC98-E186FC189F17}"/>
              </a:ext>
            </a:extLst>
          </p:cNvPr>
          <p:cNvCxnSpPr>
            <a:cxnSpLocks/>
          </p:cNvCxnSpPr>
          <p:nvPr/>
        </p:nvCxnSpPr>
        <p:spPr>
          <a:xfrm flipV="1">
            <a:off x="3337833" y="4025402"/>
            <a:ext cx="0" cy="157264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eur droit 60">
            <a:extLst>
              <a:ext uri="{FF2B5EF4-FFF2-40B4-BE49-F238E27FC236}">
                <a16:creationId xmlns:a16="http://schemas.microsoft.com/office/drawing/2014/main" id="{B616E7C2-6DEE-4C45-8024-5F4F5DDC708A}"/>
              </a:ext>
            </a:extLst>
          </p:cNvPr>
          <p:cNvCxnSpPr>
            <a:cxnSpLocks/>
          </p:cNvCxnSpPr>
          <p:nvPr/>
        </p:nvCxnSpPr>
        <p:spPr>
          <a:xfrm>
            <a:off x="3337833" y="4771527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4" y="4941486"/>
            <a:ext cx="106426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7" y="4941486"/>
            <a:ext cx="2761394" cy="2628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981688" y="4941486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49387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02080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492812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279933"/>
            <a:ext cx="2520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{{WIN_P8}}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349200" y="5703562"/>
            <a:ext cx="27360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{{H8_EQ2}}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50172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593375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956262"/>
            <a:ext cx="105513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4" y="956262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5169898" y="956262"/>
            <a:ext cx="116380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{{Q3_HEURE}}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50865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03557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94290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29470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{{WIN_H5}}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171833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H6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151650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19485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099785"/>
            <a:ext cx="109798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09978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5217522" y="4099785"/>
            <a:ext cx="11161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{{Q4_HEURE}}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46521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1790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08642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34910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18323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4382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H7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48618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H8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46600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0920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172509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477158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172509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24143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1" y="5297796"/>
            <a:ext cx="105944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38814" y="5297796"/>
            <a:ext cx="275447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432321" y="5297796"/>
            <a:ext cx="117245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{{PF_HEURE}}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018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711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4437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6243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59872"/>
            <a:ext cx="251916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dirty="0"/>
              <a:t>{{LOSE_D2}}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5803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006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1" y="2573513"/>
            <a:ext cx="10233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8501" y="2573513"/>
            <a:ext cx="276479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432321" y="2573513"/>
            <a:ext cx="11609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12590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365282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256015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291196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Q3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33558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</a:t>
            </a:r>
            <a:r>
              <a:rPr lang="fr-FR" dirty="0"/>
              <a:t>Q4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13375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356578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eur droit 136">
            <a:extLst>
              <a:ext uri="{FF2B5EF4-FFF2-40B4-BE49-F238E27FC236}">
                <a16:creationId xmlns:a16="http://schemas.microsoft.com/office/drawing/2014/main" id="{78C47B13-87DA-A148-B71C-CED01D171CDC}"/>
              </a:ext>
            </a:extLst>
          </p:cNvPr>
          <p:cNvCxnSpPr>
            <a:cxnSpLocks/>
          </p:cNvCxnSpPr>
          <p:nvPr/>
        </p:nvCxnSpPr>
        <p:spPr>
          <a:xfrm flipV="1">
            <a:off x="8161200" y="0"/>
            <a:ext cx="0" cy="2556000"/>
          </a:xfrm>
          <a:prstGeom prst="line">
            <a:avLst/>
          </a:prstGeom>
          <a:ln w="9525">
            <a:solidFill>
              <a:schemeClr val="tx1"/>
            </a:solidFill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2720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8" y="1446132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918907" y="1446132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308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53000" y="4589655"/>
            <a:ext cx="13807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{{C5_8_2_HEURE}}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{{LOSE_Q4}}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C0F01EAA-1B97-1940-B59B-178F11F13438}"/>
              </a:ext>
            </a:extLst>
          </p:cNvPr>
          <p:cNvCxnSpPr>
            <a:cxnSpLocks/>
            <a:stCxn id="91" idx="3"/>
          </p:cNvCxnSpPr>
          <p:nvPr/>
        </p:nvCxnSpPr>
        <p:spPr>
          <a:xfrm flipV="1">
            <a:off x="6333700" y="2214965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eur droit 110">
            <a:extLst>
              <a:ext uri="{FF2B5EF4-FFF2-40B4-BE49-F238E27FC236}">
                <a16:creationId xmlns:a16="http://schemas.microsoft.com/office/drawing/2014/main" id="{05D29F0C-A3D7-A543-87FD-294E9D4CA41F}"/>
              </a:ext>
            </a:extLst>
          </p:cNvPr>
          <p:cNvCxnSpPr>
            <a:cxnSpLocks/>
          </p:cNvCxnSpPr>
          <p:nvPr/>
        </p:nvCxnSpPr>
        <p:spPr>
          <a:xfrm>
            <a:off x="6338264" y="5261452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eur droit 111">
            <a:extLst>
              <a:ext uri="{FF2B5EF4-FFF2-40B4-BE49-F238E27FC236}">
                <a16:creationId xmlns:a16="http://schemas.microsoft.com/office/drawing/2014/main" id="{3239365E-8411-9647-9702-EE4796BCC80A}"/>
              </a:ext>
            </a:extLst>
          </p:cNvPr>
          <p:cNvCxnSpPr>
            <a:cxnSpLocks/>
          </p:cNvCxnSpPr>
          <p:nvPr/>
        </p:nvCxnSpPr>
        <p:spPr>
          <a:xfrm flipV="1">
            <a:off x="6578232" y="2214965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eur droit 112">
            <a:extLst>
              <a:ext uri="{FF2B5EF4-FFF2-40B4-BE49-F238E27FC236}">
                <a16:creationId xmlns:a16="http://schemas.microsoft.com/office/drawing/2014/main" id="{700BC4D2-0E4B-6F4A-AF56-340AECFFAC87}"/>
              </a:ext>
            </a:extLst>
          </p:cNvPr>
          <p:cNvCxnSpPr>
            <a:cxnSpLocks/>
          </p:cNvCxnSpPr>
          <p:nvPr/>
        </p:nvCxnSpPr>
        <p:spPr>
          <a:xfrm>
            <a:off x="6578232" y="3731301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0434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848552" y="3077888"/>
            <a:ext cx="1234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{{C7_8_HEURE}}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{{LOSE_C5_8_2}}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5-8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4" y="3063383"/>
            <a:ext cx="14731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85672" y="3063383"/>
            <a:ext cx="129167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{{C5_6_HEURE}}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{{WIN_C5_8_2}}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eur droit 154">
            <a:extLst>
              <a:ext uri="{FF2B5EF4-FFF2-40B4-BE49-F238E27FC236}">
                <a16:creationId xmlns:a16="http://schemas.microsoft.com/office/drawing/2014/main" id="{FC08E550-265D-B148-A192-46B5AD06923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299228" y="5261780"/>
            <a:ext cx="249097" cy="36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eur droit 155">
            <a:extLst>
              <a:ext uri="{FF2B5EF4-FFF2-40B4-BE49-F238E27FC236}">
                <a16:creationId xmlns:a16="http://schemas.microsoft.com/office/drawing/2014/main" id="{49EA6DB5-9745-4942-8C78-8B8DAAF9CF09}"/>
              </a:ext>
            </a:extLst>
          </p:cNvPr>
          <p:cNvCxnSpPr>
            <a:cxnSpLocks/>
          </p:cNvCxnSpPr>
          <p:nvPr/>
        </p:nvCxnSpPr>
        <p:spPr>
          <a:xfrm rot="10800000">
            <a:off x="3303793" y="2215654"/>
            <a:ext cx="239968" cy="1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eur droit 156">
            <a:extLst>
              <a:ext uri="{FF2B5EF4-FFF2-40B4-BE49-F238E27FC236}">
                <a16:creationId xmlns:a16="http://schemas.microsoft.com/office/drawing/2014/main" id="{EFF62FA7-9260-324C-B8FE-2D2B7DCC3AB6}"/>
              </a:ext>
            </a:extLst>
          </p:cNvPr>
          <p:cNvCxnSpPr>
            <a:cxnSpLocks/>
          </p:cNvCxnSpPr>
          <p:nvPr/>
        </p:nvCxnSpPr>
        <p:spPr>
          <a:xfrm rot="10800000" flipV="1">
            <a:off x="3303793" y="2215710"/>
            <a:ext cx="0" cy="3046432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eur droit 157">
            <a:extLst>
              <a:ext uri="{FF2B5EF4-FFF2-40B4-BE49-F238E27FC236}">
                <a16:creationId xmlns:a16="http://schemas.microsoft.com/office/drawing/2014/main" id="{64F6EADD-B1AD-5544-BCA9-43AD505B75A3}"/>
              </a:ext>
            </a:extLst>
          </p:cNvPr>
          <p:cNvCxnSpPr>
            <a:cxnSpLocks/>
          </p:cNvCxnSpPr>
          <p:nvPr/>
        </p:nvCxnSpPr>
        <p:spPr>
          <a:xfrm rot="10800000">
            <a:off x="3078453" y="3745806"/>
            <a:ext cx="225340" cy="0"/>
          </a:xfrm>
          <a:prstGeom prst="line">
            <a:avLst/>
          </a:prstGeom>
          <a:ln w="9525">
            <a:solidFill>
              <a:schemeClr val="tx1"/>
            </a:solidFill>
            <a:tailEnd type="arrow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7-8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5-6</a:t>
            </a:r>
          </a:p>
        </p:txBody>
      </p:sp>
    </p:spTree>
    <p:extLst>
      <p:ext uri="{BB962C8B-B14F-4D97-AF65-F5344CB8AC3E}">
        <p14:creationId xmlns:p14="http://schemas.microsoft.com/office/powerpoint/2010/main" val="747606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4" y="702185"/>
            <a:ext cx="136747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34399" y="702185"/>
            <a:ext cx="277052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35503" y="702185"/>
            <a:ext cx="156942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9" y="2271000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4399" y="2271000"/>
            <a:ext cx="27589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674504" y="2271000"/>
            <a:ext cx="14279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7" y="3847463"/>
            <a:ext cx="137204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34399" y="3847463"/>
            <a:ext cx="276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634708" y="3847463"/>
            <a:ext cx="146772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5" y="5431356"/>
            <a:ext cx="13766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22778" y="5431356"/>
            <a:ext cx="2770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674504" y="5431356"/>
            <a:ext cx="14233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{{C9_16_4_HEURE}}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{{LOSE_H8}}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10" y="1446132"/>
            <a:ext cx="138025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78238" y="1446132"/>
            <a:ext cx="145546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08" y="4589655"/>
            <a:ext cx="138026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{{C9_12_2_CODE}}</a:t>
            </a:r>
          </a:p>
          <a:p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918907" y="4589655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{{C9_12_2_HEURE}}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68" y="5300551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2" y="5300551"/>
            <a:ext cx="27932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126755" y="5300551"/>
            <a:ext cx="147801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{{C11_12_HEURE}}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{{LOSE_C9_12_2}}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9-12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2" y="3063383"/>
            <a:ext cx="124150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5" y="3063383"/>
            <a:ext cx="277051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307238" y="3063383"/>
            <a:ext cx="12860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{{C9_10_HEURE}}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{{WIN_C9_12_2}}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9-10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11-12</a:t>
            </a:r>
          </a:p>
        </p:txBody>
      </p:sp>
    </p:spTree>
    <p:extLst>
      <p:ext uri="{BB962C8B-B14F-4D97-AF65-F5344CB8AC3E}">
        <p14:creationId xmlns:p14="http://schemas.microsoft.com/office/powerpoint/2010/main" val="2754628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5597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6" y="1446132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5106" y="1446132"/>
            <a:ext cx="1498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59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68909" y="4589655"/>
            <a:ext cx="2764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5106" y="4589655"/>
            <a:ext cx="14985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{{C13_16_2_HEURE}}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{{LOSE_C9_16_4}}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10" y="3077888"/>
            <a:ext cx="1291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6727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68221" y="3077888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{{C15_16_HEURE}}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{{LOSE_C13_16_2}}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13-16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3" y="3063383"/>
            <a:ext cx="12867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052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099327" y="3063383"/>
            <a:ext cx="147801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{{C13_14_HEURE}}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{{WIN_C13_16_1}}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C13_16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15-16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13-14</a:t>
            </a:r>
          </a:p>
        </p:txBody>
      </p:sp>
    </p:spTree>
    <p:extLst>
      <p:ext uri="{BB962C8B-B14F-4D97-AF65-F5344CB8AC3E}">
        <p14:creationId xmlns:p14="http://schemas.microsoft.com/office/powerpoint/2010/main" val="2870948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oneTexte 1">
            <a:extLst>
              <a:ext uri="{FF2B5EF4-FFF2-40B4-BE49-F238E27FC236}">
                <a16:creationId xmlns:a16="http://schemas.microsoft.com/office/drawing/2014/main" id="{3912C2F0-2A42-FB4E-A47A-AC7BC56BC50A}"/>
              </a:ext>
            </a:extLst>
          </p:cNvPr>
          <p:cNvSpPr txBox="1"/>
          <p:nvPr/>
        </p:nvSpPr>
        <p:spPr>
          <a:xfrm>
            <a:off x="342208" y="702185"/>
            <a:ext cx="152119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{{C17_24_1_CODE}}</a:t>
            </a:r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5F2AB4DE-8DC9-C241-AB61-34B919DD8121}"/>
              </a:ext>
            </a:extLst>
          </p:cNvPr>
          <p:cNvSpPr txBox="1"/>
          <p:nvPr/>
        </p:nvSpPr>
        <p:spPr>
          <a:xfrm>
            <a:off x="342208" y="702185"/>
            <a:ext cx="27556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{{C17_24_1_TERRAIN}}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7858CB23-AA0E-5A46-8B3A-601D41D37DB1}"/>
              </a:ext>
            </a:extLst>
          </p:cNvPr>
          <p:cNvSpPr txBox="1"/>
          <p:nvPr/>
        </p:nvSpPr>
        <p:spPr>
          <a:xfrm>
            <a:off x="1570009" y="702185"/>
            <a:ext cx="15349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{{C17_24_1_HEURE}}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961BC30-BA89-6745-86C8-749B7D565F46}"/>
              </a:ext>
            </a:extLst>
          </p:cNvPr>
          <p:cNvSpPr txBox="1"/>
          <p:nvPr/>
        </p:nvSpPr>
        <p:spPr>
          <a:xfrm>
            <a:off x="1482006" y="125457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CF35F1D-97C6-EB4E-9F01-79F68ED13BDB}"/>
              </a:ext>
            </a:extLst>
          </p:cNvPr>
          <p:cNvSpPr txBox="1"/>
          <p:nvPr/>
        </p:nvSpPr>
        <p:spPr>
          <a:xfrm>
            <a:off x="1397341" y="178149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" name="Groupe 7">
            <a:extLst>
              <a:ext uri="{FF2B5EF4-FFF2-40B4-BE49-F238E27FC236}">
                <a16:creationId xmlns:a16="http://schemas.microsoft.com/office/drawing/2014/main" id="{0A8F35AF-0BCE-9747-BB17-8C96AB4D9E25}"/>
              </a:ext>
            </a:extLst>
          </p:cNvPr>
          <p:cNvGrpSpPr/>
          <p:nvPr/>
        </p:nvGrpSpPr>
        <p:grpSpPr>
          <a:xfrm>
            <a:off x="336470" y="688826"/>
            <a:ext cx="2770524" cy="1354907"/>
            <a:chOff x="336470" y="583726"/>
            <a:chExt cx="2770524" cy="1354907"/>
          </a:xfrm>
        </p:grpSpPr>
        <p:sp>
          <p:nvSpPr>
            <p:cNvPr id="9" name="Rounded Rectangle 2">
              <a:extLst>
                <a:ext uri="{FF2B5EF4-FFF2-40B4-BE49-F238E27FC236}">
                  <a16:creationId xmlns:a16="http://schemas.microsoft.com/office/drawing/2014/main" id="{7D813874-CB8D-1F41-99FA-6CF8D30E5341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" name="Connecteur droit 9">
              <a:extLst>
                <a:ext uri="{FF2B5EF4-FFF2-40B4-BE49-F238E27FC236}">
                  <a16:creationId xmlns:a16="http://schemas.microsoft.com/office/drawing/2014/main" id="{FA62589C-13B3-984A-B486-10A44E98075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necteur droit 10">
              <a:extLst>
                <a:ext uri="{FF2B5EF4-FFF2-40B4-BE49-F238E27FC236}">
                  <a16:creationId xmlns:a16="http://schemas.microsoft.com/office/drawing/2014/main" id="{80DC2231-6487-B547-9820-7F8195F0808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ZoneTexte 11">
            <a:extLst>
              <a:ext uri="{FF2B5EF4-FFF2-40B4-BE49-F238E27FC236}">
                <a16:creationId xmlns:a16="http://schemas.microsoft.com/office/drawing/2014/main" id="{DE749611-CA8D-C546-8ED3-D694AF18B39D}"/>
              </a:ext>
            </a:extLst>
          </p:cNvPr>
          <p:cNvSpPr txBox="1"/>
          <p:nvPr/>
        </p:nvSpPr>
        <p:spPr>
          <a:xfrm>
            <a:off x="298800" y="10406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{{LOSE_P1}}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49BBF84-F7FD-9646-82CB-64DE5019C715}"/>
              </a:ext>
            </a:extLst>
          </p:cNvPr>
          <p:cNvSpPr txBox="1"/>
          <p:nvPr/>
        </p:nvSpPr>
        <p:spPr>
          <a:xfrm>
            <a:off x="298800" y="146426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{{LOSE_P2}}</a:t>
            </a:r>
          </a:p>
        </p:txBody>
      </p: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609771E4-5620-B140-A830-968C3DD33C60}"/>
              </a:ext>
            </a:extLst>
          </p:cNvPr>
          <p:cNvCxnSpPr/>
          <p:nvPr/>
        </p:nvCxnSpPr>
        <p:spPr>
          <a:xfrm>
            <a:off x="475911" y="126242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730E3188-0540-7247-8DAC-6D549DC63D85}"/>
              </a:ext>
            </a:extLst>
          </p:cNvPr>
          <p:cNvCxnSpPr/>
          <p:nvPr/>
        </p:nvCxnSpPr>
        <p:spPr>
          <a:xfrm>
            <a:off x="475911" y="169445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e 19">
            <a:extLst>
              <a:ext uri="{FF2B5EF4-FFF2-40B4-BE49-F238E27FC236}">
                <a16:creationId xmlns:a16="http://schemas.microsoft.com/office/drawing/2014/main" id="{06A5D020-E631-D848-843A-350DB93F6C9D}"/>
              </a:ext>
            </a:extLst>
          </p:cNvPr>
          <p:cNvGrpSpPr/>
          <p:nvPr/>
        </p:nvGrpSpPr>
        <p:grpSpPr>
          <a:xfrm>
            <a:off x="3106994" y="1366279"/>
            <a:ext cx="460743" cy="1572640"/>
            <a:chOff x="3106994" y="4308380"/>
            <a:chExt cx="460743" cy="1572640"/>
          </a:xfrm>
        </p:grpSpPr>
        <p:cxnSp>
          <p:nvCxnSpPr>
            <p:cNvPr id="21" name="Connecteur droit 20">
              <a:extLst>
                <a:ext uri="{FF2B5EF4-FFF2-40B4-BE49-F238E27FC236}">
                  <a16:creationId xmlns:a16="http://schemas.microsoft.com/office/drawing/2014/main" id="{916E313C-B7C7-7244-A551-0549310D34D2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Connecteur droit 21">
              <a:extLst>
                <a:ext uri="{FF2B5EF4-FFF2-40B4-BE49-F238E27FC236}">
                  <a16:creationId xmlns:a16="http://schemas.microsoft.com/office/drawing/2014/main" id="{02683265-9266-B84C-8BEA-54CF85FF8259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>
              <a:extLst>
                <a:ext uri="{FF2B5EF4-FFF2-40B4-BE49-F238E27FC236}">
                  <a16:creationId xmlns:a16="http://schemas.microsoft.com/office/drawing/2014/main" id="{D0E54234-D279-3244-9054-CEABBA6F0C9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>
              <a:extLst>
                <a:ext uri="{FF2B5EF4-FFF2-40B4-BE49-F238E27FC236}">
                  <a16:creationId xmlns:a16="http://schemas.microsoft.com/office/drawing/2014/main" id="{EDA922D6-B6D0-FC43-8867-DCF0EAFEB1BD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ZoneTexte 28">
            <a:extLst>
              <a:ext uri="{FF2B5EF4-FFF2-40B4-BE49-F238E27FC236}">
                <a16:creationId xmlns:a16="http://schemas.microsoft.com/office/drawing/2014/main" id="{24736556-A7B3-D943-B9BB-2F01B06592F5}"/>
              </a:ext>
            </a:extLst>
          </p:cNvPr>
          <p:cNvSpPr txBox="1"/>
          <p:nvPr/>
        </p:nvSpPr>
        <p:spPr>
          <a:xfrm>
            <a:off x="337638" y="2271000"/>
            <a:ext cx="144803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{{C17_24_2_CODE}}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CB1A0634-4D40-F44E-96DD-90CAC34485C7}"/>
              </a:ext>
            </a:extLst>
          </p:cNvPr>
          <p:cNvSpPr txBox="1"/>
          <p:nvPr/>
        </p:nvSpPr>
        <p:spPr>
          <a:xfrm>
            <a:off x="336470" y="2271000"/>
            <a:ext cx="27568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04E8E58D-229C-F448-8D80-E5DB0D3C6352}"/>
              </a:ext>
            </a:extLst>
          </p:cNvPr>
          <p:cNvSpPr txBox="1"/>
          <p:nvPr/>
        </p:nvSpPr>
        <p:spPr>
          <a:xfrm>
            <a:off x="1570009" y="2271000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{{C17_24_2_HEURE}}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BE860D4B-5FA2-0949-8C1F-DBB6974DD0A4}"/>
              </a:ext>
            </a:extLst>
          </p:cNvPr>
          <p:cNvSpPr txBox="1"/>
          <p:nvPr/>
        </p:nvSpPr>
        <p:spPr>
          <a:xfrm>
            <a:off x="1477442" y="2823393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73BF26C-CB2F-A642-8062-13614E208371}"/>
              </a:ext>
            </a:extLst>
          </p:cNvPr>
          <p:cNvSpPr txBox="1"/>
          <p:nvPr/>
        </p:nvSpPr>
        <p:spPr>
          <a:xfrm>
            <a:off x="1392777" y="3350314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35" name="Groupe 34">
            <a:extLst>
              <a:ext uri="{FF2B5EF4-FFF2-40B4-BE49-F238E27FC236}">
                <a16:creationId xmlns:a16="http://schemas.microsoft.com/office/drawing/2014/main" id="{D936EF91-D683-A74E-8FD1-99A5F380683D}"/>
              </a:ext>
            </a:extLst>
          </p:cNvPr>
          <p:cNvGrpSpPr/>
          <p:nvPr/>
        </p:nvGrpSpPr>
        <p:grpSpPr>
          <a:xfrm>
            <a:off x="331906" y="2257641"/>
            <a:ext cx="2770524" cy="1354907"/>
            <a:chOff x="336470" y="583726"/>
            <a:chExt cx="2770524" cy="1354907"/>
          </a:xfrm>
        </p:grpSpPr>
        <p:sp>
          <p:nvSpPr>
            <p:cNvPr id="38" name="Rounded Rectangle 2">
              <a:extLst>
                <a:ext uri="{FF2B5EF4-FFF2-40B4-BE49-F238E27FC236}">
                  <a16:creationId xmlns:a16="http://schemas.microsoft.com/office/drawing/2014/main" id="{1E8A6ECF-50CB-AE43-B7F5-0C853C38A9E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39" name="Connecteur droit 38">
              <a:extLst>
                <a:ext uri="{FF2B5EF4-FFF2-40B4-BE49-F238E27FC236}">
                  <a16:creationId xmlns:a16="http://schemas.microsoft.com/office/drawing/2014/main" id="{D060424E-58B6-5B41-84AF-3BEEE034C4E1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>
              <a:extLst>
                <a:ext uri="{FF2B5EF4-FFF2-40B4-BE49-F238E27FC236}">
                  <a16:creationId xmlns:a16="http://schemas.microsoft.com/office/drawing/2014/main" id="{8298C192-E41E-164A-B8C9-99CB5396B93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ZoneTexte 35">
            <a:extLst>
              <a:ext uri="{FF2B5EF4-FFF2-40B4-BE49-F238E27FC236}">
                <a16:creationId xmlns:a16="http://schemas.microsoft.com/office/drawing/2014/main" id="{6E95E34C-38E1-FA41-9B40-FD5D057D482A}"/>
              </a:ext>
            </a:extLst>
          </p:cNvPr>
          <p:cNvSpPr txBox="1"/>
          <p:nvPr/>
        </p:nvSpPr>
        <p:spPr>
          <a:xfrm>
            <a:off x="298800" y="260944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/>
              <a:t>{{LOSE_P3}}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FD56B25F-6EEC-DB4C-BC89-205E72055471}"/>
              </a:ext>
            </a:extLst>
          </p:cNvPr>
          <p:cNvSpPr txBox="1"/>
          <p:nvPr/>
        </p:nvSpPr>
        <p:spPr>
          <a:xfrm>
            <a:off x="298800" y="3033076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{{LOSE_P4}}</a:t>
            </a:r>
          </a:p>
        </p:txBody>
      </p:sp>
      <p:cxnSp>
        <p:nvCxnSpPr>
          <p:cNvPr id="27" name="Connecteur droit 26">
            <a:extLst>
              <a:ext uri="{FF2B5EF4-FFF2-40B4-BE49-F238E27FC236}">
                <a16:creationId xmlns:a16="http://schemas.microsoft.com/office/drawing/2014/main" id="{33C0B027-9788-C544-BECF-24176B4F24C4}"/>
              </a:ext>
            </a:extLst>
          </p:cNvPr>
          <p:cNvCxnSpPr/>
          <p:nvPr/>
        </p:nvCxnSpPr>
        <p:spPr>
          <a:xfrm>
            <a:off x="471347" y="2831243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eur droit 27">
            <a:extLst>
              <a:ext uri="{FF2B5EF4-FFF2-40B4-BE49-F238E27FC236}">
                <a16:creationId xmlns:a16="http://schemas.microsoft.com/office/drawing/2014/main" id="{81371FBE-9BC3-0240-9F39-55DCE61CA48C}"/>
              </a:ext>
            </a:extLst>
          </p:cNvPr>
          <p:cNvCxnSpPr/>
          <p:nvPr/>
        </p:nvCxnSpPr>
        <p:spPr>
          <a:xfrm>
            <a:off x="471347" y="326326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ZoneTexte 44">
            <a:extLst>
              <a:ext uri="{FF2B5EF4-FFF2-40B4-BE49-F238E27FC236}">
                <a16:creationId xmlns:a16="http://schemas.microsoft.com/office/drawing/2014/main" id="{D61BDC4A-E6D4-2F41-B5EF-B4F0A6D23CD2}"/>
              </a:ext>
            </a:extLst>
          </p:cNvPr>
          <p:cNvSpPr txBox="1"/>
          <p:nvPr/>
        </p:nvSpPr>
        <p:spPr>
          <a:xfrm>
            <a:off x="337639" y="3847463"/>
            <a:ext cx="144802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{{C17_24_3_CODE}}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949FF2A-29BE-8242-99DE-1A7686291175}"/>
              </a:ext>
            </a:extLst>
          </p:cNvPr>
          <p:cNvSpPr txBox="1"/>
          <p:nvPr/>
        </p:nvSpPr>
        <p:spPr>
          <a:xfrm>
            <a:off x="342209" y="3847463"/>
            <a:ext cx="275109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{{C17_24_3_TERRAIN}}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789B6E7D-0ACE-D54A-BEC3-8D124E0FF8E0}"/>
              </a:ext>
            </a:extLst>
          </p:cNvPr>
          <p:cNvSpPr txBox="1"/>
          <p:nvPr/>
        </p:nvSpPr>
        <p:spPr>
          <a:xfrm>
            <a:off x="1570009" y="3847463"/>
            <a:ext cx="153242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{{C17_24_3_HEURE}}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25F25A30-419A-5043-98D2-AB822CC41492}"/>
              </a:ext>
            </a:extLst>
          </p:cNvPr>
          <p:cNvSpPr txBox="1"/>
          <p:nvPr/>
        </p:nvSpPr>
        <p:spPr>
          <a:xfrm>
            <a:off x="1477442" y="439985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7A1E7F85-AC2C-1846-A6D9-8EBE1787AD21}"/>
              </a:ext>
            </a:extLst>
          </p:cNvPr>
          <p:cNvSpPr txBox="1"/>
          <p:nvPr/>
        </p:nvSpPr>
        <p:spPr>
          <a:xfrm>
            <a:off x="1392777" y="492677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54" name="Rounded Rectangle 2">
            <a:extLst>
              <a:ext uri="{FF2B5EF4-FFF2-40B4-BE49-F238E27FC236}">
                <a16:creationId xmlns:a16="http://schemas.microsoft.com/office/drawing/2014/main" id="{B72B1995-9DF8-544F-97A7-3546FF5A18F2}"/>
              </a:ext>
            </a:extLst>
          </p:cNvPr>
          <p:cNvSpPr/>
          <p:nvPr/>
        </p:nvSpPr>
        <p:spPr>
          <a:xfrm>
            <a:off x="331906" y="3834104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936D0852-9F6C-464D-A746-1C8953186F39}"/>
              </a:ext>
            </a:extLst>
          </p:cNvPr>
          <p:cNvCxnSpPr>
            <a:cxnSpLocks/>
          </p:cNvCxnSpPr>
          <p:nvPr/>
        </p:nvCxnSpPr>
        <p:spPr>
          <a:xfrm>
            <a:off x="331906" y="4096779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eur droit 55">
            <a:extLst>
              <a:ext uri="{FF2B5EF4-FFF2-40B4-BE49-F238E27FC236}">
                <a16:creationId xmlns:a16="http://schemas.microsoft.com/office/drawing/2014/main" id="{CE97A6C0-FEBA-D146-AC85-E4C52C9A8DD8}"/>
              </a:ext>
            </a:extLst>
          </p:cNvPr>
          <p:cNvCxnSpPr>
            <a:cxnSpLocks/>
          </p:cNvCxnSpPr>
          <p:nvPr/>
        </p:nvCxnSpPr>
        <p:spPr>
          <a:xfrm>
            <a:off x="331906" y="4930912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ZoneTexte 51">
            <a:extLst>
              <a:ext uri="{FF2B5EF4-FFF2-40B4-BE49-F238E27FC236}">
                <a16:creationId xmlns:a16="http://schemas.microsoft.com/office/drawing/2014/main" id="{C2A9E468-840B-984C-BE1B-7859B1027AA0}"/>
              </a:ext>
            </a:extLst>
          </p:cNvPr>
          <p:cNvSpPr txBox="1"/>
          <p:nvPr/>
        </p:nvSpPr>
        <p:spPr>
          <a:xfrm>
            <a:off x="298800" y="418591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{{LOSE_P5}}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19358C84-D947-9545-A25A-1009F77AD633}"/>
              </a:ext>
            </a:extLst>
          </p:cNvPr>
          <p:cNvSpPr txBox="1"/>
          <p:nvPr/>
        </p:nvSpPr>
        <p:spPr>
          <a:xfrm>
            <a:off x="298800" y="460953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{{LOSE_P6}}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52CAE22C-BB05-3F42-8594-8AF82F70CE9F}"/>
              </a:ext>
            </a:extLst>
          </p:cNvPr>
          <p:cNvCxnSpPr/>
          <p:nvPr/>
        </p:nvCxnSpPr>
        <p:spPr>
          <a:xfrm>
            <a:off x="471347" y="440770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AB84090C-C1EF-E94D-B5C7-3B9DB4D301D8}"/>
              </a:ext>
            </a:extLst>
          </p:cNvPr>
          <p:cNvCxnSpPr/>
          <p:nvPr/>
        </p:nvCxnSpPr>
        <p:spPr>
          <a:xfrm>
            <a:off x="471347" y="483973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CAEC0BDF-4FD8-1245-B37D-A1657EFB6E08}"/>
              </a:ext>
            </a:extLst>
          </p:cNvPr>
          <p:cNvGrpSpPr/>
          <p:nvPr/>
        </p:nvGrpSpPr>
        <p:grpSpPr>
          <a:xfrm>
            <a:off x="3102430" y="4515272"/>
            <a:ext cx="460743" cy="1572640"/>
            <a:chOff x="3106994" y="4308380"/>
            <a:chExt cx="460743" cy="1572640"/>
          </a:xfrm>
        </p:grpSpPr>
        <p:cxnSp>
          <p:nvCxnSpPr>
            <p:cNvPr id="58" name="Connecteur droit 57">
              <a:extLst>
                <a:ext uri="{FF2B5EF4-FFF2-40B4-BE49-F238E27FC236}">
                  <a16:creationId xmlns:a16="http://schemas.microsoft.com/office/drawing/2014/main" id="{EB5C8204-FC14-FE45-9C99-674A1524C257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4308380"/>
              <a:ext cx="239968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>
              <a:extLst>
                <a:ext uri="{FF2B5EF4-FFF2-40B4-BE49-F238E27FC236}">
                  <a16:creationId xmlns:a16="http://schemas.microsoft.com/office/drawing/2014/main" id="{36D666EE-D2FC-0C48-A064-CBC5C199414E}"/>
                </a:ext>
              </a:extLst>
            </p:cNvPr>
            <p:cNvCxnSpPr>
              <a:cxnSpLocks/>
            </p:cNvCxnSpPr>
            <p:nvPr/>
          </p:nvCxnSpPr>
          <p:spPr>
            <a:xfrm>
              <a:off x="3106994" y="5881019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eur droit 59">
              <a:extLst>
                <a:ext uri="{FF2B5EF4-FFF2-40B4-BE49-F238E27FC236}">
                  <a16:creationId xmlns:a16="http://schemas.microsoft.com/office/drawing/2014/main" id="{E2149F88-8679-4249-BC98-E186FC189F1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342397" y="4308380"/>
              <a:ext cx="0" cy="157264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Connecteur droit 60">
              <a:extLst>
                <a:ext uri="{FF2B5EF4-FFF2-40B4-BE49-F238E27FC236}">
                  <a16:creationId xmlns:a16="http://schemas.microsoft.com/office/drawing/2014/main" id="{B616E7C2-6DEE-4C45-8024-5F4F5DDC708A}"/>
                </a:ext>
              </a:extLst>
            </p:cNvPr>
            <p:cNvCxnSpPr>
              <a:cxnSpLocks/>
            </p:cNvCxnSpPr>
            <p:nvPr/>
          </p:nvCxnSpPr>
          <p:spPr>
            <a:xfrm>
              <a:off x="3342397" y="5054505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6" name="ZoneTexte 65">
            <a:extLst>
              <a:ext uri="{FF2B5EF4-FFF2-40B4-BE49-F238E27FC236}">
                <a16:creationId xmlns:a16="http://schemas.microsoft.com/office/drawing/2014/main" id="{9F8C7379-D30C-F74E-AA5B-63A5F4C6C03E}"/>
              </a:ext>
            </a:extLst>
          </p:cNvPr>
          <p:cNvSpPr txBox="1"/>
          <p:nvPr/>
        </p:nvSpPr>
        <p:spPr>
          <a:xfrm>
            <a:off x="333076" y="5431356"/>
            <a:ext cx="145259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{{C17_24_4_CODE}}</a:t>
            </a:r>
          </a:p>
        </p:txBody>
      </p:sp>
      <p:sp>
        <p:nvSpPr>
          <p:cNvPr id="67" name="ZoneTexte 66">
            <a:extLst>
              <a:ext uri="{FF2B5EF4-FFF2-40B4-BE49-F238E27FC236}">
                <a16:creationId xmlns:a16="http://schemas.microsoft.com/office/drawing/2014/main" id="{243CB846-14FC-4C46-B83E-0B443436468B}"/>
              </a:ext>
            </a:extLst>
          </p:cNvPr>
          <p:cNvSpPr txBox="1"/>
          <p:nvPr/>
        </p:nvSpPr>
        <p:spPr>
          <a:xfrm>
            <a:off x="331906" y="5431356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{{C17_24_4_TERRAIN}}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832265AB-9324-A746-87C9-3A9070F6DAC5}"/>
              </a:ext>
            </a:extLst>
          </p:cNvPr>
          <p:cNvSpPr txBox="1"/>
          <p:nvPr/>
        </p:nvSpPr>
        <p:spPr>
          <a:xfrm>
            <a:off x="1570009" y="5431356"/>
            <a:ext cx="152785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{{C17_24_4_HEURE}}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F4AD24E2-FA98-7647-AAB3-B0F46F92039A}"/>
              </a:ext>
            </a:extLst>
          </p:cNvPr>
          <p:cNvSpPr txBox="1"/>
          <p:nvPr/>
        </p:nvSpPr>
        <p:spPr>
          <a:xfrm>
            <a:off x="1472878" y="5983749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71" name="ZoneTexte 70">
            <a:extLst>
              <a:ext uri="{FF2B5EF4-FFF2-40B4-BE49-F238E27FC236}">
                <a16:creationId xmlns:a16="http://schemas.microsoft.com/office/drawing/2014/main" id="{8007AE35-7248-DA4B-8C2B-7B22C216CA94}"/>
              </a:ext>
            </a:extLst>
          </p:cNvPr>
          <p:cNvSpPr txBox="1"/>
          <p:nvPr/>
        </p:nvSpPr>
        <p:spPr>
          <a:xfrm>
            <a:off x="1388213" y="6510670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72" name="Groupe 71">
            <a:extLst>
              <a:ext uri="{FF2B5EF4-FFF2-40B4-BE49-F238E27FC236}">
                <a16:creationId xmlns:a16="http://schemas.microsoft.com/office/drawing/2014/main" id="{7F761C82-C2B4-DF48-BDBE-901690A5B68B}"/>
              </a:ext>
            </a:extLst>
          </p:cNvPr>
          <p:cNvGrpSpPr/>
          <p:nvPr/>
        </p:nvGrpSpPr>
        <p:grpSpPr>
          <a:xfrm>
            <a:off x="327342" y="5417997"/>
            <a:ext cx="2770524" cy="1354907"/>
            <a:chOff x="336470" y="583726"/>
            <a:chExt cx="2770524" cy="1354907"/>
          </a:xfrm>
        </p:grpSpPr>
        <p:sp>
          <p:nvSpPr>
            <p:cNvPr id="75" name="Rounded Rectangle 2">
              <a:extLst>
                <a:ext uri="{FF2B5EF4-FFF2-40B4-BE49-F238E27FC236}">
                  <a16:creationId xmlns:a16="http://schemas.microsoft.com/office/drawing/2014/main" id="{C63681AC-F35F-5A46-8108-48FC8C3CD8D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76" name="Connecteur droit 75">
              <a:extLst>
                <a:ext uri="{FF2B5EF4-FFF2-40B4-BE49-F238E27FC236}">
                  <a16:creationId xmlns:a16="http://schemas.microsoft.com/office/drawing/2014/main" id="{A4F0A925-A8D3-E14C-A2D6-2498173B07D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Connecteur droit 76">
              <a:extLst>
                <a:ext uri="{FF2B5EF4-FFF2-40B4-BE49-F238E27FC236}">
                  <a16:creationId xmlns:a16="http://schemas.microsoft.com/office/drawing/2014/main" id="{1C61639B-3737-7E43-9785-0CE10A9F34C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ZoneTexte 72">
            <a:extLst>
              <a:ext uri="{FF2B5EF4-FFF2-40B4-BE49-F238E27FC236}">
                <a16:creationId xmlns:a16="http://schemas.microsoft.com/office/drawing/2014/main" id="{3CDDDA5A-8C0D-B44E-91D5-6F61D8DD533E}"/>
              </a:ext>
            </a:extLst>
          </p:cNvPr>
          <p:cNvSpPr txBox="1"/>
          <p:nvPr/>
        </p:nvSpPr>
        <p:spPr>
          <a:xfrm>
            <a:off x="298800" y="5769803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{{LOSE_P7}}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55C57D4B-AAC5-AD4B-8E2C-6501FB5294AA}"/>
              </a:ext>
            </a:extLst>
          </p:cNvPr>
          <p:cNvSpPr txBox="1"/>
          <p:nvPr/>
        </p:nvSpPr>
        <p:spPr>
          <a:xfrm>
            <a:off x="298800" y="619343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/>
            <a:r>
              <a:rPr lang="fr-FR" sz="800" dirty="0"/>
              <a:t>{{LOSE_P8}}</a:t>
            </a:r>
          </a:p>
        </p:txBody>
      </p:sp>
      <p:cxnSp>
        <p:nvCxnSpPr>
          <p:cNvPr id="64" name="Connecteur droit 63">
            <a:extLst>
              <a:ext uri="{FF2B5EF4-FFF2-40B4-BE49-F238E27FC236}">
                <a16:creationId xmlns:a16="http://schemas.microsoft.com/office/drawing/2014/main" id="{ABDAC2DB-5B7A-4F43-8744-40E6165584D5}"/>
              </a:ext>
            </a:extLst>
          </p:cNvPr>
          <p:cNvCxnSpPr/>
          <p:nvPr/>
        </p:nvCxnSpPr>
        <p:spPr>
          <a:xfrm>
            <a:off x="466783" y="5991599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eur droit 64">
            <a:extLst>
              <a:ext uri="{FF2B5EF4-FFF2-40B4-BE49-F238E27FC236}">
                <a16:creationId xmlns:a16="http://schemas.microsoft.com/office/drawing/2014/main" id="{6A3E2E00-B093-7D4F-BC12-05886C4247D5}"/>
              </a:ext>
            </a:extLst>
          </p:cNvPr>
          <p:cNvCxnSpPr/>
          <p:nvPr/>
        </p:nvCxnSpPr>
        <p:spPr>
          <a:xfrm>
            <a:off x="466783" y="642362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8909" y="1446132"/>
            <a:ext cx="143643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63173" y="1446132"/>
            <a:ext cx="27705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{{C17_20_1_TERRAIN}}</a:t>
            </a: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22166" y="1446132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8910" y="4589655"/>
            <a:ext cx="14525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{{C17_20_2_CODE}}</a:t>
            </a:r>
          </a:p>
          <a:p>
            <a:pPr algn="ct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22167" y="4589655"/>
            <a:ext cx="151153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{{C17_20_2_HEURE}}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sp>
        <p:nvSpPr>
          <p:cNvPr id="107" name="Rounded Rectangle 2">
            <a:extLst>
              <a:ext uri="{FF2B5EF4-FFF2-40B4-BE49-F238E27FC236}">
                <a16:creationId xmlns:a16="http://schemas.microsoft.com/office/drawing/2014/main" id="{BC35D142-7DC5-0E44-9E75-12B5FC62CD6A}"/>
              </a:ext>
            </a:extLst>
          </p:cNvPr>
          <p:cNvSpPr/>
          <p:nvPr/>
        </p:nvSpPr>
        <p:spPr>
          <a:xfrm>
            <a:off x="3563176" y="4576296"/>
            <a:ext cx="2770524" cy="1354907"/>
          </a:xfrm>
          <a:prstGeom prst="roundRect">
            <a:avLst/>
          </a:prstGeom>
          <a:noFill/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endParaRPr sz="907" dirty="0"/>
          </a:p>
        </p:txBody>
      </p: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FCC8B888-0726-F540-9FE7-57E596B0DBE0}"/>
              </a:ext>
            </a:extLst>
          </p:cNvPr>
          <p:cNvCxnSpPr>
            <a:cxnSpLocks/>
          </p:cNvCxnSpPr>
          <p:nvPr/>
        </p:nvCxnSpPr>
        <p:spPr>
          <a:xfrm>
            <a:off x="3563176" y="4838971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eur droit 108">
            <a:extLst>
              <a:ext uri="{FF2B5EF4-FFF2-40B4-BE49-F238E27FC236}">
                <a16:creationId xmlns:a16="http://schemas.microsoft.com/office/drawing/2014/main" id="{DA52E3C3-6701-3D4F-8377-52AD4FEDC38D}"/>
              </a:ext>
            </a:extLst>
          </p:cNvPr>
          <p:cNvCxnSpPr>
            <a:cxnSpLocks/>
          </p:cNvCxnSpPr>
          <p:nvPr/>
        </p:nvCxnSpPr>
        <p:spPr>
          <a:xfrm>
            <a:off x="3563176" y="5673104"/>
            <a:ext cx="2770524" cy="0"/>
          </a:xfrm>
          <a:prstGeom prst="line">
            <a:avLst/>
          </a:prstGeom>
          <a:ln w="952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pPr rtl="0"/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6835670" y="5300551"/>
            <a:ext cx="12910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6829685" y="5300551"/>
            <a:ext cx="2770523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8212348" y="5300551"/>
            <a:ext cx="139242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{{C19_20_HEURE}}</a:t>
            </a:r>
          </a:p>
          <a:p>
            <a:pPr algn="r"/>
            <a:endParaRPr lang="fr-FR" sz="11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7979785" y="5852944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7895120" y="6379865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6834249" y="5287192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6786000" y="563899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6786000" y="6062627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dirty="0"/>
              <a:t>{{LOSE_C17_20_2}}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6973690" y="586079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6973690" y="6292820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17-20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28500" y="3063383"/>
            <a:ext cx="128677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22764" y="3063383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212348" y="3063383"/>
            <a:ext cx="13809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{{C17_18_HEURE}}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68305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83640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22769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8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{{WIN_C17_20_2}}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62210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62210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9" name="ZoneTexte 138">
            <a:extLst>
              <a:ext uri="{FF2B5EF4-FFF2-40B4-BE49-F238E27FC236}">
                <a16:creationId xmlns:a16="http://schemas.microsoft.com/office/drawing/2014/main" id="{210AB74D-02E2-8C44-8787-93CF3BCF3D9C}"/>
              </a:ext>
            </a:extLst>
          </p:cNvPr>
          <p:cNvSpPr txBox="1"/>
          <p:nvPr/>
        </p:nvSpPr>
        <p:spPr>
          <a:xfrm>
            <a:off x="6500313" y="266224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17-18</a:t>
            </a:r>
          </a:p>
        </p:txBody>
      </p:sp>
      <p:sp>
        <p:nvSpPr>
          <p:cNvPr id="145" name="ZoneTexte 144">
            <a:extLst>
              <a:ext uri="{FF2B5EF4-FFF2-40B4-BE49-F238E27FC236}">
                <a16:creationId xmlns:a16="http://schemas.microsoft.com/office/drawing/2014/main" id="{445C2159-329C-3D4C-B6CA-63384BC6CD65}"/>
              </a:ext>
            </a:extLst>
          </p:cNvPr>
          <p:cNvSpPr txBox="1"/>
          <p:nvPr/>
        </p:nvSpPr>
        <p:spPr>
          <a:xfrm>
            <a:off x="6516487" y="4945071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19-20</a:t>
            </a:r>
          </a:p>
        </p:txBody>
      </p:sp>
    </p:spTree>
    <p:extLst>
      <p:ext uri="{BB962C8B-B14F-4D97-AF65-F5344CB8AC3E}">
        <p14:creationId xmlns:p14="http://schemas.microsoft.com/office/powerpoint/2010/main" val="24646199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ZoneTexte 81">
            <a:extLst>
              <a:ext uri="{FF2B5EF4-FFF2-40B4-BE49-F238E27FC236}">
                <a16:creationId xmlns:a16="http://schemas.microsoft.com/office/drawing/2014/main" id="{3279640A-A774-5742-A7B3-063C0FC4779D}"/>
              </a:ext>
            </a:extLst>
          </p:cNvPr>
          <p:cNvSpPr txBox="1"/>
          <p:nvPr/>
        </p:nvSpPr>
        <p:spPr>
          <a:xfrm>
            <a:off x="3564597" y="1446132"/>
            <a:ext cx="144735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{{C21_24_1_CODE}}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590F566A-D92F-5242-BBDC-F144A710434C}"/>
              </a:ext>
            </a:extLst>
          </p:cNvPr>
          <p:cNvSpPr txBox="1"/>
          <p:nvPr/>
        </p:nvSpPr>
        <p:spPr>
          <a:xfrm>
            <a:off x="3558866" y="1446132"/>
            <a:ext cx="277052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84" name="ZoneTexte 83">
            <a:extLst>
              <a:ext uri="{FF2B5EF4-FFF2-40B4-BE49-F238E27FC236}">
                <a16:creationId xmlns:a16="http://schemas.microsoft.com/office/drawing/2014/main" id="{12DCC3BB-AF0E-EB46-B2A1-A596BB18B5D7}"/>
              </a:ext>
            </a:extLst>
          </p:cNvPr>
          <p:cNvSpPr txBox="1"/>
          <p:nvPr/>
        </p:nvSpPr>
        <p:spPr>
          <a:xfrm>
            <a:off x="4839419" y="1446132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{{C21_24_1_HEURE}}</a:t>
            </a:r>
          </a:p>
        </p:txBody>
      </p:sp>
      <p:sp>
        <p:nvSpPr>
          <p:cNvPr id="86" name="ZoneTexte 85">
            <a:extLst>
              <a:ext uri="{FF2B5EF4-FFF2-40B4-BE49-F238E27FC236}">
                <a16:creationId xmlns:a16="http://schemas.microsoft.com/office/drawing/2014/main" id="{26C878EB-707A-7444-9C8A-2B3905975071}"/>
              </a:ext>
            </a:extLst>
          </p:cNvPr>
          <p:cNvSpPr txBox="1"/>
          <p:nvPr/>
        </p:nvSpPr>
        <p:spPr>
          <a:xfrm>
            <a:off x="4708712" y="1998525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87" name="ZoneTexte 86">
            <a:extLst>
              <a:ext uri="{FF2B5EF4-FFF2-40B4-BE49-F238E27FC236}">
                <a16:creationId xmlns:a16="http://schemas.microsoft.com/office/drawing/2014/main" id="{A144670B-58EE-524F-99E5-2B3C81E7289F}"/>
              </a:ext>
            </a:extLst>
          </p:cNvPr>
          <p:cNvSpPr txBox="1"/>
          <p:nvPr/>
        </p:nvSpPr>
        <p:spPr>
          <a:xfrm>
            <a:off x="4624047" y="2525446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88" name="Groupe 87">
            <a:extLst>
              <a:ext uri="{FF2B5EF4-FFF2-40B4-BE49-F238E27FC236}">
                <a16:creationId xmlns:a16="http://schemas.microsoft.com/office/drawing/2014/main" id="{B0F2BD75-4443-D84D-B154-D1057C85CDAE}"/>
              </a:ext>
            </a:extLst>
          </p:cNvPr>
          <p:cNvGrpSpPr/>
          <p:nvPr/>
        </p:nvGrpSpPr>
        <p:grpSpPr>
          <a:xfrm>
            <a:off x="3563176" y="1432773"/>
            <a:ext cx="2770524" cy="1354907"/>
            <a:chOff x="336470" y="583726"/>
            <a:chExt cx="2770524" cy="1354907"/>
          </a:xfrm>
        </p:grpSpPr>
        <p:sp>
          <p:nvSpPr>
            <p:cNvPr id="91" name="Rounded Rectangle 2">
              <a:extLst>
                <a:ext uri="{FF2B5EF4-FFF2-40B4-BE49-F238E27FC236}">
                  <a16:creationId xmlns:a16="http://schemas.microsoft.com/office/drawing/2014/main" id="{9576F30C-0DE9-1E43-8389-A0DA82691D16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92" name="Connecteur droit 91">
              <a:extLst>
                <a:ext uri="{FF2B5EF4-FFF2-40B4-BE49-F238E27FC236}">
                  <a16:creationId xmlns:a16="http://schemas.microsoft.com/office/drawing/2014/main" id="{E52F0D62-D88D-E849-AF92-9A67FFE282C6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necteur droit 92">
              <a:extLst>
                <a:ext uri="{FF2B5EF4-FFF2-40B4-BE49-F238E27FC236}">
                  <a16:creationId xmlns:a16="http://schemas.microsoft.com/office/drawing/2014/main" id="{CBB09D14-D29B-AD45-AFF4-A545CC76BC7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9" name="ZoneTexte 88">
            <a:extLst>
              <a:ext uri="{FF2B5EF4-FFF2-40B4-BE49-F238E27FC236}">
                <a16:creationId xmlns:a16="http://schemas.microsoft.com/office/drawing/2014/main" id="{781AB9AB-714D-9346-BDD6-E6310837A8C5}"/>
              </a:ext>
            </a:extLst>
          </p:cNvPr>
          <p:cNvSpPr txBox="1"/>
          <p:nvPr/>
        </p:nvSpPr>
        <p:spPr>
          <a:xfrm>
            <a:off x="3528000" y="178457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{{LOSE_C17_24_1}}</a:t>
            </a:r>
          </a:p>
        </p:txBody>
      </p:sp>
      <p:sp>
        <p:nvSpPr>
          <p:cNvPr id="90" name="ZoneTexte 89">
            <a:extLst>
              <a:ext uri="{FF2B5EF4-FFF2-40B4-BE49-F238E27FC236}">
                <a16:creationId xmlns:a16="http://schemas.microsoft.com/office/drawing/2014/main" id="{4C02E111-27AC-2C4E-85B7-073CFBAFFBD2}"/>
              </a:ext>
            </a:extLst>
          </p:cNvPr>
          <p:cNvSpPr txBox="1"/>
          <p:nvPr/>
        </p:nvSpPr>
        <p:spPr>
          <a:xfrm>
            <a:off x="3528000" y="2208208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{{LOSE_C17_24_2}}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998CE6F-1EAA-464F-A86D-495B88D65B78}"/>
              </a:ext>
            </a:extLst>
          </p:cNvPr>
          <p:cNvCxnSpPr/>
          <p:nvPr/>
        </p:nvCxnSpPr>
        <p:spPr>
          <a:xfrm>
            <a:off x="3702617" y="2006375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eur droit 80">
            <a:extLst>
              <a:ext uri="{FF2B5EF4-FFF2-40B4-BE49-F238E27FC236}">
                <a16:creationId xmlns:a16="http://schemas.microsoft.com/office/drawing/2014/main" id="{78FF5F94-1E72-D94C-92C9-3BFE3965A1D9}"/>
              </a:ext>
            </a:extLst>
          </p:cNvPr>
          <p:cNvCxnSpPr/>
          <p:nvPr/>
        </p:nvCxnSpPr>
        <p:spPr>
          <a:xfrm>
            <a:off x="3702617" y="243840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ZoneTexte 97">
            <a:extLst>
              <a:ext uri="{FF2B5EF4-FFF2-40B4-BE49-F238E27FC236}">
                <a16:creationId xmlns:a16="http://schemas.microsoft.com/office/drawing/2014/main" id="{169691C6-0FE4-D14B-85B8-7311AEA1CAF9}"/>
              </a:ext>
            </a:extLst>
          </p:cNvPr>
          <p:cNvSpPr txBox="1"/>
          <p:nvPr/>
        </p:nvSpPr>
        <p:spPr>
          <a:xfrm>
            <a:off x="3564599" y="4589655"/>
            <a:ext cx="14473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{{C21_24_2_CODE}}</a:t>
            </a:r>
          </a:p>
        </p:txBody>
      </p:sp>
      <p:sp>
        <p:nvSpPr>
          <p:cNvPr id="99" name="ZoneTexte 98">
            <a:extLst>
              <a:ext uri="{FF2B5EF4-FFF2-40B4-BE49-F238E27FC236}">
                <a16:creationId xmlns:a16="http://schemas.microsoft.com/office/drawing/2014/main" id="{48AD87D9-18D0-B640-BD6D-41EEB45F11B2}"/>
              </a:ext>
            </a:extLst>
          </p:cNvPr>
          <p:cNvSpPr txBox="1"/>
          <p:nvPr/>
        </p:nvSpPr>
        <p:spPr>
          <a:xfrm>
            <a:off x="3558612" y="4589655"/>
            <a:ext cx="27705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9F6CDAD2-D09F-1143-B979-9484EB8A1222}"/>
              </a:ext>
            </a:extLst>
          </p:cNvPr>
          <p:cNvSpPr txBox="1"/>
          <p:nvPr/>
        </p:nvSpPr>
        <p:spPr>
          <a:xfrm>
            <a:off x="4839419" y="4589655"/>
            <a:ext cx="149428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{{C21_24_2_HEURE}}</a:t>
            </a:r>
          </a:p>
        </p:txBody>
      </p:sp>
      <p:sp>
        <p:nvSpPr>
          <p:cNvPr id="102" name="ZoneTexte 101">
            <a:extLst>
              <a:ext uri="{FF2B5EF4-FFF2-40B4-BE49-F238E27FC236}">
                <a16:creationId xmlns:a16="http://schemas.microsoft.com/office/drawing/2014/main" id="{5D980E67-C0BF-0249-9F9E-D310002ABF91}"/>
              </a:ext>
            </a:extLst>
          </p:cNvPr>
          <p:cNvSpPr txBox="1"/>
          <p:nvPr/>
        </p:nvSpPr>
        <p:spPr>
          <a:xfrm>
            <a:off x="4708712" y="5142048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03" name="ZoneTexte 102">
            <a:extLst>
              <a:ext uri="{FF2B5EF4-FFF2-40B4-BE49-F238E27FC236}">
                <a16:creationId xmlns:a16="http://schemas.microsoft.com/office/drawing/2014/main" id="{EF701DC9-1014-7A40-B565-905EE15D2F0C}"/>
              </a:ext>
            </a:extLst>
          </p:cNvPr>
          <p:cNvSpPr txBox="1"/>
          <p:nvPr/>
        </p:nvSpPr>
        <p:spPr>
          <a:xfrm>
            <a:off x="4624047" y="5668969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04" name="Groupe 103">
            <a:extLst>
              <a:ext uri="{FF2B5EF4-FFF2-40B4-BE49-F238E27FC236}">
                <a16:creationId xmlns:a16="http://schemas.microsoft.com/office/drawing/2014/main" id="{B6406194-AC67-234C-A018-959BFA4FBEBF}"/>
              </a:ext>
            </a:extLst>
          </p:cNvPr>
          <p:cNvGrpSpPr/>
          <p:nvPr/>
        </p:nvGrpSpPr>
        <p:grpSpPr>
          <a:xfrm>
            <a:off x="3563176" y="4576296"/>
            <a:ext cx="2770524" cy="1354907"/>
            <a:chOff x="336470" y="583726"/>
            <a:chExt cx="2770524" cy="1354907"/>
          </a:xfrm>
        </p:grpSpPr>
        <p:sp>
          <p:nvSpPr>
            <p:cNvPr id="107" name="Rounded Rectangle 2">
              <a:extLst>
                <a:ext uri="{FF2B5EF4-FFF2-40B4-BE49-F238E27FC236}">
                  <a16:creationId xmlns:a16="http://schemas.microsoft.com/office/drawing/2014/main" id="{BC35D142-7DC5-0E44-9E75-12B5FC62CD6A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08" name="Connecteur droit 107">
              <a:extLst>
                <a:ext uri="{FF2B5EF4-FFF2-40B4-BE49-F238E27FC236}">
                  <a16:creationId xmlns:a16="http://schemas.microsoft.com/office/drawing/2014/main" id="{FCC8B888-0726-F540-9FE7-57E596B0DBE0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Connecteur droit 108">
              <a:extLst>
                <a:ext uri="{FF2B5EF4-FFF2-40B4-BE49-F238E27FC236}">
                  <a16:creationId xmlns:a16="http://schemas.microsoft.com/office/drawing/2014/main" id="{DA52E3C3-6701-3D4F-8377-52AD4FEDC38D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C2F79E4-32EE-714F-BDE0-2953055CC226}"/>
              </a:ext>
            </a:extLst>
          </p:cNvPr>
          <p:cNvSpPr txBox="1"/>
          <p:nvPr/>
        </p:nvSpPr>
        <p:spPr>
          <a:xfrm>
            <a:off x="3528000" y="4928102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{{LOSE_C17_24_3}}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46B92A05-4D0C-2B4A-8FA9-2AF1BD334B79}"/>
              </a:ext>
            </a:extLst>
          </p:cNvPr>
          <p:cNvSpPr txBox="1"/>
          <p:nvPr/>
        </p:nvSpPr>
        <p:spPr>
          <a:xfrm>
            <a:off x="3528000" y="5351731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{{LOSE_C17_24_4}}</a:t>
            </a:r>
          </a:p>
        </p:txBody>
      </p:sp>
      <p:cxnSp>
        <p:nvCxnSpPr>
          <p:cNvPr id="96" name="Connecteur droit 95">
            <a:extLst>
              <a:ext uri="{FF2B5EF4-FFF2-40B4-BE49-F238E27FC236}">
                <a16:creationId xmlns:a16="http://schemas.microsoft.com/office/drawing/2014/main" id="{F6685AC6-3CD7-8847-BB9C-893DB376A67F}"/>
              </a:ext>
            </a:extLst>
          </p:cNvPr>
          <p:cNvCxnSpPr/>
          <p:nvPr/>
        </p:nvCxnSpPr>
        <p:spPr>
          <a:xfrm>
            <a:off x="3702617" y="5149898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eur droit 96">
            <a:extLst>
              <a:ext uri="{FF2B5EF4-FFF2-40B4-BE49-F238E27FC236}">
                <a16:creationId xmlns:a16="http://schemas.microsoft.com/office/drawing/2014/main" id="{8328B16A-FFCF-EE45-BCFB-5E7C6B311672}"/>
              </a:ext>
            </a:extLst>
          </p:cNvPr>
          <p:cNvCxnSpPr/>
          <p:nvPr/>
        </p:nvCxnSpPr>
        <p:spPr>
          <a:xfrm>
            <a:off x="3702617" y="5581924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4" name="Groupe 113">
            <a:extLst>
              <a:ext uri="{FF2B5EF4-FFF2-40B4-BE49-F238E27FC236}">
                <a16:creationId xmlns:a16="http://schemas.microsoft.com/office/drawing/2014/main" id="{4FA91640-449A-F445-89C7-3C9E207DE8A7}"/>
              </a:ext>
            </a:extLst>
          </p:cNvPr>
          <p:cNvGrpSpPr/>
          <p:nvPr/>
        </p:nvGrpSpPr>
        <p:grpSpPr>
          <a:xfrm>
            <a:off x="6333700" y="2214965"/>
            <a:ext cx="469872" cy="3046488"/>
            <a:chOff x="6333698" y="2051381"/>
            <a:chExt cx="469872" cy="3046488"/>
          </a:xfrm>
        </p:grpSpPr>
        <p:cxnSp>
          <p:nvCxnSpPr>
            <p:cNvPr id="110" name="Connecteur droit 109">
              <a:extLst>
                <a:ext uri="{FF2B5EF4-FFF2-40B4-BE49-F238E27FC236}">
                  <a16:creationId xmlns:a16="http://schemas.microsoft.com/office/drawing/2014/main" id="{C0F01EAA-1B97-1940-B59B-178F11F13438}"/>
                </a:ext>
              </a:extLst>
            </p:cNvPr>
            <p:cNvCxnSpPr>
              <a:cxnSpLocks/>
              <a:stCxn id="91" idx="3"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necteur droit 110">
              <a:extLst>
                <a:ext uri="{FF2B5EF4-FFF2-40B4-BE49-F238E27FC236}">
                  <a16:creationId xmlns:a16="http://schemas.microsoft.com/office/drawing/2014/main" id="{05D29F0C-A3D7-A543-87FD-294E9D4CA41F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necteur droit 111">
              <a:extLst>
                <a:ext uri="{FF2B5EF4-FFF2-40B4-BE49-F238E27FC236}">
                  <a16:creationId xmlns:a16="http://schemas.microsoft.com/office/drawing/2014/main" id="{3239365E-8411-9647-9702-EE4796BCC80A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necteur droit 112">
              <a:extLst>
                <a:ext uri="{FF2B5EF4-FFF2-40B4-BE49-F238E27FC236}">
                  <a16:creationId xmlns:a16="http://schemas.microsoft.com/office/drawing/2014/main" id="{700BC4D2-0E4B-6F4A-AF56-340AECFFAC87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0" name="ZoneTexte 119">
            <a:extLst>
              <a:ext uri="{FF2B5EF4-FFF2-40B4-BE49-F238E27FC236}">
                <a16:creationId xmlns:a16="http://schemas.microsoft.com/office/drawing/2014/main" id="{18EE39A7-0D04-BC48-9A0C-BC57C487F621}"/>
              </a:ext>
            </a:extLst>
          </p:cNvPr>
          <p:cNvSpPr txBox="1"/>
          <p:nvPr/>
        </p:nvSpPr>
        <p:spPr>
          <a:xfrm>
            <a:off x="313909" y="3077888"/>
            <a:ext cx="1291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{{C23_24_CODE}}</a:t>
            </a:r>
          </a:p>
        </p:txBody>
      </p:sp>
      <p:sp>
        <p:nvSpPr>
          <p:cNvPr id="121" name="ZoneTexte 120">
            <a:extLst>
              <a:ext uri="{FF2B5EF4-FFF2-40B4-BE49-F238E27FC236}">
                <a16:creationId xmlns:a16="http://schemas.microsoft.com/office/drawing/2014/main" id="{F4652EAC-16B7-2042-AB26-E5DE4DBD1890}"/>
              </a:ext>
            </a:extLst>
          </p:cNvPr>
          <p:cNvSpPr txBox="1"/>
          <p:nvPr/>
        </p:nvSpPr>
        <p:spPr>
          <a:xfrm>
            <a:off x="307926" y="3077888"/>
            <a:ext cx="277508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22" name="ZoneTexte 121">
            <a:extLst>
              <a:ext uri="{FF2B5EF4-FFF2-40B4-BE49-F238E27FC236}">
                <a16:creationId xmlns:a16="http://schemas.microsoft.com/office/drawing/2014/main" id="{D494BE03-677C-794F-847F-0CDCFE49F103}"/>
              </a:ext>
            </a:extLst>
          </p:cNvPr>
          <p:cNvSpPr txBox="1"/>
          <p:nvPr/>
        </p:nvSpPr>
        <p:spPr>
          <a:xfrm>
            <a:off x="1604996" y="3077888"/>
            <a:ext cx="147370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{{C23_24_HEURE}}</a:t>
            </a:r>
          </a:p>
        </p:txBody>
      </p:sp>
      <p:sp>
        <p:nvSpPr>
          <p:cNvPr id="124" name="ZoneTexte 123">
            <a:extLst>
              <a:ext uri="{FF2B5EF4-FFF2-40B4-BE49-F238E27FC236}">
                <a16:creationId xmlns:a16="http://schemas.microsoft.com/office/drawing/2014/main" id="{7C5DDC0D-D2C5-E643-8550-E5AF436B9DAC}"/>
              </a:ext>
            </a:extLst>
          </p:cNvPr>
          <p:cNvSpPr txBox="1"/>
          <p:nvPr/>
        </p:nvSpPr>
        <p:spPr>
          <a:xfrm>
            <a:off x="1458026" y="3630281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25" name="ZoneTexte 124">
            <a:extLst>
              <a:ext uri="{FF2B5EF4-FFF2-40B4-BE49-F238E27FC236}">
                <a16:creationId xmlns:a16="http://schemas.microsoft.com/office/drawing/2014/main" id="{1C3C531F-EAE8-0B47-8C26-D96F212B92A3}"/>
              </a:ext>
            </a:extLst>
          </p:cNvPr>
          <p:cNvSpPr txBox="1"/>
          <p:nvPr/>
        </p:nvSpPr>
        <p:spPr>
          <a:xfrm>
            <a:off x="1373361" y="4157202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26" name="Groupe 125">
            <a:extLst>
              <a:ext uri="{FF2B5EF4-FFF2-40B4-BE49-F238E27FC236}">
                <a16:creationId xmlns:a16="http://schemas.microsoft.com/office/drawing/2014/main" id="{2473C159-6013-F745-8841-D200E5071813}"/>
              </a:ext>
            </a:extLst>
          </p:cNvPr>
          <p:cNvGrpSpPr/>
          <p:nvPr/>
        </p:nvGrpSpPr>
        <p:grpSpPr>
          <a:xfrm>
            <a:off x="312490" y="3064529"/>
            <a:ext cx="2770524" cy="1354907"/>
            <a:chOff x="336470" y="583726"/>
            <a:chExt cx="2770524" cy="1354907"/>
          </a:xfrm>
        </p:grpSpPr>
        <p:sp>
          <p:nvSpPr>
            <p:cNvPr id="129" name="Rounded Rectangle 2">
              <a:extLst>
                <a:ext uri="{FF2B5EF4-FFF2-40B4-BE49-F238E27FC236}">
                  <a16:creationId xmlns:a16="http://schemas.microsoft.com/office/drawing/2014/main" id="{677F7C61-44EE-6E40-8F6E-A7E52C5936B9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30" name="Connecteur droit 129">
              <a:extLst>
                <a:ext uri="{FF2B5EF4-FFF2-40B4-BE49-F238E27FC236}">
                  <a16:creationId xmlns:a16="http://schemas.microsoft.com/office/drawing/2014/main" id="{C60CE79D-9730-E542-91BE-18015D5511C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Connecteur droit 130">
              <a:extLst>
                <a:ext uri="{FF2B5EF4-FFF2-40B4-BE49-F238E27FC236}">
                  <a16:creationId xmlns:a16="http://schemas.microsoft.com/office/drawing/2014/main" id="{4A0753E7-9E42-6B41-8773-592DC95067B3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7" name="ZoneTexte 126">
            <a:extLst>
              <a:ext uri="{FF2B5EF4-FFF2-40B4-BE49-F238E27FC236}">
                <a16:creationId xmlns:a16="http://schemas.microsoft.com/office/drawing/2014/main" id="{BCC83249-E726-6B4D-BAC5-E85EB2DC6EF5}"/>
              </a:ext>
            </a:extLst>
          </p:cNvPr>
          <p:cNvSpPr txBox="1"/>
          <p:nvPr/>
        </p:nvSpPr>
        <p:spPr>
          <a:xfrm>
            <a:off x="298800" y="3416335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{{LOSE_C21_24_1}}</a:t>
            </a:r>
          </a:p>
        </p:txBody>
      </p:sp>
      <p:sp>
        <p:nvSpPr>
          <p:cNvPr id="128" name="ZoneTexte 127">
            <a:extLst>
              <a:ext uri="{FF2B5EF4-FFF2-40B4-BE49-F238E27FC236}">
                <a16:creationId xmlns:a16="http://schemas.microsoft.com/office/drawing/2014/main" id="{D19D15F8-E49A-5047-A237-D55BBF32D126}"/>
              </a:ext>
            </a:extLst>
          </p:cNvPr>
          <p:cNvSpPr txBox="1"/>
          <p:nvPr/>
        </p:nvSpPr>
        <p:spPr>
          <a:xfrm>
            <a:off x="298800" y="3839964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{{LOSE_C21_24_2}}</a:t>
            </a:r>
          </a:p>
        </p:txBody>
      </p: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127FC127-C7D1-574A-B48C-8D6AB458E5D4}"/>
              </a:ext>
            </a:extLst>
          </p:cNvPr>
          <p:cNvCxnSpPr/>
          <p:nvPr/>
        </p:nvCxnSpPr>
        <p:spPr>
          <a:xfrm>
            <a:off x="451931" y="3638131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eur droit 118">
            <a:extLst>
              <a:ext uri="{FF2B5EF4-FFF2-40B4-BE49-F238E27FC236}">
                <a16:creationId xmlns:a16="http://schemas.microsoft.com/office/drawing/2014/main" id="{98E3D683-DFDF-5443-B0E4-720EAF0A1CBE}"/>
              </a:ext>
            </a:extLst>
          </p:cNvPr>
          <p:cNvCxnSpPr/>
          <p:nvPr/>
        </p:nvCxnSpPr>
        <p:spPr>
          <a:xfrm>
            <a:off x="451931" y="4070157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21-24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sp>
        <p:nvSpPr>
          <p:cNvPr id="142" name="ZoneTexte 141">
            <a:extLst>
              <a:ext uri="{FF2B5EF4-FFF2-40B4-BE49-F238E27FC236}">
                <a16:creationId xmlns:a16="http://schemas.microsoft.com/office/drawing/2014/main" id="{EDDC4BB8-742D-FF4B-BEE0-B58600F99C26}"/>
              </a:ext>
            </a:extLst>
          </p:cNvPr>
          <p:cNvSpPr txBox="1"/>
          <p:nvPr/>
        </p:nvSpPr>
        <p:spPr>
          <a:xfrm>
            <a:off x="6812555" y="3063383"/>
            <a:ext cx="128677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{{C21_22_CODE}}</a:t>
            </a:r>
          </a:p>
        </p:txBody>
      </p:sp>
      <p:sp>
        <p:nvSpPr>
          <p:cNvPr id="143" name="ZoneTexte 142">
            <a:extLst>
              <a:ext uri="{FF2B5EF4-FFF2-40B4-BE49-F238E27FC236}">
                <a16:creationId xmlns:a16="http://schemas.microsoft.com/office/drawing/2014/main" id="{910BFB0A-ECDD-4B46-9FD8-3FCF5E218450}"/>
              </a:ext>
            </a:extLst>
          </p:cNvPr>
          <p:cNvSpPr txBox="1"/>
          <p:nvPr/>
        </p:nvSpPr>
        <p:spPr>
          <a:xfrm>
            <a:off x="6803572" y="3063383"/>
            <a:ext cx="277702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{{C21_22_TERRAIN}}</a:t>
            </a:r>
          </a:p>
          <a:p>
            <a:pPr algn="ctr"/>
            <a:endParaRPr lang="fr-FR" sz="1100" b="1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  <p:sp>
        <p:nvSpPr>
          <p:cNvPr id="144" name="ZoneTexte 143">
            <a:extLst>
              <a:ext uri="{FF2B5EF4-FFF2-40B4-BE49-F238E27FC236}">
                <a16:creationId xmlns:a16="http://schemas.microsoft.com/office/drawing/2014/main" id="{C461CD0F-189D-4249-AC96-125DD326BD5B}"/>
              </a:ext>
            </a:extLst>
          </p:cNvPr>
          <p:cNvSpPr txBox="1"/>
          <p:nvPr/>
        </p:nvSpPr>
        <p:spPr>
          <a:xfrm>
            <a:off x="8162552" y="3063383"/>
            <a:ext cx="141479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{{C21_22_HEURE}}</a:t>
            </a:r>
          </a:p>
        </p:txBody>
      </p:sp>
      <p:sp>
        <p:nvSpPr>
          <p:cNvPr id="146" name="ZoneTexte 145">
            <a:extLst>
              <a:ext uri="{FF2B5EF4-FFF2-40B4-BE49-F238E27FC236}">
                <a16:creationId xmlns:a16="http://schemas.microsoft.com/office/drawing/2014/main" id="{08300B0F-C0E3-A244-A7FD-E72C98388DAD}"/>
              </a:ext>
            </a:extLst>
          </p:cNvPr>
          <p:cNvSpPr txBox="1"/>
          <p:nvPr/>
        </p:nvSpPr>
        <p:spPr>
          <a:xfrm>
            <a:off x="7952357" y="3615776"/>
            <a:ext cx="3905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9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vs</a:t>
            </a:r>
          </a:p>
        </p:txBody>
      </p:sp>
      <p:sp>
        <p:nvSpPr>
          <p:cNvPr id="147" name="ZoneTexte 146">
            <a:extLst>
              <a:ext uri="{FF2B5EF4-FFF2-40B4-BE49-F238E27FC236}">
                <a16:creationId xmlns:a16="http://schemas.microsoft.com/office/drawing/2014/main" id="{3F382E53-E534-BF46-9E92-D6DEEA03A331}"/>
              </a:ext>
            </a:extLst>
          </p:cNvPr>
          <p:cNvSpPr txBox="1"/>
          <p:nvPr/>
        </p:nvSpPr>
        <p:spPr>
          <a:xfrm>
            <a:off x="7867692" y="4142697"/>
            <a:ext cx="59347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0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score:</a:t>
            </a:r>
          </a:p>
        </p:txBody>
      </p:sp>
      <p:grpSp>
        <p:nvGrpSpPr>
          <p:cNvPr id="148" name="Groupe 147">
            <a:extLst>
              <a:ext uri="{FF2B5EF4-FFF2-40B4-BE49-F238E27FC236}">
                <a16:creationId xmlns:a16="http://schemas.microsoft.com/office/drawing/2014/main" id="{1AF2CC3B-4304-6341-A985-F78CDE3CAEF1}"/>
              </a:ext>
            </a:extLst>
          </p:cNvPr>
          <p:cNvGrpSpPr/>
          <p:nvPr/>
        </p:nvGrpSpPr>
        <p:grpSpPr>
          <a:xfrm>
            <a:off x="6806821" y="3050024"/>
            <a:ext cx="2770524" cy="1354907"/>
            <a:chOff x="336470" y="583726"/>
            <a:chExt cx="2770524" cy="1354907"/>
          </a:xfrm>
        </p:grpSpPr>
        <p:sp>
          <p:nvSpPr>
            <p:cNvPr id="151" name="Rounded Rectangle 2">
              <a:extLst>
                <a:ext uri="{FF2B5EF4-FFF2-40B4-BE49-F238E27FC236}">
                  <a16:creationId xmlns:a16="http://schemas.microsoft.com/office/drawing/2014/main" id="{6EB1D16C-420F-7E40-A829-B13E274D54B0}"/>
                </a:ext>
              </a:extLst>
            </p:cNvPr>
            <p:cNvSpPr/>
            <p:nvPr/>
          </p:nvSpPr>
          <p:spPr>
            <a:xfrm>
              <a:off x="336470" y="583726"/>
              <a:ext cx="2770524" cy="1354907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 sz="1000"/>
              </a:pPr>
              <a:endParaRPr sz="907" dirty="0"/>
            </a:p>
          </p:txBody>
        </p:sp>
        <p:cxnSp>
          <p:nvCxnSpPr>
            <p:cNvPr id="152" name="Connecteur droit 151">
              <a:extLst>
                <a:ext uri="{FF2B5EF4-FFF2-40B4-BE49-F238E27FC236}">
                  <a16:creationId xmlns:a16="http://schemas.microsoft.com/office/drawing/2014/main" id="{B867D87F-3076-B446-92FF-B64F53ECC095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846401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Connecteur droit 152">
              <a:extLst>
                <a:ext uri="{FF2B5EF4-FFF2-40B4-BE49-F238E27FC236}">
                  <a16:creationId xmlns:a16="http://schemas.microsoft.com/office/drawing/2014/main" id="{D546E548-70FC-234F-A8B1-93CD1ABC4088}"/>
                </a:ext>
              </a:extLst>
            </p:cNvPr>
            <p:cNvCxnSpPr>
              <a:cxnSpLocks/>
            </p:cNvCxnSpPr>
            <p:nvPr/>
          </p:nvCxnSpPr>
          <p:spPr>
            <a:xfrm>
              <a:off x="336470" y="1680534"/>
              <a:ext cx="2770524" cy="0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ZoneTexte 148">
            <a:extLst>
              <a:ext uri="{FF2B5EF4-FFF2-40B4-BE49-F238E27FC236}">
                <a16:creationId xmlns:a16="http://schemas.microsoft.com/office/drawing/2014/main" id="{2E9D8ACE-3A81-8F46-8DF9-12EB6F8703A7}"/>
              </a:ext>
            </a:extLst>
          </p:cNvPr>
          <p:cNvSpPr txBox="1"/>
          <p:nvPr/>
        </p:nvSpPr>
        <p:spPr>
          <a:xfrm>
            <a:off x="6786000" y="3401830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{{WIN_C21_24_1}}</a:t>
            </a:r>
          </a:p>
        </p:txBody>
      </p:sp>
      <p:sp>
        <p:nvSpPr>
          <p:cNvPr id="150" name="ZoneTexte 149">
            <a:extLst>
              <a:ext uri="{FF2B5EF4-FFF2-40B4-BE49-F238E27FC236}">
                <a16:creationId xmlns:a16="http://schemas.microsoft.com/office/drawing/2014/main" id="{BD41D5E5-CF43-C149-8EAD-1C673202AB44}"/>
              </a:ext>
            </a:extLst>
          </p:cNvPr>
          <p:cNvSpPr txBox="1"/>
          <p:nvPr/>
        </p:nvSpPr>
        <p:spPr>
          <a:xfrm>
            <a:off x="6786000" y="3825459"/>
            <a:ext cx="251916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100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defRPr>
            </a:lvl1pPr>
          </a:lstStyle>
          <a:p>
            <a:r>
              <a:rPr lang="fr-FR" sz="800" dirty="0"/>
              <a:t>{{WIN_</a:t>
            </a:r>
            <a:r>
              <a:rPr lang="fr-FR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C21_24</a:t>
            </a:r>
            <a:r>
              <a:rPr lang="fr-FR" sz="800" dirty="0"/>
              <a:t>_2}}</a:t>
            </a:r>
          </a:p>
        </p:txBody>
      </p:sp>
      <p:cxnSp>
        <p:nvCxnSpPr>
          <p:cNvPr id="140" name="Connecteur droit 139">
            <a:extLst>
              <a:ext uri="{FF2B5EF4-FFF2-40B4-BE49-F238E27FC236}">
                <a16:creationId xmlns:a16="http://schemas.microsoft.com/office/drawing/2014/main" id="{13C8F888-C63D-ED4F-AE8A-70A488DC45B7}"/>
              </a:ext>
            </a:extLst>
          </p:cNvPr>
          <p:cNvCxnSpPr/>
          <p:nvPr/>
        </p:nvCxnSpPr>
        <p:spPr>
          <a:xfrm>
            <a:off x="6946262" y="3623626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eur droit 140">
            <a:extLst>
              <a:ext uri="{FF2B5EF4-FFF2-40B4-BE49-F238E27FC236}">
                <a16:creationId xmlns:a16="http://schemas.microsoft.com/office/drawing/2014/main" id="{9E33C42C-662B-264D-AE4B-F7C4DA6983DF}"/>
              </a:ext>
            </a:extLst>
          </p:cNvPr>
          <p:cNvCxnSpPr/>
          <p:nvPr/>
        </p:nvCxnSpPr>
        <p:spPr>
          <a:xfrm>
            <a:off x="6946262" y="4055652"/>
            <a:ext cx="2514600" cy="0"/>
          </a:xfrm>
          <a:prstGeom prst="line">
            <a:avLst/>
          </a:prstGeom>
          <a:ln w="635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4" name="Groupe 153">
            <a:extLst>
              <a:ext uri="{FF2B5EF4-FFF2-40B4-BE49-F238E27FC236}">
                <a16:creationId xmlns:a16="http://schemas.microsoft.com/office/drawing/2014/main" id="{663EBACE-D0FB-8E43-9D99-3D87DCAF21E0}"/>
              </a:ext>
            </a:extLst>
          </p:cNvPr>
          <p:cNvGrpSpPr/>
          <p:nvPr/>
        </p:nvGrpSpPr>
        <p:grpSpPr>
          <a:xfrm rot="10800000">
            <a:off x="3078453" y="2215654"/>
            <a:ext cx="469872" cy="3046488"/>
            <a:chOff x="6333698" y="2051381"/>
            <a:chExt cx="469872" cy="3046488"/>
          </a:xfrm>
        </p:grpSpPr>
        <p:cxnSp>
          <p:nvCxnSpPr>
            <p:cNvPr id="155" name="Connecteur droit 154">
              <a:extLst>
                <a:ext uri="{FF2B5EF4-FFF2-40B4-BE49-F238E27FC236}">
                  <a16:creationId xmlns:a16="http://schemas.microsoft.com/office/drawing/2014/main" id="{FC08E550-265D-B148-A192-46B5AD06923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333698" y="2051381"/>
              <a:ext cx="249097" cy="36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Connecteur droit 155">
              <a:extLst>
                <a:ext uri="{FF2B5EF4-FFF2-40B4-BE49-F238E27FC236}">
                  <a16:creationId xmlns:a16="http://schemas.microsoft.com/office/drawing/2014/main" id="{49EA6DB5-9745-4942-8C78-8B8DAAF9CF09}"/>
                </a:ext>
              </a:extLst>
            </p:cNvPr>
            <p:cNvCxnSpPr>
              <a:cxnSpLocks/>
            </p:cNvCxnSpPr>
            <p:nvPr/>
          </p:nvCxnSpPr>
          <p:spPr>
            <a:xfrm>
              <a:off x="6338262" y="5097868"/>
              <a:ext cx="239968" cy="1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 droit 156">
              <a:extLst>
                <a:ext uri="{FF2B5EF4-FFF2-40B4-BE49-F238E27FC236}">
                  <a16:creationId xmlns:a16="http://schemas.microsoft.com/office/drawing/2014/main" id="{EFF62FA7-9260-324C-B8FE-2D2B7DCC3AB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578230" y="2051381"/>
              <a:ext cx="0" cy="3046432"/>
            </a:xfrm>
            <a:prstGeom prst="line">
              <a:avLst/>
            </a:prstGeom>
            <a:ln w="9525"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 droit 157">
              <a:extLst>
                <a:ext uri="{FF2B5EF4-FFF2-40B4-BE49-F238E27FC236}">
                  <a16:creationId xmlns:a16="http://schemas.microsoft.com/office/drawing/2014/main" id="{64F6EADD-B1AD-5544-BCA9-43AD505B75A3}"/>
                </a:ext>
              </a:extLst>
            </p:cNvPr>
            <p:cNvCxnSpPr>
              <a:cxnSpLocks/>
            </p:cNvCxnSpPr>
            <p:nvPr/>
          </p:nvCxnSpPr>
          <p:spPr>
            <a:xfrm>
              <a:off x="6578230" y="3567717"/>
              <a:ext cx="225340" cy="0"/>
            </a:xfrm>
            <a:prstGeom prst="line">
              <a:avLst/>
            </a:prstGeom>
            <a:ln w="9525">
              <a:solidFill>
                <a:schemeClr val="tx1"/>
              </a:solidFill>
              <a:tailEnd type="arrow" w="sm" len="sm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9" name="ZoneTexte 158">
            <a:extLst>
              <a:ext uri="{FF2B5EF4-FFF2-40B4-BE49-F238E27FC236}">
                <a16:creationId xmlns:a16="http://schemas.microsoft.com/office/drawing/2014/main" id="{E3E93809-2DF2-144C-B3CD-C3D80F100F34}"/>
              </a:ext>
            </a:extLst>
          </p:cNvPr>
          <p:cNvSpPr txBox="1"/>
          <p:nvPr/>
        </p:nvSpPr>
        <p:spPr>
          <a:xfrm>
            <a:off x="-21446" y="2675947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23-24</a:t>
            </a:r>
          </a:p>
        </p:txBody>
      </p:sp>
      <p:sp>
        <p:nvSpPr>
          <p:cNvPr id="160" name="ZoneTexte 159">
            <a:extLst>
              <a:ext uri="{FF2B5EF4-FFF2-40B4-BE49-F238E27FC236}">
                <a16:creationId xmlns:a16="http://schemas.microsoft.com/office/drawing/2014/main" id="{7F22173B-2EC3-D54D-BC73-CD5D8F856F9C}"/>
              </a:ext>
            </a:extLst>
          </p:cNvPr>
          <p:cNvSpPr txBox="1"/>
          <p:nvPr/>
        </p:nvSpPr>
        <p:spPr>
          <a:xfrm>
            <a:off x="6472885" y="2673932"/>
            <a:ext cx="3383087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21-22</a:t>
            </a:r>
          </a:p>
        </p:txBody>
      </p:sp>
    </p:spTree>
    <p:extLst>
      <p:ext uri="{BB962C8B-B14F-4D97-AF65-F5344CB8AC3E}">
        <p14:creationId xmlns:p14="http://schemas.microsoft.com/office/powerpoint/2010/main" val="76064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7593257"/>
              </p:ext>
            </p:extLst>
          </p:nvPr>
        </p:nvGraphicFramePr>
        <p:xfrm>
          <a:off x="148524" y="1181798"/>
          <a:ext cx="9608952" cy="4882667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42134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46132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301530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1 2/2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0031136"/>
              </p:ext>
            </p:extLst>
          </p:nvPr>
        </p:nvGraphicFramePr>
        <p:xfrm>
          <a:off x="148524" y="1181798"/>
          <a:ext cx="9608952" cy="45042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88696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{{J1_PL19_EQ2}}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41156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{{J1_PL20_EQ2}}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91354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1074399"/>
              </p:ext>
            </p:extLst>
          </p:nvPr>
        </p:nvGraphicFramePr>
        <p:xfrm>
          <a:off x="154982" y="808734"/>
          <a:ext cx="9608952" cy="5623101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28203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290850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05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l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47067185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9380640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32769971"/>
                  </a:ext>
                </a:extLst>
              </a:tr>
              <a:tr h="317291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{{J2_PL18_EQ2}}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6759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57105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2791394" y="106130"/>
            <a:ext cx="4225159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PLANNING DES MATCHS JOUR 3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225425"/>
              </p:ext>
            </p:extLst>
          </p:nvPr>
        </p:nvGraphicFramePr>
        <p:xfrm>
          <a:off x="154982" y="808734"/>
          <a:ext cx="9608952" cy="5666679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131377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1146875">
                  <a:extLst>
                    <a:ext uri="{9D8B030D-6E8A-4147-A177-3AD203B41FA5}">
                      <a16:colId xmlns:a16="http://schemas.microsoft.com/office/drawing/2014/main" val="259936016"/>
                    </a:ext>
                  </a:extLst>
                </a:gridCol>
                <a:gridCol w="1518834">
                  <a:extLst>
                    <a:ext uri="{9D8B030D-6E8A-4147-A177-3AD203B41FA5}">
                      <a16:colId xmlns:a16="http://schemas.microsoft.com/office/drawing/2014/main" val="701658697"/>
                    </a:ext>
                  </a:extLst>
                </a:gridCol>
                <a:gridCol w="2262752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433234">
                  <a:extLst>
                    <a:ext uri="{9D8B030D-6E8A-4147-A177-3AD203B41FA5}">
                      <a16:colId xmlns:a16="http://schemas.microsoft.com/office/drawing/2014/main" val="4294460350"/>
                    </a:ext>
                  </a:extLst>
                </a:gridCol>
                <a:gridCol w="1115880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58117"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MATCH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HEURE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TERRAIN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ÉQUIPE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1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TERMINÉ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182626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5412914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908732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140017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{{J3_PL5_EQ2}}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588432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{{J3_PL6_EQ2}}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889702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{{J3_PL7_EQ2}}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393147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414589" rtl="0" eaLnBrk="1" latinLnBrk="0" hangingPunct="1"/>
                      <a:r>
                        <a:rPr lang="fr-FR" sz="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{{J3_PL8_EQ2}}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0721676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{{J3_PL9_EQ2}}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5205065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{{J3_PL10_EQ2}}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711848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{{J3_PL11_EQ2}}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6969797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{{J3_PL12_EQ2}}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6967559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{{J3_PL13_EQ2}}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5487420"/>
                  </a:ext>
                </a:extLst>
              </a:tr>
              <a:tr h="379183">
                <a:tc>
                  <a:txBody>
                    <a:bodyPr/>
                    <a:lstStyle/>
                    <a:p>
                      <a:pPr algn="ctr"/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{{J3_PL14_CODE}}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{{J3_PL14_HEURE}}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8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{{J3_PL14_TERRAIN}}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{{J3_PL14_EQ1}}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{{J3_PL14_EQ2}}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☐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54638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865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3" name="ZoneTexte 132">
            <a:extLst>
              <a:ext uri="{FF2B5EF4-FFF2-40B4-BE49-F238E27FC236}">
                <a16:creationId xmlns:a16="http://schemas.microsoft.com/office/drawing/2014/main" id="{7A600195-411A-9146-881C-BF77B17961CE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1/2</a:t>
            </a:r>
          </a:p>
        </p:txBody>
      </p: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2054342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1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2 </a:t>
                      </a:r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600" kern="1200" dirty="0">
                          <a:solidFill>
                            <a:schemeClr val="dk1"/>
                          </a:solidFill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 3 </a:t>
                      </a:r>
                      <a:r>
                        <a:rPr lang="fr-FR" sz="16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🥉</a:t>
                      </a:r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93582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Connecteur droit 131">
            <a:extLst>
              <a:ext uri="{FF2B5EF4-FFF2-40B4-BE49-F238E27FC236}">
                <a16:creationId xmlns:a16="http://schemas.microsoft.com/office/drawing/2014/main" id="{03A50A04-569F-7F4C-B363-E33B662511AC}"/>
              </a:ext>
            </a:extLst>
          </p:cNvPr>
          <p:cNvCxnSpPr>
            <a:cxnSpLocks/>
          </p:cNvCxnSpPr>
          <p:nvPr/>
        </p:nvCxnSpPr>
        <p:spPr>
          <a:xfrm>
            <a:off x="0" y="569147"/>
            <a:ext cx="9906000" cy="0"/>
          </a:xfrm>
          <a:prstGeom prst="line">
            <a:avLst/>
          </a:prstGeom>
          <a:ln w="15875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4" name="ZoneTexte 133">
            <a:extLst>
              <a:ext uri="{FF2B5EF4-FFF2-40B4-BE49-F238E27FC236}">
                <a16:creationId xmlns:a16="http://schemas.microsoft.com/office/drawing/2014/main" id="{04FA868E-B09C-CB41-8368-B46B9716BFE5}"/>
              </a:ext>
            </a:extLst>
          </p:cNvPr>
          <p:cNvSpPr txBox="1"/>
          <p:nvPr/>
        </p:nvSpPr>
        <p:spPr>
          <a:xfrm>
            <a:off x="21060" y="12212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{{TYPE}}</a:t>
            </a:r>
          </a:p>
        </p:txBody>
      </p:sp>
      <p:sp>
        <p:nvSpPr>
          <p:cNvPr id="135" name="ZoneTexte 134">
            <a:extLst>
              <a:ext uri="{FF2B5EF4-FFF2-40B4-BE49-F238E27FC236}">
                <a16:creationId xmlns:a16="http://schemas.microsoft.com/office/drawing/2014/main" id="{CE532D12-AB2D-E443-B4BE-7251DB907A4A}"/>
              </a:ext>
            </a:extLst>
          </p:cNvPr>
          <p:cNvSpPr txBox="1"/>
          <p:nvPr/>
        </p:nvSpPr>
        <p:spPr>
          <a:xfrm>
            <a:off x="6564810" y="147647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05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{{DATE}}</a:t>
            </a:r>
          </a:p>
        </p:txBody>
      </p:sp>
      <p:sp>
        <p:nvSpPr>
          <p:cNvPr id="136" name="ZoneTexte 135">
            <a:extLst>
              <a:ext uri="{FF2B5EF4-FFF2-40B4-BE49-F238E27FC236}">
                <a16:creationId xmlns:a16="http://schemas.microsoft.com/office/drawing/2014/main" id="{730CA1EC-3AAE-314C-A6E8-904AE6E4C1DB}"/>
              </a:ext>
            </a:extLst>
          </p:cNvPr>
          <p:cNvSpPr txBox="1"/>
          <p:nvPr/>
        </p:nvSpPr>
        <p:spPr>
          <a:xfrm>
            <a:off x="3212431" y="6591732"/>
            <a:ext cx="338308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1100" b="1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{{CLUB}}</a:t>
            </a:r>
          </a:p>
        </p:txBody>
      </p:sp>
      <p:graphicFrame>
        <p:nvGraphicFramePr>
          <p:cNvPr id="154" name="Tableau 154">
            <a:extLst>
              <a:ext uri="{FF2B5EF4-FFF2-40B4-BE49-F238E27FC236}">
                <a16:creationId xmlns:a16="http://schemas.microsoft.com/office/drawing/2014/main" id="{B43E9CA0-AE64-2741-903E-F250B7F838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3569526"/>
              </p:ext>
            </p:extLst>
          </p:nvPr>
        </p:nvGraphicFramePr>
        <p:xfrm>
          <a:off x="154982" y="964195"/>
          <a:ext cx="9546957" cy="4830696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472340">
                  <a:extLst>
                    <a:ext uri="{9D8B030D-6E8A-4147-A177-3AD203B41FA5}">
                      <a16:colId xmlns:a16="http://schemas.microsoft.com/office/drawing/2014/main" val="478490207"/>
                    </a:ext>
                  </a:extLst>
                </a:gridCol>
                <a:gridCol w="5712480">
                  <a:extLst>
                    <a:ext uri="{9D8B030D-6E8A-4147-A177-3AD203B41FA5}">
                      <a16:colId xmlns:a16="http://schemas.microsoft.com/office/drawing/2014/main" val="3799556434"/>
                    </a:ext>
                  </a:extLst>
                </a:gridCol>
                <a:gridCol w="2362137">
                  <a:extLst>
                    <a:ext uri="{9D8B030D-6E8A-4147-A177-3AD203B41FA5}">
                      <a16:colId xmlns:a16="http://schemas.microsoft.com/office/drawing/2014/main" val="3390452781"/>
                    </a:ext>
                  </a:extLst>
                </a:gridCol>
              </a:tblGrid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PLACE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EQUIPE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POINTS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6144695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13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4322995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14 </a:t>
                      </a:r>
                      <a:endParaRPr lang="fr-FR" sz="1600" kern="1200" dirty="0">
                        <a:solidFill>
                          <a:schemeClr val="dk1"/>
                        </a:solidFill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9077651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088069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{{PTS16}}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4426066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{{PTS17}}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9160659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{{PTS18}}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573982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{{PTS19}}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9656953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{{PTS20}}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22312717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6635458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73569104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8110893"/>
                  </a:ext>
                </a:extLst>
              </a:tr>
              <a:tr h="371592">
                <a:tc>
                  <a:txBody>
                    <a:bodyPr/>
                    <a:lstStyle/>
                    <a:p>
                      <a:pPr algn="ctr"/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fr-FR" sz="1200" dirty="0">
                        <a:latin typeface="Noto Sans" panose="020B0502040504020204" pitchFamily="34" charset="0"/>
                        <a:ea typeface="Noto Sans" panose="020B0502040504020204" pitchFamily="34" charset="0"/>
                        <a:cs typeface="Noto Sans" panose="020B0502040504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1458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200" dirty="0">
                          <a:latin typeface="Noto Sans" panose="020B0502040504020204" pitchFamily="34" charset="0"/>
                          <a:ea typeface="Noto Sans" panose="020B0502040504020204" pitchFamily="34" charset="0"/>
                          <a:cs typeface="Noto Sans" panose="020B0502040504020204" pitchFamily="34" charset="0"/>
                        </a:rPr>
                        <a:t>{{PTS24}}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5560879"/>
                  </a:ext>
                </a:extLst>
              </a:tr>
            </a:tbl>
          </a:graphicData>
        </a:graphic>
      </p:graphicFrame>
      <p:sp>
        <p:nvSpPr>
          <p:cNvPr id="8" name="ZoneTexte 7">
            <a:extLst>
              <a:ext uri="{FF2B5EF4-FFF2-40B4-BE49-F238E27FC236}">
                <a16:creationId xmlns:a16="http://schemas.microsoft.com/office/drawing/2014/main" id="{75943D54-404B-C94D-BE56-313466E1BEA9}"/>
              </a:ext>
            </a:extLst>
          </p:cNvPr>
          <p:cNvSpPr txBox="1"/>
          <p:nvPr/>
        </p:nvSpPr>
        <p:spPr>
          <a:xfrm>
            <a:off x="3195145" y="105103"/>
            <a:ext cx="3478924" cy="3466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CLASSEMENT FINAL / POINTS 2/2</a:t>
            </a:r>
          </a:p>
        </p:txBody>
      </p:sp>
    </p:spTree>
    <p:extLst>
      <p:ext uri="{BB962C8B-B14F-4D97-AF65-F5344CB8AC3E}">
        <p14:creationId xmlns:p14="http://schemas.microsoft.com/office/powerpoint/2010/main" val="33838324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1803</TotalTime>
  <Words>3693</Words>
  <Application>Microsoft Macintosh PowerPoint</Application>
  <PresentationFormat>Format A4 (210 x 297 mm)</PresentationFormat>
  <Paragraphs>840</Paragraphs>
  <Slides>16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0" baseType="lpstr">
      <vt:lpstr>Arial</vt:lpstr>
      <vt:lpstr>Calibri</vt:lpstr>
      <vt:lpstr>Noto Sans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/>
  <cp:keywords/>
  <dc:description>generated using python-pptx</dc:description>
  <cp:lastModifiedBy>Rémi Di Francia</cp:lastModifiedBy>
  <cp:revision>71</cp:revision>
  <dcterms:created xsi:type="dcterms:W3CDTF">2013-01-27T09:14:16Z</dcterms:created>
  <dcterms:modified xsi:type="dcterms:W3CDTF">2026-06-29T18:30:28Z</dcterms:modified>
  <cp:category/>
</cp:coreProperties>
</file>