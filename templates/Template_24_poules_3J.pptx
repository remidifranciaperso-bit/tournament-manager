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9" r:id="rId2"/>
    <p:sldId id="282" r:id="rId3"/>
    <p:sldId id="267" r:id="rId4"/>
    <p:sldId id="271" r:id="rId5"/>
    <p:sldId id="272" r:id="rId6"/>
    <p:sldId id="273" r:id="rId7"/>
    <p:sldId id="274" r:id="rId8"/>
    <p:sldId id="264" r:id="rId9"/>
    <p:sldId id="289" r:id="rId10"/>
    <p:sldId id="265" r:id="rId11"/>
    <p:sldId id="261" r:id="rId12"/>
    <p:sldId id="287" r:id="rId13"/>
    <p:sldId id="288" r:id="rId14"/>
    <p:sldId id="284" r:id="rId15"/>
    <p:sldId id="286" r:id="rId16"/>
    <p:sldId id="263" r:id="rId17"/>
    <p:sldId id="269" r:id="rId18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607921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121372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42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63544"/>
              </p:ext>
            </p:extLst>
          </p:nvPr>
        </p:nvGraphicFramePr>
        <p:xfrm>
          <a:off x="5029081" y="327856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684842"/>
              </p:ext>
            </p:extLst>
          </p:nvPr>
        </p:nvGraphicFramePr>
        <p:xfrm>
          <a:off x="1259194" y="327856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451434"/>
              </p:ext>
            </p:extLst>
          </p:nvPr>
        </p:nvGraphicFramePr>
        <p:xfrm>
          <a:off x="5029081" y="4673168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kumimoji="0" lang="fr-F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POULE_D_</a:t>
                      </a: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959663"/>
              </p:ext>
            </p:extLst>
          </p:nvPr>
        </p:nvGraphicFramePr>
        <p:xfrm>
          <a:off x="1259193" y="4673168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60294"/>
              </p:ext>
            </p:extLst>
          </p:nvPr>
        </p:nvGraphicFramePr>
        <p:xfrm>
          <a:off x="3128742" y="893279"/>
          <a:ext cx="3648515" cy="22707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1685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{{EXEMPT_6_EQ}}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5438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{{EXEMPT_7_EQ}}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289608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{{EXEMPT_8_EQ}}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836596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E96492D4-7CB1-1744-B3AF-0700DE9D8F8F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</p:spTree>
    <p:extLst>
      <p:ext uri="{BB962C8B-B14F-4D97-AF65-F5344CB8AC3E}">
        <p14:creationId xmlns:p14="http://schemas.microsoft.com/office/powerpoint/2010/main" val="68514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06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85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65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41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{{SECOND_POULE_A}}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{{SECOND_POULE_B}}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9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{{SECOND_POULE_C}}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369604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{{SECOND_POULE_D}}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265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67520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826217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669482"/>
              </p:ext>
            </p:extLst>
          </p:nvPr>
        </p:nvGraphicFramePr>
        <p:xfrm>
          <a:off x="154982" y="685904"/>
          <a:ext cx="9608952" cy="316231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03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08029" y="105103"/>
            <a:ext cx="4391890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759273"/>
              </p:ext>
            </p:extLst>
          </p:nvPr>
        </p:nvGraphicFramePr>
        <p:xfrm>
          <a:off x="154982" y="685904"/>
          <a:ext cx="9608952" cy="316231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530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08029" y="105103"/>
            <a:ext cx="4391890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3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049547"/>
              </p:ext>
            </p:extLst>
          </p:nvPr>
        </p:nvGraphicFramePr>
        <p:xfrm>
          <a:off x="154982" y="685904"/>
          <a:ext cx="9608952" cy="413767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26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08029" y="105103"/>
            <a:ext cx="4391890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3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63657"/>
              </p:ext>
            </p:extLst>
          </p:nvPr>
        </p:nvGraphicFramePr>
        <p:xfrm>
          <a:off x="154982" y="685904"/>
          <a:ext cx="9608952" cy="407681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577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727738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358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21731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</p:spTree>
    <p:extLst>
      <p:ext uri="{BB962C8B-B14F-4D97-AF65-F5344CB8AC3E}">
        <p14:creationId xmlns:p14="http://schemas.microsoft.com/office/powerpoint/2010/main" val="338383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2005</TotalTime>
  <Words>4570</Words>
  <Application>Microsoft Macintosh PowerPoint</Application>
  <PresentationFormat>Format A4 (210 x 297 mm)</PresentationFormat>
  <Paragraphs>928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79</cp:revision>
  <dcterms:created xsi:type="dcterms:W3CDTF">2013-01-27T09:14:16Z</dcterms:created>
  <dcterms:modified xsi:type="dcterms:W3CDTF">2026-06-26T13:25:21Z</dcterms:modified>
  <cp:category/>
</cp:coreProperties>
</file>