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6" r:id="rId2"/>
    <p:sldId id="284" r:id="rId3"/>
    <p:sldId id="285" r:id="rId4"/>
    <p:sldId id="281" r:id="rId5"/>
    <p:sldId id="282" r:id="rId6"/>
    <p:sldId id="283" r:id="rId7"/>
    <p:sldId id="279" r:id="rId8"/>
    <p:sldId id="265" r:id="rId9"/>
    <p:sldId id="261" r:id="rId10"/>
    <p:sldId id="269" r:id="rId11"/>
    <p:sldId id="262" r:id="rId12"/>
    <p:sldId id="272" r:id="rId13"/>
    <p:sldId id="273" r:id="rId14"/>
    <p:sldId id="263" r:id="rId15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517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/>
        </p:nvGraphicFramePr>
        <p:xfrm>
          <a:off x="176286" y="894751"/>
          <a:ext cx="955342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31404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1404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Nom 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TS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230296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203866" y="902798"/>
          <a:ext cx="749826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{{CONV_NOMS}}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{{CONV_HORAIRE}}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495827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3415514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421848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3421036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5104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3420458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25103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3423891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39730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39730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5071630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4571947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4487282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426411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45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45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3565852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3565852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25103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5080757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4567383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4482718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421847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45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45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3561288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3561288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25103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5080757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4567383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4482718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421847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421847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421847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45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45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3561288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3561288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27024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5079739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4562819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4478154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417283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45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45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3556724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3556724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413343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C817EC5E-1C0F-F64A-83CE-CAD6C4B0505F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9CF835B8-4DB3-814A-B332-1E2284031554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F2ED2F5A-EBCE-2C40-8E7C-74A8E93B54AD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784595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47C53F71-775B-FD41-B7DB-02943612941B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FCCE9E39-2EE9-2A46-A95E-EEE7796B2E61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</p:spTree>
    <p:extLst>
      <p:ext uri="{BB962C8B-B14F-4D97-AF65-F5344CB8AC3E}">
        <p14:creationId xmlns:p14="http://schemas.microsoft.com/office/powerpoint/2010/main" val="2254630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203343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9725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</p:spTree>
    <p:extLst>
      <p:ext uri="{BB962C8B-B14F-4D97-AF65-F5344CB8AC3E}">
        <p14:creationId xmlns:p14="http://schemas.microsoft.com/office/powerpoint/2010/main" val="4054534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972268"/>
              </p:ext>
            </p:extLst>
          </p:nvPr>
        </p:nvGraphicFramePr>
        <p:xfrm>
          <a:off x="148524" y="1361692"/>
          <a:ext cx="9608952" cy="41346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/>
                        <a:t>☐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{{J1_PL10_EQ2}}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{{J1_PL11_TERRAIN}}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{{J1_PL12_EQ2}}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dirty="0">
                          <a:latin typeface="TSL Sans" pitchFamily="2" charset="0"/>
                        </a:rPr>
                        <a:t>{{J1_PL14_EQ1}}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ADCBCAA-4B90-F643-96A2-938F563E6B9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DDB05F4-D227-8C4D-99DE-8EF85EF78BE3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FC685A1-0157-0047-B2DF-3407F1356EE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1A817D9-25FB-E44B-8123-8065855BEFD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671478C-5794-5243-BEBB-3C55377D43D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9396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568626"/>
              </p:ext>
            </p:extLst>
          </p:nvPr>
        </p:nvGraphicFramePr>
        <p:xfrm>
          <a:off x="148524" y="1361692"/>
          <a:ext cx="9608952" cy="41346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dirty="0">
                          <a:latin typeface="TSL Sans" pitchFamily="2" charset="0"/>
                        </a:rPr>
                        <a:t>{{J2_PL9_EQ1}}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dirty="0">
                          <a:latin typeface="TSL Sans" pitchFamily="2" charset="0"/>
                        </a:rPr>
                        <a:t>{{J2_PL10_EQ2}}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77A45D59-CA4E-E44A-8AAD-C3058DE60594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DBC3D54-8C55-7647-BD55-EE7B984F160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039B7CB-75B8-1546-BDE4-BA583AC171D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366D924-06C3-F545-9628-9EFD52CC5F0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97AD4B1-C678-0143-B4CD-D3F992B5691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697929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98699"/>
              </p:ext>
            </p:extLst>
          </p:nvPr>
        </p:nvGraphicFramePr>
        <p:xfrm>
          <a:off x="148524" y="1637333"/>
          <a:ext cx="9608952" cy="3583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dirty="0">
                          <a:latin typeface="TSL Sans" pitchFamily="2" charset="0"/>
                        </a:rPr>
                        <a:t>{{J3_PL9_EQ1}}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6B73B0-7ABF-544B-BCEA-9635BCCE7DA7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FEA078A-513B-E64B-8E0A-B2BB079F5E5B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3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1D1FEC6-F89F-DD44-8A4B-6B86AFDA96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95B974D-DECC-444B-89CD-832FB93799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13FCAE7-93A7-9E4A-9AD4-C9843F264D59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197387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530246"/>
              </p:ext>
            </p:extLst>
          </p:nvPr>
        </p:nvGraphicFramePr>
        <p:xfrm>
          <a:off x="154982" y="844449"/>
          <a:ext cx="9546957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1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TSL Sans" pitchFamily="2" charset="0"/>
                        </a:rPr>
                        <a:t>🥇</a:t>
                      </a:r>
                      <a:r>
                        <a:rPr lang="fr-FR" sz="1100" dirty="0">
                          <a:latin typeface="TSL Sans" pitchFamily="2" charset="0"/>
                        </a:rPr>
                        <a:t> 1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100" dirty="0">
                          <a:latin typeface="TSL Sans" pitchFamily="2" charset="0"/>
                        </a:rPr>
                        <a:t> 2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100" dirty="0">
                          <a:latin typeface="TSL Sans" pitchFamily="2" charset="0"/>
                        </a:rPr>
                        <a:t> 3 </a:t>
                      </a:r>
                      <a:r>
                        <a:rPr lang="fr-FR" sz="1400" dirty="0">
                          <a:latin typeface="TSL Sans" pitchFamily="2" charset="0"/>
                        </a:rPr>
                        <a:t>🥉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12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13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20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2952</TotalTime>
  <Words>2876</Words>
  <Application>Microsoft Macintosh PowerPoint</Application>
  <PresentationFormat>Format A4 (210 x 297 mm)</PresentationFormat>
  <Paragraphs>661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0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92</cp:revision>
  <dcterms:created xsi:type="dcterms:W3CDTF">2013-01-27T09:14:16Z</dcterms:created>
  <dcterms:modified xsi:type="dcterms:W3CDTF">2026-07-07T20:54:47Z</dcterms:modified>
  <cp:category/>
</cp:coreProperties>
</file>