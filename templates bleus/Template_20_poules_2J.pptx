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6" r:id="rId2"/>
    <p:sldId id="284" r:id="rId3"/>
    <p:sldId id="285" r:id="rId4"/>
    <p:sldId id="287" r:id="rId5"/>
    <p:sldId id="271" r:id="rId6"/>
    <p:sldId id="272" r:id="rId7"/>
    <p:sldId id="273" r:id="rId8"/>
    <p:sldId id="274" r:id="rId9"/>
    <p:sldId id="286" r:id="rId10"/>
    <p:sldId id="280" r:id="rId11"/>
    <p:sldId id="262" r:id="rId12"/>
    <p:sldId id="270" r:id="rId13"/>
    <p:sldId id="281" r:id="rId14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152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22" descr="Une image contenant balle de tennis, équipement sportif, balle, Sport de raquette&#10;&#10;Description générée automatiquement">
            <a:extLst>
              <a:ext uri="{FF2B5EF4-FFF2-40B4-BE49-F238E27FC236}">
                <a16:creationId xmlns:a16="http://schemas.microsoft.com/office/drawing/2014/main" id="{3BE362C0-ECF4-1B42-98AF-438577F0B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5597" y="-40878"/>
            <a:ext cx="10531222" cy="699677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64272530-0649-BD4A-A7D8-7C7792BB1E94}"/>
              </a:ext>
            </a:extLst>
          </p:cNvPr>
          <p:cNvSpPr txBox="1"/>
          <p:nvPr/>
        </p:nvSpPr>
        <p:spPr>
          <a:xfrm>
            <a:off x="2713126" y="380761"/>
            <a:ext cx="439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200" dirty="0">
                <a:solidFill>
                  <a:schemeClr val="bg1"/>
                </a:solidFill>
                <a:latin typeface="TSL Sans" pitchFamily="2" charset="0"/>
                <a:cs typeface="Oriya MN" pitchFamily="2" charset="0"/>
              </a:rPr>
              <a:t>{{LOGO}}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7DDA2-92C3-2944-8F86-E62910EEBB20}"/>
              </a:ext>
            </a:extLst>
          </p:cNvPr>
          <p:cNvSpPr txBox="1"/>
          <p:nvPr/>
        </p:nvSpPr>
        <p:spPr>
          <a:xfrm>
            <a:off x="-425597" y="1566952"/>
            <a:ext cx="105312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600" dirty="0">
                <a:solidFill>
                  <a:srgbClr val="FFFF00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03695CD-FDE4-F54B-8134-D0767A33B0A3}"/>
              </a:ext>
            </a:extLst>
          </p:cNvPr>
          <p:cNvSpPr txBox="1"/>
          <p:nvPr/>
        </p:nvSpPr>
        <p:spPr>
          <a:xfrm>
            <a:off x="1994338" y="5382572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{{NB_EQUIPES}}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D96DA86-9D71-1041-90D1-D256C10146A0}"/>
              </a:ext>
            </a:extLst>
          </p:cNvPr>
          <p:cNvSpPr txBox="1"/>
          <p:nvPr/>
        </p:nvSpPr>
        <p:spPr>
          <a:xfrm>
            <a:off x="1994338" y="4262590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406B9-1400-604D-BCAD-81F49575497D}"/>
              </a:ext>
            </a:extLst>
          </p:cNvPr>
          <p:cNvSpPr txBox="1"/>
          <p:nvPr/>
        </p:nvSpPr>
        <p:spPr>
          <a:xfrm>
            <a:off x="1994338" y="4823648"/>
            <a:ext cx="5917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0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{{HEURE}}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C78276-0247-DB4D-9282-A024FA8B012B}"/>
              </a:ext>
            </a:extLst>
          </p:cNvPr>
          <p:cNvSpPr txBox="1"/>
          <p:nvPr/>
        </p:nvSpPr>
        <p:spPr>
          <a:xfrm>
            <a:off x="1994338" y="5941496"/>
            <a:ext cx="5917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{{NB_TERRAINS}}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2881E999-4164-2341-B126-C373A19A0BB7}"/>
              </a:ext>
            </a:extLst>
          </p:cNvPr>
          <p:cNvCxnSpPr>
            <a:cxnSpLocks/>
          </p:cNvCxnSpPr>
          <p:nvPr/>
        </p:nvCxnSpPr>
        <p:spPr>
          <a:xfrm>
            <a:off x="2296385" y="3132362"/>
            <a:ext cx="5087257" cy="0"/>
          </a:xfrm>
          <a:prstGeom prst="line">
            <a:avLst/>
          </a:prstGeom>
          <a:ln w="25400">
            <a:solidFill>
              <a:srgbClr val="FFFF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835A0D9-906F-A949-B733-2DC87687B07B}"/>
              </a:ext>
            </a:extLst>
          </p:cNvPr>
          <p:cNvSpPr txBox="1"/>
          <p:nvPr/>
        </p:nvSpPr>
        <p:spPr>
          <a:xfrm>
            <a:off x="1881352" y="6688774"/>
            <a:ext cx="5917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padel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tournament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fr-FR" sz="800" dirty="0" err="1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engine</a:t>
            </a:r>
            <a:r>
              <a:rPr lang="fr-FR" sz="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fr-FR" sz="1100" dirty="0"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10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3A20A996-66AA-8749-88BD-781F6E97301F}"/>
              </a:ext>
            </a:extLst>
          </p:cNvPr>
          <p:cNvGraphicFramePr>
            <a:graphicFrameLocks noGrp="1"/>
          </p:cNvGraphicFramePr>
          <p:nvPr/>
        </p:nvGraphicFramePr>
        <p:xfrm>
          <a:off x="176286" y="894751"/>
          <a:ext cx="955342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31404"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b="1" kern="1200" dirty="0">
                          <a:solidFill>
                            <a:schemeClr val="bg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JOUEUR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PAIRE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1404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Nom 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1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Nom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Classement 2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414589" rtl="0" eaLnBrk="1" latinLnBrk="0" hangingPunct="1"/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Poids </a:t>
                      </a:r>
                      <a:endParaRPr lang="fr-FR" sz="11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TS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{{PARTICIPANTS}}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7E27EE6-87C4-AC41-AB5B-32129656A24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181366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DBD643-5383-5F44-9332-8644C60D028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286BFF8-DA1B-E348-AFB8-72B601C483D1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802D377-BDD0-2A45-9AE0-EB06B39645C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0E52639-28D7-4044-84E1-59AE67014A4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14" name="Tableau 154">
            <a:extLst>
              <a:ext uri="{FF2B5EF4-FFF2-40B4-BE49-F238E27FC236}">
                <a16:creationId xmlns:a16="http://schemas.microsoft.com/office/drawing/2014/main" id="{9AAB0331-425B-D24A-9A42-AFE074634216}"/>
              </a:ext>
            </a:extLst>
          </p:cNvPr>
          <p:cNvGraphicFramePr>
            <a:graphicFrameLocks noGrp="1"/>
          </p:cNvGraphicFramePr>
          <p:nvPr/>
        </p:nvGraphicFramePr>
        <p:xfrm>
          <a:off x="1203866" y="902798"/>
          <a:ext cx="7498268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184038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{{CONV_NOMS}}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{{CONV_HORAIRE}}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  <p:sp>
        <p:nvSpPr>
          <p:cNvPr id="16" name="ZoneTexte 15">
            <a:extLst>
              <a:ext uri="{FF2B5EF4-FFF2-40B4-BE49-F238E27FC236}">
                <a16:creationId xmlns:a16="http://schemas.microsoft.com/office/drawing/2014/main" id="{69E3F15C-97CA-9E4B-8D41-8DBFC01A744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758222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Tableau 154">
            <a:extLst>
              <a:ext uri="{FF2B5EF4-FFF2-40B4-BE49-F238E27FC236}">
                <a16:creationId xmlns:a16="http://schemas.microsoft.com/office/drawing/2014/main" id="{FC7C3D93-D15A-3B46-B06A-CFFD9525C62C}"/>
              </a:ext>
            </a:extLst>
          </p:cNvPr>
          <p:cNvGraphicFramePr>
            <a:graphicFrameLocks noGrp="1"/>
          </p:cNvGraphicFramePr>
          <p:nvPr/>
        </p:nvGraphicFramePr>
        <p:xfrm>
          <a:off x="4952999" y="2720482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B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{{POULE_B_4_EQ}}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33" name="Tableau 154">
            <a:extLst>
              <a:ext uri="{FF2B5EF4-FFF2-40B4-BE49-F238E27FC236}">
                <a16:creationId xmlns:a16="http://schemas.microsoft.com/office/drawing/2014/main" id="{D3CD5AB4-4D33-4840-9703-1A5884C7303C}"/>
              </a:ext>
            </a:extLst>
          </p:cNvPr>
          <p:cNvGraphicFramePr>
            <a:graphicFrameLocks noGrp="1"/>
          </p:cNvGraphicFramePr>
          <p:nvPr/>
        </p:nvGraphicFramePr>
        <p:xfrm>
          <a:off x="1183112" y="2720482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A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1" name="Tableau 154">
            <a:extLst>
              <a:ext uri="{FF2B5EF4-FFF2-40B4-BE49-F238E27FC236}">
                <a16:creationId xmlns:a16="http://schemas.microsoft.com/office/drawing/2014/main" id="{E832A536-4E5B-D841-9BA4-5CE07D56561D}"/>
              </a:ext>
            </a:extLst>
          </p:cNvPr>
          <p:cNvGraphicFramePr>
            <a:graphicFrameLocks noGrp="1"/>
          </p:cNvGraphicFramePr>
          <p:nvPr/>
        </p:nvGraphicFramePr>
        <p:xfrm>
          <a:off x="4964252" y="4514525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D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graphicFrame>
        <p:nvGraphicFramePr>
          <p:cNvPr id="42" name="Tableau 154">
            <a:extLst>
              <a:ext uri="{FF2B5EF4-FFF2-40B4-BE49-F238E27FC236}">
                <a16:creationId xmlns:a16="http://schemas.microsoft.com/office/drawing/2014/main" id="{2E0B1337-C9CC-E24A-92BA-F637ED9F790D}"/>
              </a:ext>
            </a:extLst>
          </p:cNvPr>
          <p:cNvGraphicFramePr>
            <a:graphicFrameLocks noGrp="1"/>
          </p:cNvGraphicFramePr>
          <p:nvPr/>
        </p:nvGraphicFramePr>
        <p:xfrm>
          <a:off x="1183111" y="4514523"/>
          <a:ext cx="3648515" cy="1713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</a:tblGrid>
              <a:tr h="351049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POULE C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340724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7B8CE1D3-5C06-2340-9DA0-5DCEFE1BB5D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19B7F7D-FEF5-7449-B713-CD39C962DB3F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POULES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C16794A-E883-8E44-B19F-8498F90B303D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4D35865-32BF-ED42-999D-580271FAF338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8FB36E-6047-FE44-8083-48F0DAF080A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A405E26-416A-5841-8D82-9AD59FDFC948}"/>
              </a:ext>
            </a:extLst>
          </p:cNvPr>
          <p:cNvGraphicFramePr>
            <a:graphicFrameLocks noGrp="1"/>
          </p:cNvGraphicFramePr>
          <p:nvPr/>
        </p:nvGraphicFramePr>
        <p:xfrm>
          <a:off x="3062430" y="926439"/>
          <a:ext cx="3648515" cy="171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515">
                  <a:extLst>
                    <a:ext uri="{9D8B030D-6E8A-4147-A177-3AD203B41FA5}">
                      <a16:colId xmlns:a16="http://schemas.microsoft.com/office/drawing/2014/main" val="679590290"/>
                    </a:ext>
                  </a:extLst>
                </a:gridCol>
              </a:tblGrid>
              <a:tr h="351048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ÉQUIPES EXEMPTÉES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63726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299425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447677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407163"/>
                  </a:ext>
                </a:extLst>
              </a:tr>
              <a:tr h="340723"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{{EXEMPT_4_EQ}}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813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0773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4D86E969-1638-CE41-92EB-A1B18910ED33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2D69CAA2-9594-364A-9937-2C7CF498FB49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3294A423-2E19-3D4C-B831-5DF151F80A11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149A39DD-9723-7544-AA40-D5C4D051748C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69454CC2-9D63-014E-9CE9-C258AB8EC22E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7895E4D7-7894-2440-89E1-9C22B66C7465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{{PA_M1_TERRAIN}}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{{PA_M1_HEURE}}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{{PA_M2_CODE}}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{{PA_M2_HEURE}}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{{PA_M3_CODE}}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{{PA_M3_HEURE}}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{{PA_M4_CODE}}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{{PA_M4_HEURE}}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{{PA_M5_CODE}}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{{PA_M5_HEURE}}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{{PA_M6_CODE}}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{{PA_M6_HEURE}}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{{POULE_A_4_EQ}}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027552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{{POULE_A_4_EQ}}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856DF613-D889-D745-AAF5-2D9DE1C611C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91B86B0A-F860-B444-9F06-A84595401109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A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2ACB8B7D-BF08-5141-854D-15C94D591638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5A4A646C-A965-274E-BECE-707FF1F51DC7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13A16C87-D6D2-6C46-A745-38E4F2F3D37A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2318207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40DCC79F-C718-3045-B953-EF631919CC6F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EE25AB87-A129-BB42-A831-B40EBC26ECE5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780E29EE-20BD-E547-92E1-A356CEE1D2A0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166BDE1C-8935-D146-AC5D-20DB8374E044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3D78BDFF-7166-6144-917C-F5D6697DAD53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CCFE559D-A7ED-5C4E-931A-36E9582F531F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{{PB_M4_CODE}}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{{PB_M2_CODE}}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{{PB_M3_CODE}}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{{PB_M6_HEURE}}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{{PB_M1_TERRAIN}}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{{POULE_B_4_EQ}}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400313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{{POULE_B_4_EQ}}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CD08BCAD-450E-9742-93C3-1A2B685B3E51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01C27448-1B7A-E845-9EA6-8FDA238C3DB2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B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C4F7DAD7-DD8F-9346-8888-4AA1049AE60A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740FEED5-F67D-E545-AD6F-9590ACAC37C9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CEDB5CE9-6FC8-3341-8094-AC86CDCD9D35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331617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AD142AC9-AC68-8A46-863E-F7EC8F0EE5BB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A91694B3-184F-EA4B-801A-0E80EDB08D1B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5A3B776A-31FF-B946-9FD4-BF6E48C9FA5D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CF2CCE46-4EC8-0D4E-9185-573F3D4A93EE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27BB03F2-5922-2047-BEEF-F6C8CD14EA4E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E1334237-4609-1541-A297-FAFC010E16B9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{{PC_M6_HEURE}}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{{PC_M1_TERRAIN}}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{{POULE_C_4_EQ}}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487949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{{POULE_C_4_EQ}}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B88BA659-7F9D-C049-90D7-0F0A866BE0B6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A0E81C57-4D5F-FF48-8896-226FDCEA3230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C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10E6A30D-005D-3A46-AFDC-C557BD1C56D3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59E695E9-396A-3649-8D8F-77FC3002E2A4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34832D52-B2D4-AA41-BA8A-6CF434C6822B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412645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ounded Rectangle 2">
            <a:extLst>
              <a:ext uri="{FF2B5EF4-FFF2-40B4-BE49-F238E27FC236}">
                <a16:creationId xmlns:a16="http://schemas.microsoft.com/office/drawing/2014/main" id="{002AA61B-FD29-B442-A2C2-C5D4E7F63E17}"/>
              </a:ext>
            </a:extLst>
          </p:cNvPr>
          <p:cNvSpPr/>
          <p:nvPr/>
        </p:nvSpPr>
        <p:spPr>
          <a:xfrm>
            <a:off x="3565902" y="274115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6" name="Rounded Rectangle 2">
            <a:extLst>
              <a:ext uri="{FF2B5EF4-FFF2-40B4-BE49-F238E27FC236}">
                <a16:creationId xmlns:a16="http://schemas.microsoft.com/office/drawing/2014/main" id="{77792EE0-47B5-5843-91B0-8431EEBCF199}"/>
              </a:ext>
            </a:extLst>
          </p:cNvPr>
          <p:cNvSpPr/>
          <p:nvPr/>
        </p:nvSpPr>
        <p:spPr>
          <a:xfrm>
            <a:off x="617354" y="272848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7" name="Rounded Rectangle 2">
            <a:extLst>
              <a:ext uri="{FF2B5EF4-FFF2-40B4-BE49-F238E27FC236}">
                <a16:creationId xmlns:a16="http://schemas.microsoft.com/office/drawing/2014/main" id="{F22F789A-66FE-F04F-9376-F2E6E8CD0463}"/>
              </a:ext>
            </a:extLst>
          </p:cNvPr>
          <p:cNvSpPr/>
          <p:nvPr/>
        </p:nvSpPr>
        <p:spPr>
          <a:xfrm>
            <a:off x="603077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8" name="Rounded Rectangle 2">
            <a:extLst>
              <a:ext uri="{FF2B5EF4-FFF2-40B4-BE49-F238E27FC236}">
                <a16:creationId xmlns:a16="http://schemas.microsoft.com/office/drawing/2014/main" id="{AFDB4ACD-C780-7D47-A2FC-6AE80D6F7E94}"/>
              </a:ext>
            </a:extLst>
          </p:cNvPr>
          <p:cNvSpPr/>
          <p:nvPr/>
        </p:nvSpPr>
        <p:spPr>
          <a:xfrm>
            <a:off x="3568809" y="1190587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Rounded Rectangle 2">
            <a:extLst>
              <a:ext uri="{FF2B5EF4-FFF2-40B4-BE49-F238E27FC236}">
                <a16:creationId xmlns:a16="http://schemas.microsoft.com/office/drawing/2014/main" id="{5396C838-B032-6C4F-AA58-746608C7DDA2}"/>
              </a:ext>
            </a:extLst>
          </p:cNvPr>
          <p:cNvSpPr/>
          <p:nvPr/>
        </p:nvSpPr>
        <p:spPr>
          <a:xfrm>
            <a:off x="6527557" y="119140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00" name="Rounded Rectangle 2">
            <a:extLst>
              <a:ext uri="{FF2B5EF4-FFF2-40B4-BE49-F238E27FC236}">
                <a16:creationId xmlns:a16="http://schemas.microsoft.com/office/drawing/2014/main" id="{CD9FE340-429F-7E44-A3B1-BE4FA5C14302}"/>
              </a:ext>
            </a:extLst>
          </p:cNvPr>
          <p:cNvSpPr/>
          <p:nvPr/>
        </p:nvSpPr>
        <p:spPr>
          <a:xfrm>
            <a:off x="6524829" y="272877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370BB671-2507-784D-B767-1712C68C6094}"/>
              </a:ext>
            </a:extLst>
          </p:cNvPr>
          <p:cNvSpPr txBox="1"/>
          <p:nvPr/>
        </p:nvSpPr>
        <p:spPr>
          <a:xfrm>
            <a:off x="6533291" y="2741514"/>
            <a:ext cx="13598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6E0293E8-2BBF-2D4D-A8BC-9F49DD1204AB}"/>
              </a:ext>
            </a:extLst>
          </p:cNvPr>
          <p:cNvSpPr txBox="1"/>
          <p:nvPr/>
        </p:nvSpPr>
        <p:spPr>
          <a:xfrm>
            <a:off x="6533291" y="1204628"/>
            <a:ext cx="1297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{{PD_M5_CODE}}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3280CF4-5974-D446-A6A8-8EEBCF0F0D3D}"/>
              </a:ext>
            </a:extLst>
          </p:cNvPr>
          <p:cNvSpPr txBox="1"/>
          <p:nvPr/>
        </p:nvSpPr>
        <p:spPr>
          <a:xfrm>
            <a:off x="3575614" y="2757161"/>
            <a:ext cx="1305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{{PD_M4_CODE}}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2DB7A4FD-B99A-A943-82C4-DD1185026293}"/>
              </a:ext>
            </a:extLst>
          </p:cNvPr>
          <p:cNvSpPr txBox="1"/>
          <p:nvPr/>
        </p:nvSpPr>
        <p:spPr>
          <a:xfrm>
            <a:off x="3575614" y="1204628"/>
            <a:ext cx="13128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{{PD_M3_CODE}}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CC62A31-9B71-2D46-ADA0-88CEAC60E8C6}"/>
              </a:ext>
            </a:extLst>
          </p:cNvPr>
          <p:cNvSpPr txBox="1"/>
          <p:nvPr/>
        </p:nvSpPr>
        <p:spPr>
          <a:xfrm>
            <a:off x="625815" y="2744948"/>
            <a:ext cx="1289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{{PD_M2_CODE}}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6C64A28-B62A-BB45-A3BB-3F6EF5FAB090}"/>
              </a:ext>
            </a:extLst>
          </p:cNvPr>
          <p:cNvSpPr txBox="1"/>
          <p:nvPr/>
        </p:nvSpPr>
        <p:spPr>
          <a:xfrm>
            <a:off x="613374" y="1204628"/>
            <a:ext cx="1301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{{PD_M1_CODE}}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EE0EA8-A99F-5A41-A32F-1FE635256B61}"/>
              </a:ext>
            </a:extLst>
          </p:cNvPr>
          <p:cNvSpPr txBox="1"/>
          <p:nvPr/>
        </p:nvSpPr>
        <p:spPr>
          <a:xfrm>
            <a:off x="1996015" y="1204628"/>
            <a:ext cx="1380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{{PD_M1_HEURE}}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C1A95A25-554C-054B-A442-676879D47B03}"/>
              </a:ext>
            </a:extLst>
          </p:cNvPr>
          <p:cNvSpPr txBox="1"/>
          <p:nvPr/>
        </p:nvSpPr>
        <p:spPr>
          <a:xfrm>
            <a:off x="1996016" y="2744948"/>
            <a:ext cx="139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{{PD_M2_HEURE}}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F23D1591-DE57-444A-8C91-C3304E50CC2B}"/>
              </a:ext>
            </a:extLst>
          </p:cNvPr>
          <p:cNvSpPr txBox="1"/>
          <p:nvPr/>
        </p:nvSpPr>
        <p:spPr>
          <a:xfrm>
            <a:off x="4950709" y="1204628"/>
            <a:ext cx="13875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{{PD_M3_HEURE}}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A92AE725-EEFE-5C42-928A-644050212EE4}"/>
              </a:ext>
            </a:extLst>
          </p:cNvPr>
          <p:cNvSpPr txBox="1"/>
          <p:nvPr/>
        </p:nvSpPr>
        <p:spPr>
          <a:xfrm>
            <a:off x="4950709" y="2757161"/>
            <a:ext cx="13875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39D77668-E9D9-984A-850F-CCAAA7828FD8}"/>
              </a:ext>
            </a:extLst>
          </p:cNvPr>
          <p:cNvSpPr txBox="1"/>
          <p:nvPr/>
        </p:nvSpPr>
        <p:spPr>
          <a:xfrm>
            <a:off x="7838635" y="1204628"/>
            <a:ext cx="1457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{{PD_M5_HEURE}}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1EEACAE2-A82C-EE4B-BAB2-D9081098DB83}"/>
              </a:ext>
            </a:extLst>
          </p:cNvPr>
          <p:cNvSpPr txBox="1"/>
          <p:nvPr/>
        </p:nvSpPr>
        <p:spPr>
          <a:xfrm>
            <a:off x="7838635" y="2741514"/>
            <a:ext cx="14573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{{PD_M6_HEURE}}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A653BCD9-F43C-6147-89B4-6748C84F21C8}"/>
              </a:ext>
            </a:extLst>
          </p:cNvPr>
          <p:cNvSpPr txBox="1"/>
          <p:nvPr/>
        </p:nvSpPr>
        <p:spPr>
          <a:xfrm>
            <a:off x="6520850" y="2741514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A1DF0712-15BB-C143-8B32-B814252D30D5}"/>
              </a:ext>
            </a:extLst>
          </p:cNvPr>
          <p:cNvSpPr txBox="1"/>
          <p:nvPr/>
        </p:nvSpPr>
        <p:spPr>
          <a:xfrm>
            <a:off x="6520850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{{PD_M5_TERRAIN}}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C0532A-7B80-3941-ABB8-B2C17DD01FF0}"/>
              </a:ext>
            </a:extLst>
          </p:cNvPr>
          <p:cNvSpPr txBox="1"/>
          <p:nvPr/>
        </p:nvSpPr>
        <p:spPr>
          <a:xfrm>
            <a:off x="3563174" y="2757161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{{PD_M4_TERRAIN}}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6758797-F6EA-CA45-931A-8230C7AFC9B4}"/>
              </a:ext>
            </a:extLst>
          </p:cNvPr>
          <p:cNvSpPr txBox="1"/>
          <p:nvPr/>
        </p:nvSpPr>
        <p:spPr>
          <a:xfrm>
            <a:off x="356317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{{PD_M3_TERRAIN}}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1B42721-C923-2641-BA78-999929492964}"/>
              </a:ext>
            </a:extLst>
          </p:cNvPr>
          <p:cNvSpPr txBox="1"/>
          <p:nvPr/>
        </p:nvSpPr>
        <p:spPr>
          <a:xfrm>
            <a:off x="613375" y="274494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472328-417A-4747-B9A8-895E06F00EA2}"/>
              </a:ext>
            </a:extLst>
          </p:cNvPr>
          <p:cNvSpPr txBox="1"/>
          <p:nvPr/>
        </p:nvSpPr>
        <p:spPr>
          <a:xfrm>
            <a:off x="600934" y="1204628"/>
            <a:ext cx="2779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{{PD_M1_TERRAIN}}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40B3778-AA08-0143-86D8-E42344DBC697}"/>
              </a:ext>
            </a:extLst>
          </p:cNvPr>
          <p:cNvSpPr txBox="1"/>
          <p:nvPr/>
        </p:nvSpPr>
        <p:spPr>
          <a:xfrm>
            <a:off x="175103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2649F6E-3F53-7E40-BEE0-36099D7B4D34}"/>
              </a:ext>
            </a:extLst>
          </p:cNvPr>
          <p:cNvSpPr txBox="1"/>
          <p:nvPr/>
        </p:nvSpPr>
        <p:spPr>
          <a:xfrm>
            <a:off x="166636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676CB05C-7A3D-804E-881D-9CBF4B8D77E6}"/>
              </a:ext>
            </a:extLst>
          </p:cNvPr>
          <p:cNvGrpSpPr/>
          <p:nvPr/>
        </p:nvGrpSpPr>
        <p:grpSpPr>
          <a:xfrm>
            <a:off x="605498" y="1191269"/>
            <a:ext cx="2770524" cy="1354907"/>
            <a:chOff x="336470" y="583726"/>
            <a:chExt cx="2770524" cy="1354907"/>
          </a:xfrm>
        </p:grpSpPr>
        <p:sp>
          <p:nvSpPr>
            <p:cNvPr id="18" name="Rounded Rectangle 2">
              <a:extLst>
                <a:ext uri="{FF2B5EF4-FFF2-40B4-BE49-F238E27FC236}">
                  <a16:creationId xmlns:a16="http://schemas.microsoft.com/office/drawing/2014/main" id="{01AE91BE-F4CD-594F-B331-3E4FE50F504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9" name="Connecteur droit 18">
              <a:extLst>
                <a:ext uri="{FF2B5EF4-FFF2-40B4-BE49-F238E27FC236}">
                  <a16:creationId xmlns:a16="http://schemas.microsoft.com/office/drawing/2014/main" id="{8BC618FF-B7F2-5144-99BC-D2973E79002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>
              <a:extLst>
                <a:ext uri="{FF2B5EF4-FFF2-40B4-BE49-F238E27FC236}">
                  <a16:creationId xmlns:a16="http://schemas.microsoft.com/office/drawing/2014/main" id="{46EF965E-1BB2-7446-A7EE-B03CA8D9745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1DB95A72-DC02-044B-85C8-C66CA8275358}"/>
              </a:ext>
            </a:extLst>
          </p:cNvPr>
          <p:cNvSpPr txBox="1"/>
          <p:nvPr/>
        </p:nvSpPr>
        <p:spPr>
          <a:xfrm>
            <a:off x="6300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B0CAD5A-07BB-A04C-B314-90153D36FB20}"/>
              </a:ext>
            </a:extLst>
          </p:cNvPr>
          <p:cNvSpPr txBox="1"/>
          <p:nvPr/>
        </p:nvSpPr>
        <p:spPr>
          <a:xfrm>
            <a:off x="6300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06F6E98-54A4-9D4E-9AA2-093AE61E82F4}"/>
              </a:ext>
            </a:extLst>
          </p:cNvPr>
          <p:cNvCxnSpPr/>
          <p:nvPr/>
        </p:nvCxnSpPr>
        <p:spPr>
          <a:xfrm>
            <a:off x="74493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685D11C7-C6B8-CA4B-A459-8F29401CFA3D}"/>
              </a:ext>
            </a:extLst>
          </p:cNvPr>
          <p:cNvCxnSpPr/>
          <p:nvPr/>
        </p:nvCxnSpPr>
        <p:spPr>
          <a:xfrm>
            <a:off x="74493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5036ECC0-8BD8-E647-B5F4-DE9EADE38113}"/>
              </a:ext>
            </a:extLst>
          </p:cNvPr>
          <p:cNvSpPr txBox="1"/>
          <p:nvPr/>
        </p:nvSpPr>
        <p:spPr>
          <a:xfrm>
            <a:off x="1763475" y="329734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36CC0FC-48F2-B343-83FE-3A28B8F19DA1}"/>
              </a:ext>
            </a:extLst>
          </p:cNvPr>
          <p:cNvSpPr txBox="1"/>
          <p:nvPr/>
        </p:nvSpPr>
        <p:spPr>
          <a:xfrm>
            <a:off x="1678810" y="382426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49B7AEE6-D13D-524A-97C4-2B75203C0A8B}"/>
              </a:ext>
            </a:extLst>
          </p:cNvPr>
          <p:cNvGrpSpPr/>
          <p:nvPr/>
        </p:nvGrpSpPr>
        <p:grpSpPr>
          <a:xfrm>
            <a:off x="617939" y="2731589"/>
            <a:ext cx="2770524" cy="1354907"/>
            <a:chOff x="336470" y="583726"/>
            <a:chExt cx="2770524" cy="1354907"/>
          </a:xfrm>
        </p:grpSpPr>
        <p:sp>
          <p:nvSpPr>
            <p:cNvPr id="31" name="Rounded Rectangle 2">
              <a:extLst>
                <a:ext uri="{FF2B5EF4-FFF2-40B4-BE49-F238E27FC236}">
                  <a16:creationId xmlns:a16="http://schemas.microsoft.com/office/drawing/2014/main" id="{ADB4CAB7-53F0-7C46-8AFC-BBEF27D6F337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2" name="Connecteur droit 31">
              <a:extLst>
                <a:ext uri="{FF2B5EF4-FFF2-40B4-BE49-F238E27FC236}">
                  <a16:creationId xmlns:a16="http://schemas.microsoft.com/office/drawing/2014/main" id="{95F3EACB-2A36-CE4A-9B1F-955DDD0135FA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>
              <a:extLst>
                <a:ext uri="{FF2B5EF4-FFF2-40B4-BE49-F238E27FC236}">
                  <a16:creationId xmlns:a16="http://schemas.microsoft.com/office/drawing/2014/main" id="{F76C9B3D-1B20-DD40-AA24-FB4BB0B096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308F8-3BB8-784A-B752-ECB58DE610AF}"/>
              </a:ext>
            </a:extLst>
          </p:cNvPr>
          <p:cNvSpPr txBox="1"/>
          <p:nvPr/>
        </p:nvSpPr>
        <p:spPr>
          <a:xfrm>
            <a:off x="630000" y="308339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539B44F5-83CF-D045-B098-AF9D7011C071}"/>
              </a:ext>
            </a:extLst>
          </p:cNvPr>
          <p:cNvSpPr txBox="1"/>
          <p:nvPr/>
        </p:nvSpPr>
        <p:spPr>
          <a:xfrm>
            <a:off x="630000" y="350702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32BD1AD3-7511-1F46-8762-4E55AFFF5BDD}"/>
              </a:ext>
            </a:extLst>
          </p:cNvPr>
          <p:cNvCxnSpPr/>
          <p:nvPr/>
        </p:nvCxnSpPr>
        <p:spPr>
          <a:xfrm>
            <a:off x="757380" y="330519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5A70E6C-79D7-4A4A-9E93-EE80BB7631C2}"/>
              </a:ext>
            </a:extLst>
          </p:cNvPr>
          <p:cNvCxnSpPr/>
          <p:nvPr/>
        </p:nvCxnSpPr>
        <p:spPr>
          <a:xfrm>
            <a:off x="757380" y="373721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842481BB-54A9-834D-A3E8-CD3F0EAC666B}"/>
              </a:ext>
            </a:extLst>
          </p:cNvPr>
          <p:cNvSpPr txBox="1"/>
          <p:nvPr/>
        </p:nvSpPr>
        <p:spPr>
          <a:xfrm>
            <a:off x="4713274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61715A87-D0FF-A240-BBDD-6E129D399904}"/>
              </a:ext>
            </a:extLst>
          </p:cNvPr>
          <p:cNvSpPr txBox="1"/>
          <p:nvPr/>
        </p:nvSpPr>
        <p:spPr>
          <a:xfrm>
            <a:off x="4628609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62E7E9B0-A8A3-C844-9D03-0AE47F0C0FBE}"/>
              </a:ext>
            </a:extLst>
          </p:cNvPr>
          <p:cNvGrpSpPr/>
          <p:nvPr/>
        </p:nvGrpSpPr>
        <p:grpSpPr>
          <a:xfrm>
            <a:off x="3567738" y="1191269"/>
            <a:ext cx="2770524" cy="1354907"/>
            <a:chOff x="336470" y="583726"/>
            <a:chExt cx="2770524" cy="1354907"/>
          </a:xfrm>
        </p:grpSpPr>
        <p:sp>
          <p:nvSpPr>
            <p:cNvPr id="48" name="Rounded Rectangle 2">
              <a:extLst>
                <a:ext uri="{FF2B5EF4-FFF2-40B4-BE49-F238E27FC236}">
                  <a16:creationId xmlns:a16="http://schemas.microsoft.com/office/drawing/2014/main" id="{6722E2F9-EF49-F347-A376-04B18C8C6E4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49" name="Connecteur droit 48">
              <a:extLst>
                <a:ext uri="{FF2B5EF4-FFF2-40B4-BE49-F238E27FC236}">
                  <a16:creationId xmlns:a16="http://schemas.microsoft.com/office/drawing/2014/main" id="{B5E97FF9-48F2-1342-8E38-220903BA572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46B6F24B-37E6-2A4F-BF1C-226DCB4472B4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D7D8F991-85F3-4C4D-9F42-B723CE66801F}"/>
              </a:ext>
            </a:extLst>
          </p:cNvPr>
          <p:cNvSpPr txBox="1"/>
          <p:nvPr/>
        </p:nvSpPr>
        <p:spPr>
          <a:xfrm>
            <a:off x="35892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6390EA2-E809-B04F-9E44-B1B1DE9302A4}"/>
              </a:ext>
            </a:extLst>
          </p:cNvPr>
          <p:cNvSpPr txBox="1"/>
          <p:nvPr/>
        </p:nvSpPr>
        <p:spPr>
          <a:xfrm>
            <a:off x="35892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006359E6-51C8-DB4C-AEA8-FF115C08C703}"/>
              </a:ext>
            </a:extLst>
          </p:cNvPr>
          <p:cNvCxnSpPr/>
          <p:nvPr/>
        </p:nvCxnSpPr>
        <p:spPr>
          <a:xfrm>
            <a:off x="3707179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914BA920-9CFD-A74F-AFA7-F8E68D769BE2}"/>
              </a:ext>
            </a:extLst>
          </p:cNvPr>
          <p:cNvCxnSpPr/>
          <p:nvPr/>
        </p:nvCxnSpPr>
        <p:spPr>
          <a:xfrm>
            <a:off x="3707179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ZoneTexte 57">
            <a:extLst>
              <a:ext uri="{FF2B5EF4-FFF2-40B4-BE49-F238E27FC236}">
                <a16:creationId xmlns:a16="http://schemas.microsoft.com/office/drawing/2014/main" id="{2EF17EAD-D7EE-8648-BD5A-459941F359C3}"/>
              </a:ext>
            </a:extLst>
          </p:cNvPr>
          <p:cNvSpPr txBox="1"/>
          <p:nvPr/>
        </p:nvSpPr>
        <p:spPr>
          <a:xfrm>
            <a:off x="4713274" y="330955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0E8AD211-DDDA-7241-986E-E184A9A6D4BD}"/>
              </a:ext>
            </a:extLst>
          </p:cNvPr>
          <p:cNvSpPr txBox="1"/>
          <p:nvPr/>
        </p:nvSpPr>
        <p:spPr>
          <a:xfrm>
            <a:off x="4628609" y="383647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24F1D3D7-813F-9945-8F78-346CB4A1133E}"/>
              </a:ext>
            </a:extLst>
          </p:cNvPr>
          <p:cNvGrpSpPr/>
          <p:nvPr/>
        </p:nvGrpSpPr>
        <p:grpSpPr>
          <a:xfrm>
            <a:off x="3567738" y="2743802"/>
            <a:ext cx="2770524" cy="1354907"/>
            <a:chOff x="336470" y="583726"/>
            <a:chExt cx="2770524" cy="1354907"/>
          </a:xfrm>
        </p:grpSpPr>
        <p:sp>
          <p:nvSpPr>
            <p:cNvPr id="61" name="Rounded Rectangle 2">
              <a:extLst>
                <a:ext uri="{FF2B5EF4-FFF2-40B4-BE49-F238E27FC236}">
                  <a16:creationId xmlns:a16="http://schemas.microsoft.com/office/drawing/2014/main" id="{6664D816-EBFD-D247-9A6C-58B9F3ECAE8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5298B7E7-1567-B848-85FA-D5F3A99E993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63009BB-303E-6F43-8D36-7F07C19A459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ZoneTexte 63">
            <a:extLst>
              <a:ext uri="{FF2B5EF4-FFF2-40B4-BE49-F238E27FC236}">
                <a16:creationId xmlns:a16="http://schemas.microsoft.com/office/drawing/2014/main" id="{1938415F-9D42-5D42-AEE8-449687EBDE47}"/>
              </a:ext>
            </a:extLst>
          </p:cNvPr>
          <p:cNvSpPr txBox="1"/>
          <p:nvPr/>
        </p:nvSpPr>
        <p:spPr>
          <a:xfrm>
            <a:off x="3589200" y="309560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86CA141B-4D44-D647-8CBA-65AE60268F7C}"/>
              </a:ext>
            </a:extLst>
          </p:cNvPr>
          <p:cNvSpPr txBox="1"/>
          <p:nvPr/>
        </p:nvSpPr>
        <p:spPr>
          <a:xfrm>
            <a:off x="3589200" y="351923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1A7FCAE0-22B6-7A4E-AFA7-AA87E23FADD1}"/>
              </a:ext>
            </a:extLst>
          </p:cNvPr>
          <p:cNvCxnSpPr/>
          <p:nvPr/>
        </p:nvCxnSpPr>
        <p:spPr>
          <a:xfrm>
            <a:off x="3707179" y="331740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12A255A-EC44-894C-88A6-B10A676F5A0B}"/>
              </a:ext>
            </a:extLst>
          </p:cNvPr>
          <p:cNvCxnSpPr/>
          <p:nvPr/>
        </p:nvCxnSpPr>
        <p:spPr>
          <a:xfrm>
            <a:off x="3707179" y="374943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378CCB7-062C-3A42-82E2-F8C401E159BA}"/>
              </a:ext>
            </a:extLst>
          </p:cNvPr>
          <p:cNvSpPr txBox="1"/>
          <p:nvPr/>
        </p:nvSpPr>
        <p:spPr>
          <a:xfrm>
            <a:off x="7670950" y="175702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9D6149A3-6EB8-AF44-92E2-618C7339DA52}"/>
              </a:ext>
            </a:extLst>
          </p:cNvPr>
          <p:cNvSpPr txBox="1"/>
          <p:nvPr/>
        </p:nvSpPr>
        <p:spPr>
          <a:xfrm>
            <a:off x="7586285" y="228394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9987D3B0-549C-6E40-A6CF-5F6E6C4CE40A}"/>
              </a:ext>
            </a:extLst>
          </p:cNvPr>
          <p:cNvGrpSpPr/>
          <p:nvPr/>
        </p:nvGrpSpPr>
        <p:grpSpPr>
          <a:xfrm>
            <a:off x="6525414" y="1191269"/>
            <a:ext cx="2770524" cy="1354907"/>
            <a:chOff x="336470" y="583726"/>
            <a:chExt cx="2770524" cy="1354907"/>
          </a:xfrm>
        </p:grpSpPr>
        <p:sp>
          <p:nvSpPr>
            <p:cNvPr id="74" name="Rounded Rectangle 2">
              <a:extLst>
                <a:ext uri="{FF2B5EF4-FFF2-40B4-BE49-F238E27FC236}">
                  <a16:creationId xmlns:a16="http://schemas.microsoft.com/office/drawing/2014/main" id="{E6D3EE2E-8D43-F64F-A499-ABD12CC4081E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5" name="Connecteur droit 74">
              <a:extLst>
                <a:ext uri="{FF2B5EF4-FFF2-40B4-BE49-F238E27FC236}">
                  <a16:creationId xmlns:a16="http://schemas.microsoft.com/office/drawing/2014/main" id="{9CA2511E-1CC0-224A-85BC-A3E6CB0DCFE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7A23B077-D268-7F45-9F81-7FC3BE6FD372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F76319DA-3A13-9149-AF23-B8CA3B551472}"/>
              </a:ext>
            </a:extLst>
          </p:cNvPr>
          <p:cNvSpPr txBox="1"/>
          <p:nvPr/>
        </p:nvSpPr>
        <p:spPr>
          <a:xfrm>
            <a:off x="6544800" y="154307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{{POULE_D_1_EQ}}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95F3F264-008E-7F4D-AF6F-D44F047A9BFB}"/>
              </a:ext>
            </a:extLst>
          </p:cNvPr>
          <p:cNvSpPr txBox="1"/>
          <p:nvPr/>
        </p:nvSpPr>
        <p:spPr>
          <a:xfrm>
            <a:off x="6544800" y="196670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{{POULE_D_2_EQ}}</a:t>
            </a: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29B005C4-8AF8-1541-92C4-268530461982}"/>
              </a:ext>
            </a:extLst>
          </p:cNvPr>
          <p:cNvCxnSpPr/>
          <p:nvPr/>
        </p:nvCxnSpPr>
        <p:spPr>
          <a:xfrm>
            <a:off x="6664855" y="176487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925513-DBD5-2D48-999B-4066C42C6F6B}"/>
              </a:ext>
            </a:extLst>
          </p:cNvPr>
          <p:cNvCxnSpPr/>
          <p:nvPr/>
        </p:nvCxnSpPr>
        <p:spPr>
          <a:xfrm>
            <a:off x="6664855" y="219689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2D7F23C6-D6BD-9B47-9A3C-C2AA0394C7B2}"/>
              </a:ext>
            </a:extLst>
          </p:cNvPr>
          <p:cNvSpPr txBox="1"/>
          <p:nvPr/>
        </p:nvSpPr>
        <p:spPr>
          <a:xfrm>
            <a:off x="7670950" y="329390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5" name="ZoneTexte 84">
            <a:extLst>
              <a:ext uri="{FF2B5EF4-FFF2-40B4-BE49-F238E27FC236}">
                <a16:creationId xmlns:a16="http://schemas.microsoft.com/office/drawing/2014/main" id="{E887466C-206C-D64B-953E-821BDA01EE7C}"/>
              </a:ext>
            </a:extLst>
          </p:cNvPr>
          <p:cNvSpPr txBox="1"/>
          <p:nvPr/>
        </p:nvSpPr>
        <p:spPr>
          <a:xfrm>
            <a:off x="7586285" y="382082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2BD2A20-AA3B-2C43-B38D-F350C4EAADD8}"/>
              </a:ext>
            </a:extLst>
          </p:cNvPr>
          <p:cNvGrpSpPr/>
          <p:nvPr/>
        </p:nvGrpSpPr>
        <p:grpSpPr>
          <a:xfrm>
            <a:off x="6525414" y="2728155"/>
            <a:ext cx="2770524" cy="1354907"/>
            <a:chOff x="336470" y="583726"/>
            <a:chExt cx="2770524" cy="1354907"/>
          </a:xfrm>
        </p:grpSpPr>
        <p:sp>
          <p:nvSpPr>
            <p:cNvPr id="87" name="Rounded Rectangle 2">
              <a:extLst>
                <a:ext uri="{FF2B5EF4-FFF2-40B4-BE49-F238E27FC236}">
                  <a16:creationId xmlns:a16="http://schemas.microsoft.com/office/drawing/2014/main" id="{90DE40EC-DE50-8248-901B-B045B5D7CC7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8" name="Connecteur droit 87">
              <a:extLst>
                <a:ext uri="{FF2B5EF4-FFF2-40B4-BE49-F238E27FC236}">
                  <a16:creationId xmlns:a16="http://schemas.microsoft.com/office/drawing/2014/main" id="{B59905EC-A12E-7046-9E3B-0DDB41492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4A9912D7-4756-414F-A0B1-CD0EF0947ED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ZoneTexte 89">
            <a:extLst>
              <a:ext uri="{FF2B5EF4-FFF2-40B4-BE49-F238E27FC236}">
                <a16:creationId xmlns:a16="http://schemas.microsoft.com/office/drawing/2014/main" id="{B638B146-29B3-EF4F-A6C0-93D4ACB0EA96}"/>
              </a:ext>
            </a:extLst>
          </p:cNvPr>
          <p:cNvSpPr txBox="1"/>
          <p:nvPr/>
        </p:nvSpPr>
        <p:spPr>
          <a:xfrm>
            <a:off x="6544800" y="30799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{{POULE_D_3_EQ}}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56B77AD-F697-844C-A47C-C175ACAC7F50}"/>
              </a:ext>
            </a:extLst>
          </p:cNvPr>
          <p:cNvSpPr txBox="1"/>
          <p:nvPr/>
        </p:nvSpPr>
        <p:spPr>
          <a:xfrm>
            <a:off x="6544800" y="350359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{{POULE_D_4_EQ}}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2B2A62CE-20F5-5642-8C50-7C03CA1D5CF8}"/>
              </a:ext>
            </a:extLst>
          </p:cNvPr>
          <p:cNvCxnSpPr/>
          <p:nvPr/>
        </p:nvCxnSpPr>
        <p:spPr>
          <a:xfrm>
            <a:off x="6664855" y="33017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E016F092-2E9F-A042-BCEA-F6EF67CA5B23}"/>
              </a:ext>
            </a:extLst>
          </p:cNvPr>
          <p:cNvCxnSpPr/>
          <p:nvPr/>
        </p:nvCxnSpPr>
        <p:spPr>
          <a:xfrm>
            <a:off x="6664855" y="373378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au 154">
            <a:extLst>
              <a:ext uri="{FF2B5EF4-FFF2-40B4-BE49-F238E27FC236}">
                <a16:creationId xmlns:a16="http://schemas.microsoft.com/office/drawing/2014/main" id="{B1AF19C9-7C1C-5145-8050-2A8C1F0C52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15858"/>
              </p:ext>
            </p:extLst>
          </p:nvPr>
        </p:nvGraphicFramePr>
        <p:xfrm>
          <a:off x="739678" y="4705373"/>
          <a:ext cx="8426644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12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835005734"/>
                    </a:ext>
                  </a:extLst>
                </a:gridCol>
                <a:gridCol w="897172">
                  <a:extLst>
                    <a:ext uri="{9D8B030D-6E8A-4147-A177-3AD203B41FA5}">
                      <a16:colId xmlns:a16="http://schemas.microsoft.com/office/drawing/2014/main" val="2438221648"/>
                    </a:ext>
                  </a:extLst>
                </a:gridCol>
                <a:gridCol w="687788">
                  <a:extLst>
                    <a:ext uri="{9D8B030D-6E8A-4147-A177-3AD203B41FA5}">
                      <a16:colId xmlns:a16="http://schemas.microsoft.com/office/drawing/2014/main" val="4275197807"/>
                    </a:ext>
                  </a:extLst>
                </a:gridCol>
                <a:gridCol w="1159912">
                  <a:extLst>
                    <a:ext uri="{9D8B030D-6E8A-4147-A177-3AD203B41FA5}">
                      <a16:colId xmlns:a16="http://schemas.microsoft.com/office/drawing/2014/main" val="3380834670"/>
                    </a:ext>
                  </a:extLst>
                </a:gridCol>
              </a:tblGrid>
              <a:tr h="232249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VICTOIRES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DÉFAITES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JEUX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{{POULE_D_1_EQ}}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{{POULE_D_2_EQ}}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74671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{{POULE_D_3_EQ}}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694057"/>
                  </a:ext>
                </a:extLst>
              </a:tr>
              <a:tr h="232249">
                <a:tc>
                  <a:txBody>
                    <a:bodyPr/>
                    <a:lstStyle/>
                    <a:p>
                      <a:pPr marL="0" marR="0" lvl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SL Sans" pitchFamily="2" charset="0"/>
                        </a:rPr>
                        <a:t>{{POULE_D_4_EQ}}</a:t>
                      </a:r>
                      <a:endParaRPr kumimoji="0" lang="fr-F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9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42381"/>
                  </a:ext>
                </a:extLst>
              </a:tr>
            </a:tbl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F996FBDF-4C23-1442-B9B7-22130AC9D3AD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899F69B3-F927-5F44-9A96-3E6DFA11E2AC}"/>
              </a:ext>
            </a:extLst>
          </p:cNvPr>
          <p:cNvSpPr txBox="1"/>
          <p:nvPr/>
        </p:nvSpPr>
        <p:spPr>
          <a:xfrm>
            <a:off x="21060" y="38299"/>
            <a:ext cx="9863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POULE D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ctr"/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A4596BCF-42D4-4444-9503-96497C95CF5C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415FD013-5530-524E-B2BF-1C464F6E0FCE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9207BFE6-26B6-E242-A7E4-CEDBE91887B7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270024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ounded Rectangle 2">
            <a:extLst>
              <a:ext uri="{FF2B5EF4-FFF2-40B4-BE49-F238E27FC236}">
                <a16:creationId xmlns:a16="http://schemas.microsoft.com/office/drawing/2014/main" id="{943659ED-1832-D24D-B973-8CB2FB101A6B}"/>
              </a:ext>
            </a:extLst>
          </p:cNvPr>
          <p:cNvSpPr/>
          <p:nvPr/>
        </p:nvSpPr>
        <p:spPr>
          <a:xfrm>
            <a:off x="335167" y="6924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6470" y="702185"/>
            <a:ext cx="2761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162" name="Rounded Rectangle 2">
            <a:extLst>
              <a:ext uri="{FF2B5EF4-FFF2-40B4-BE49-F238E27FC236}">
                <a16:creationId xmlns:a16="http://schemas.microsoft.com/office/drawing/2014/main" id="{41FC8E75-8952-C44A-8B38-10098922168B}"/>
              </a:ext>
            </a:extLst>
          </p:cNvPr>
          <p:cNvSpPr/>
          <p:nvPr/>
        </p:nvSpPr>
        <p:spPr>
          <a:xfrm>
            <a:off x="329536" y="226047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1" name="Rounded Rectangle 2">
            <a:extLst>
              <a:ext uri="{FF2B5EF4-FFF2-40B4-BE49-F238E27FC236}">
                <a16:creationId xmlns:a16="http://schemas.microsoft.com/office/drawing/2014/main" id="{F27B3FE8-4968-2D4E-A057-B33677D7081A}"/>
              </a:ext>
            </a:extLst>
          </p:cNvPr>
          <p:cNvSpPr/>
          <p:nvPr/>
        </p:nvSpPr>
        <p:spPr>
          <a:xfrm>
            <a:off x="335167" y="383435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60" name="Rounded Rectangle 2">
            <a:extLst>
              <a:ext uri="{FF2B5EF4-FFF2-40B4-BE49-F238E27FC236}">
                <a16:creationId xmlns:a16="http://schemas.microsoft.com/office/drawing/2014/main" id="{B5A83A62-792D-5744-A298-C1E5EB367929}"/>
              </a:ext>
            </a:extLst>
          </p:cNvPr>
          <p:cNvSpPr/>
          <p:nvPr/>
        </p:nvSpPr>
        <p:spPr>
          <a:xfrm>
            <a:off x="327852" y="541849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7365" y="5431356"/>
            <a:ext cx="2754841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</p:txBody>
      </p:sp>
      <p:sp>
        <p:nvSpPr>
          <p:cNvPr id="159" name="Rounded Rectangle 2">
            <a:extLst>
              <a:ext uri="{FF2B5EF4-FFF2-40B4-BE49-F238E27FC236}">
                <a16:creationId xmlns:a16="http://schemas.microsoft.com/office/drawing/2014/main" id="{B3DCE4C6-1F92-B943-AD87-4BB65A75E4F5}"/>
              </a:ext>
            </a:extLst>
          </p:cNvPr>
          <p:cNvSpPr/>
          <p:nvPr/>
        </p:nvSpPr>
        <p:spPr>
          <a:xfrm>
            <a:off x="6831006" y="5286361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6" name="Rounded Rectangle 2">
            <a:extLst>
              <a:ext uri="{FF2B5EF4-FFF2-40B4-BE49-F238E27FC236}">
                <a16:creationId xmlns:a16="http://schemas.microsoft.com/office/drawing/2014/main" id="{19B9912C-BAF7-3F43-8BC7-BB0B787FF540}"/>
              </a:ext>
            </a:extLst>
          </p:cNvPr>
          <p:cNvSpPr/>
          <p:nvPr/>
        </p:nvSpPr>
        <p:spPr>
          <a:xfrm>
            <a:off x="6821558" y="3049090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7" name="Rounded Rectangle 2">
            <a:extLst>
              <a:ext uri="{FF2B5EF4-FFF2-40B4-BE49-F238E27FC236}">
                <a16:creationId xmlns:a16="http://schemas.microsoft.com/office/drawing/2014/main" id="{155F3B12-0D73-9C45-ACA8-E38B90105A68}"/>
              </a:ext>
            </a:extLst>
          </p:cNvPr>
          <p:cNvSpPr/>
          <p:nvPr/>
        </p:nvSpPr>
        <p:spPr>
          <a:xfrm>
            <a:off x="3563173" y="4573642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54" name="Rounded Rectangle 2">
            <a:extLst>
              <a:ext uri="{FF2B5EF4-FFF2-40B4-BE49-F238E27FC236}">
                <a16:creationId xmlns:a16="http://schemas.microsoft.com/office/drawing/2014/main" id="{5989E661-9E27-2142-9AD7-9FD577DA0DAB}"/>
              </a:ext>
            </a:extLst>
          </p:cNvPr>
          <p:cNvSpPr/>
          <p:nvPr/>
        </p:nvSpPr>
        <p:spPr>
          <a:xfrm>
            <a:off x="3563923" y="1432626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6471" y="3847463"/>
            <a:ext cx="27568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81568" y="4589655"/>
            <a:ext cx="27599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14943" y="3063383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FC35534-692A-6444-BDD7-42BA78DA67F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37365" y="702185"/>
            <a:ext cx="105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90816" y="702185"/>
            <a:ext cx="1111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80800" y="1464261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3662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9389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3662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21124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9728" y="2271000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1688" y="2271000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80800" y="3033076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9730" y="3847463"/>
            <a:ext cx="102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90816" y="3847463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80800" y="418591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5152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60879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5152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52613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5167" y="5431356"/>
            <a:ext cx="10212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9798" y="5431356"/>
            <a:ext cx="11080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80800" y="576980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17522" y="1446132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0998" y="1446132"/>
            <a:ext cx="1021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0999" y="4589655"/>
            <a:ext cx="10212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5200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147" y="5300551"/>
            <a:ext cx="10281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5807" y="5300551"/>
            <a:ext cx="11089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solidFill>
                <a:schemeClr val="bg1"/>
              </a:solidFill>
              <a:latin typeface="TSL Sans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30590" y="3063383"/>
            <a:ext cx="94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77115" y="3063383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9FBAFAF8-3AC1-D340-9234-88407737E25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2FF4F30F-5A06-0D49-B76E-71FD1C398C14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C4A97F11-85F4-C64A-B093-79AB77080203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C9DAB11D-3CD1-5649-B049-B128828D0FCD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EADC4EBF-54E8-E848-8D3C-CD8D558959E6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1-2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091E26DE-BBF6-BD43-878A-66B1D6011B61}"/>
              </a:ext>
            </a:extLst>
          </p:cNvPr>
          <p:cNvSpPr txBox="1"/>
          <p:nvPr/>
        </p:nvSpPr>
        <p:spPr>
          <a:xfrm>
            <a:off x="6500313" y="4743042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3-4</a:t>
            </a:r>
          </a:p>
        </p:txBody>
      </p:sp>
    </p:spTree>
    <p:extLst>
      <p:ext uri="{BB962C8B-B14F-4D97-AF65-F5344CB8AC3E}">
        <p14:creationId xmlns:p14="http://schemas.microsoft.com/office/powerpoint/2010/main" val="3712938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2">
            <a:extLst>
              <a:ext uri="{FF2B5EF4-FFF2-40B4-BE49-F238E27FC236}">
                <a16:creationId xmlns:a16="http://schemas.microsoft.com/office/drawing/2014/main" id="{09E25820-F75D-F44E-8354-F6B818527754}"/>
              </a:ext>
            </a:extLst>
          </p:cNvPr>
          <p:cNvSpPr/>
          <p:nvPr/>
        </p:nvSpPr>
        <p:spPr>
          <a:xfrm>
            <a:off x="6807230" y="3048633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77" name="Rounded Rectangle 2">
            <a:extLst>
              <a:ext uri="{FF2B5EF4-FFF2-40B4-BE49-F238E27FC236}">
                <a16:creationId xmlns:a16="http://schemas.microsoft.com/office/drawing/2014/main" id="{B87ADA1F-E13A-5241-889E-9FD829CAD728}"/>
              </a:ext>
            </a:extLst>
          </p:cNvPr>
          <p:cNvSpPr/>
          <p:nvPr/>
        </p:nvSpPr>
        <p:spPr>
          <a:xfrm>
            <a:off x="3566527" y="4577635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6" name="Rounded Rectangle 2">
            <a:extLst>
              <a:ext uri="{FF2B5EF4-FFF2-40B4-BE49-F238E27FC236}">
                <a16:creationId xmlns:a16="http://schemas.microsoft.com/office/drawing/2014/main" id="{71C495D7-526B-3B41-9395-A5783FC816DC}"/>
              </a:ext>
            </a:extLst>
          </p:cNvPr>
          <p:cNvSpPr/>
          <p:nvPr/>
        </p:nvSpPr>
        <p:spPr>
          <a:xfrm>
            <a:off x="3563555" y="14305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9" name="Rounded Rectangle 2">
            <a:extLst>
              <a:ext uri="{FF2B5EF4-FFF2-40B4-BE49-F238E27FC236}">
                <a16:creationId xmlns:a16="http://schemas.microsoft.com/office/drawing/2014/main" id="{82803C54-773B-4349-B14E-6F98BBB79F99}"/>
              </a:ext>
            </a:extLst>
          </p:cNvPr>
          <p:cNvSpPr/>
          <p:nvPr/>
        </p:nvSpPr>
        <p:spPr>
          <a:xfrm>
            <a:off x="316080" y="3067824"/>
            <a:ext cx="2772945" cy="265527"/>
          </a:xfrm>
          <a:custGeom>
            <a:avLst/>
            <a:gdLst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225822 w 2770524"/>
              <a:gd name="connsiteY6" fmla="*/ 1354907 h 1354907"/>
              <a:gd name="connsiteX7" fmla="*/ 0 w 2770524"/>
              <a:gd name="connsiteY7" fmla="*/ 1129085 h 1354907"/>
              <a:gd name="connsiteX8" fmla="*/ 0 w 2770524"/>
              <a:gd name="connsiteY8" fmla="*/ 225822 h 1354907"/>
              <a:gd name="connsiteX0" fmla="*/ 0 w 2770524"/>
              <a:gd name="connsiteY0" fmla="*/ 225822 h 1354907"/>
              <a:gd name="connsiteX1" fmla="*/ 225822 w 2770524"/>
              <a:gd name="connsiteY1" fmla="*/ 0 h 1354907"/>
              <a:gd name="connsiteX2" fmla="*/ 2544702 w 2770524"/>
              <a:gd name="connsiteY2" fmla="*/ 0 h 1354907"/>
              <a:gd name="connsiteX3" fmla="*/ 2770524 w 2770524"/>
              <a:gd name="connsiteY3" fmla="*/ 225822 h 1354907"/>
              <a:gd name="connsiteX4" fmla="*/ 2770524 w 2770524"/>
              <a:gd name="connsiteY4" fmla="*/ 1129085 h 1354907"/>
              <a:gd name="connsiteX5" fmla="*/ 2544702 w 2770524"/>
              <a:gd name="connsiteY5" fmla="*/ 1354907 h 1354907"/>
              <a:gd name="connsiteX6" fmla="*/ 0 w 2770524"/>
              <a:gd name="connsiteY6" fmla="*/ 1129085 h 1354907"/>
              <a:gd name="connsiteX7" fmla="*/ 0 w 2770524"/>
              <a:gd name="connsiteY7" fmla="*/ 225822 h 1354907"/>
              <a:gd name="connsiteX0" fmla="*/ 0 w 2770524"/>
              <a:gd name="connsiteY0" fmla="*/ 225822 h 1241993"/>
              <a:gd name="connsiteX1" fmla="*/ 225822 w 2770524"/>
              <a:gd name="connsiteY1" fmla="*/ 0 h 1241993"/>
              <a:gd name="connsiteX2" fmla="*/ 2544702 w 2770524"/>
              <a:gd name="connsiteY2" fmla="*/ 0 h 1241993"/>
              <a:gd name="connsiteX3" fmla="*/ 2770524 w 2770524"/>
              <a:gd name="connsiteY3" fmla="*/ 225822 h 1241993"/>
              <a:gd name="connsiteX4" fmla="*/ 2770524 w 2770524"/>
              <a:gd name="connsiteY4" fmla="*/ 1129085 h 1241993"/>
              <a:gd name="connsiteX5" fmla="*/ 0 w 2770524"/>
              <a:gd name="connsiteY5" fmla="*/ 1129085 h 1241993"/>
              <a:gd name="connsiteX6" fmla="*/ 0 w 2770524"/>
              <a:gd name="connsiteY6" fmla="*/ 225822 h 1241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302918"/>
              <a:gd name="connsiteX1" fmla="*/ 225822 w 2770524"/>
              <a:gd name="connsiteY1" fmla="*/ 0 h 1302918"/>
              <a:gd name="connsiteX2" fmla="*/ 2544702 w 2770524"/>
              <a:gd name="connsiteY2" fmla="*/ 0 h 1302918"/>
              <a:gd name="connsiteX3" fmla="*/ 2770524 w 2770524"/>
              <a:gd name="connsiteY3" fmla="*/ 225822 h 1302918"/>
              <a:gd name="connsiteX4" fmla="*/ 2770524 w 2770524"/>
              <a:gd name="connsiteY4" fmla="*/ 1129085 h 1302918"/>
              <a:gd name="connsiteX5" fmla="*/ 0 w 2770524"/>
              <a:gd name="connsiteY5" fmla="*/ 1129085 h 1302918"/>
              <a:gd name="connsiteX6" fmla="*/ 0 w 2770524"/>
              <a:gd name="connsiteY6" fmla="*/ 225822 h 1302918"/>
              <a:gd name="connsiteX0" fmla="*/ 0 w 2770524"/>
              <a:gd name="connsiteY0" fmla="*/ 225822 h 1195993"/>
              <a:gd name="connsiteX1" fmla="*/ 225822 w 2770524"/>
              <a:gd name="connsiteY1" fmla="*/ 0 h 1195993"/>
              <a:gd name="connsiteX2" fmla="*/ 2544702 w 2770524"/>
              <a:gd name="connsiteY2" fmla="*/ 0 h 1195993"/>
              <a:gd name="connsiteX3" fmla="*/ 2770524 w 2770524"/>
              <a:gd name="connsiteY3" fmla="*/ 225822 h 1195993"/>
              <a:gd name="connsiteX4" fmla="*/ 2770524 w 2770524"/>
              <a:gd name="connsiteY4" fmla="*/ 1129085 h 1195993"/>
              <a:gd name="connsiteX5" fmla="*/ 0 w 2770524"/>
              <a:gd name="connsiteY5" fmla="*/ 1129085 h 1195993"/>
              <a:gd name="connsiteX6" fmla="*/ 0 w 2770524"/>
              <a:gd name="connsiteY6" fmla="*/ 225822 h 1195993"/>
              <a:gd name="connsiteX0" fmla="*/ 0 w 2770524"/>
              <a:gd name="connsiteY0" fmla="*/ 225822 h 1129085"/>
              <a:gd name="connsiteX1" fmla="*/ 225822 w 2770524"/>
              <a:gd name="connsiteY1" fmla="*/ 0 h 1129085"/>
              <a:gd name="connsiteX2" fmla="*/ 2544702 w 2770524"/>
              <a:gd name="connsiteY2" fmla="*/ 0 h 1129085"/>
              <a:gd name="connsiteX3" fmla="*/ 2770524 w 2770524"/>
              <a:gd name="connsiteY3" fmla="*/ 225822 h 1129085"/>
              <a:gd name="connsiteX4" fmla="*/ 2770524 w 2770524"/>
              <a:gd name="connsiteY4" fmla="*/ 1129085 h 1129085"/>
              <a:gd name="connsiteX5" fmla="*/ 0 w 2770524"/>
              <a:gd name="connsiteY5" fmla="*/ 225822 h 1129085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0 w 2770524"/>
              <a:gd name="connsiteY0" fmla="*/ 225822 h 225822"/>
              <a:gd name="connsiteX1" fmla="*/ 225822 w 2770524"/>
              <a:gd name="connsiteY1" fmla="*/ 0 h 225822"/>
              <a:gd name="connsiteX2" fmla="*/ 2544702 w 2770524"/>
              <a:gd name="connsiteY2" fmla="*/ 0 h 225822"/>
              <a:gd name="connsiteX3" fmla="*/ 2770524 w 2770524"/>
              <a:gd name="connsiteY3" fmla="*/ 225822 h 225822"/>
              <a:gd name="connsiteX4" fmla="*/ 0 w 2770524"/>
              <a:gd name="connsiteY4" fmla="*/ 225822 h 225822"/>
              <a:gd name="connsiteX0" fmla="*/ 971 w 2771495"/>
              <a:gd name="connsiteY0" fmla="*/ 225822 h 225822"/>
              <a:gd name="connsiteX1" fmla="*/ 226793 w 2771495"/>
              <a:gd name="connsiteY1" fmla="*/ 0 h 225822"/>
              <a:gd name="connsiteX2" fmla="*/ 2545673 w 2771495"/>
              <a:gd name="connsiteY2" fmla="*/ 0 h 225822"/>
              <a:gd name="connsiteX3" fmla="*/ 2771495 w 2771495"/>
              <a:gd name="connsiteY3" fmla="*/ 225822 h 225822"/>
              <a:gd name="connsiteX4" fmla="*/ 971 w 2771495"/>
              <a:gd name="connsiteY4" fmla="*/ 225822 h 225822"/>
              <a:gd name="connsiteX0" fmla="*/ 971 w 2772945"/>
              <a:gd name="connsiteY0" fmla="*/ 225822 h 225822"/>
              <a:gd name="connsiteX1" fmla="*/ 226793 w 2772945"/>
              <a:gd name="connsiteY1" fmla="*/ 0 h 225822"/>
              <a:gd name="connsiteX2" fmla="*/ 2545673 w 2772945"/>
              <a:gd name="connsiteY2" fmla="*/ 0 h 225822"/>
              <a:gd name="connsiteX3" fmla="*/ 2771495 w 2772945"/>
              <a:gd name="connsiteY3" fmla="*/ 225822 h 225822"/>
              <a:gd name="connsiteX4" fmla="*/ 971 w 2772945"/>
              <a:gd name="connsiteY4" fmla="*/ 225822 h 225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2945" h="225822">
                <a:moveTo>
                  <a:pt x="971" y="225822"/>
                </a:moveTo>
                <a:cubicBezTo>
                  <a:pt x="-11729" y="74102"/>
                  <a:pt x="102075" y="0"/>
                  <a:pt x="226793" y="0"/>
                </a:cubicBezTo>
                <a:lnTo>
                  <a:pt x="2545673" y="0"/>
                </a:lnTo>
                <a:cubicBezTo>
                  <a:pt x="2670391" y="0"/>
                  <a:pt x="2787370" y="87603"/>
                  <a:pt x="2771495" y="225822"/>
                </a:cubicBezTo>
                <a:lnTo>
                  <a:pt x="971" y="225822"/>
                </a:lnTo>
                <a:close/>
              </a:path>
            </a:pathLst>
          </a:custGeom>
          <a:solidFill>
            <a:srgbClr val="00B0F0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28655" y="3077888"/>
            <a:ext cx="273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71000" y="1446132"/>
            <a:ext cx="1284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95123" y="1446132"/>
            <a:ext cx="1338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77926" y="4589655"/>
            <a:ext cx="12777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20313" y="3077888"/>
            <a:ext cx="1133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80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80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07718" y="3063383"/>
            <a:ext cx="1151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40224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42883" y="3063383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1482" y="5261780"/>
            <a:ext cx="259200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5156" y="2215654"/>
            <a:ext cx="259200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520000"/>
            <a:ext cx="33830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A84E38A-3BAD-884B-A8A8-696CA264571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C135C7C7-731C-7F4B-822A-C3FA8C062AD4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DC64303-1D3D-FA40-A5F2-67D4E0EFD56F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EE2E1D41-10E2-2C4B-9158-BD7E6864398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2A70166-F55B-4848-9344-FE83F2D197F0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964240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A53AEF1-E405-AA43-B522-AEA1109B7D6F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496881-6066-F946-ACD9-9A84BB7BE6A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1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F000411-49FA-A24B-86DF-66499FCA8C50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4EED36A-A097-EA40-9E44-E8355206A02D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graphicFrame>
        <p:nvGraphicFramePr>
          <p:cNvPr id="7" name="Tableau 154">
            <a:extLst>
              <a:ext uri="{FF2B5EF4-FFF2-40B4-BE49-F238E27FC236}">
                <a16:creationId xmlns:a16="http://schemas.microsoft.com/office/drawing/2014/main" id="{DEDAE4A7-46E3-B74B-8DB0-2A37CE75B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935894"/>
              </p:ext>
            </p:extLst>
          </p:nvPr>
        </p:nvGraphicFramePr>
        <p:xfrm>
          <a:off x="154982" y="685904"/>
          <a:ext cx="9608952" cy="6103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36233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{{J1_PL9_EQ2}}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{{J1_PL10_EQ2}}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{{J1_PL15_EQ1}}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{{J1_PL15_EQ2}}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{{J1_PL16_EQ1}}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{{J1_PL16_EQ2}}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{{J1_PL17_EQ1}}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{{J1_PL17_EQ2}}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1400072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{{J1_PL18_EQ1}}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{{J1_PL18_EQ2}}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286141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{{J1_PL19_TERRAIN}}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{{J1_PL19_EQ1}}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{{J1_PL19_EQ2}}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116375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{{J1_PL20_EQ1}}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{{J1_PL20_EQ2}}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7597758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{{J1_PL21_EQ2}}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214894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{{J1_PL22_EQ2}}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5932843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{{J1_PL23_EQ1}}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222009"/>
                  </a:ext>
                </a:extLst>
              </a:tr>
              <a:tr h="236233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{{J1_PL24_TERRAIN}}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{{J1_PL24_EQ1}}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{{J1_PL24_EQ2}}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797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990F44E-5BC6-B84A-957A-FDD1447369FC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0E64412-44B0-4B4D-81F8-3D6FC318BB0E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PLANNING – Jour 2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D1A14C8-28A0-EB40-88DC-586E36180BEB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38D806-C085-1F4A-B850-9CD4EA06BE2A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62E9CE7-C8C3-A548-8B57-BD66DC1A0726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  <p:graphicFrame>
        <p:nvGraphicFramePr>
          <p:cNvPr id="13" name="Tableau 154">
            <a:extLst>
              <a:ext uri="{FF2B5EF4-FFF2-40B4-BE49-F238E27FC236}">
                <a16:creationId xmlns:a16="http://schemas.microsoft.com/office/drawing/2014/main" id="{9C245749-8B22-8344-9B2F-A198B4144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195602"/>
              </p:ext>
            </p:extLst>
          </p:nvPr>
        </p:nvGraphicFramePr>
        <p:xfrm>
          <a:off x="148524" y="1637333"/>
          <a:ext cx="9608952" cy="35833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5641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1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{{J2_PL1_EQ2}}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{{J2_PL2_EQ1}}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TSL Sans" pitchFamily="2" charset="0"/>
                        </a:rPr>
                        <a:t>{{J2_PL2_EQ2}}</a:t>
                      </a:r>
                      <a:endParaRPr lang="fr-FR" sz="6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{{J2_PL3_TERRAIN}}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{{J2_PL3_EQ1}}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{{J2_PL3_EQ2}}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{{J2_PL4_TERRAIN}}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{{J2_PL4_EQ1}}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{{J2_PL4_EQ2}}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{{J2_PL5_CODE}}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{{J2_PL5_TERRAIN}}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{{J2_PL5_EQ1}}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{{J2_PL5_EQ2}}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{{J2_PL6_CODE}}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{{J2_PL6_TERRAIN}}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{{J2_PL6_EQ1}}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{{J2_PL6_EQ2}}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{{J2_PL7_CODE}}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{{J2_PL7_TERRAIN}}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{{J2_PL7_EQ1}}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{{J2_PL7_EQ2}}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{{J2_PL8_CODE}}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{{J2_PL8_TERRAIN}}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{{J2_PL8_EQ1}}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{{J2_PL8_EQ2}}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{{J2_PL9_CODE}}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{{J2_PL9_TERRAIN}}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{{J2_PL9_EQ1}}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{{J2_PL9_EQ2}}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{{J2_PL10_CODE}}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{{J2_PL10_TERRAIN}}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{{J2_PL10_EQ1}}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{{J2_PL10_EQ2}}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{{J2_PL11_CODE}}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{{J2_PL11_TERRAIN}}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{{J2_PL11_EQ1}}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{{J2_PL11_EQ2}}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945902"/>
                  </a:ext>
                </a:extLst>
              </a:tr>
              <a:tr h="275641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TSL Sans" pitchFamily="2" charset="0"/>
                        </a:rPr>
                        <a:t>{{J2_PL12_CODE}}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{{J2_PL12_HEURE}}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>
                          <a:latin typeface="TSL Sans" pitchFamily="2" charset="0"/>
                        </a:rPr>
                        <a:t>{{J2_PL12_TERRAIN}}</a:t>
                      </a:r>
                      <a:endParaRPr lang="fr-FR" sz="9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{{J2_PL12_EQ1}}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{{J2_PL12_EQ2}}</a:t>
                      </a:r>
                      <a:endParaRPr lang="fr-FR" sz="6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/>
                        <a:t>☐</a:t>
                      </a:r>
                      <a:endParaRPr lang="fr-FR" sz="10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58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990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542525"/>
              </p:ext>
            </p:extLst>
          </p:nvPr>
        </p:nvGraphicFramePr>
        <p:xfrm>
          <a:off x="154982" y="844449"/>
          <a:ext cx="9546957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</a:t>
                      </a:r>
                      <a:r>
                        <a:rPr lang="fr-FR" sz="11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QUIPE </a:t>
                      </a:r>
                      <a:endParaRPr lang="fr-FR" sz="11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TSL Sans" pitchFamily="2" charset="0"/>
                        </a:rPr>
                        <a:t>🥇</a:t>
                      </a:r>
                      <a:r>
                        <a:rPr lang="fr-FR" sz="1100" dirty="0">
                          <a:latin typeface="TSL Sans" pitchFamily="2" charset="0"/>
                        </a:rPr>
                        <a:t> 1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🥇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r>
                        <a:rPr lang="fr-FR" sz="1100" dirty="0">
                          <a:latin typeface="TSL Sans" pitchFamily="2" charset="0"/>
                        </a:rPr>
                        <a:t> 2 </a:t>
                      </a:r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🥈</a:t>
                      </a:r>
                      <a:endParaRPr lang="fr-FR" sz="1400" kern="1200" dirty="0">
                        <a:solidFill>
                          <a:schemeClr val="dk1"/>
                        </a:solidFill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5955">
                <a:tc>
                  <a:txBody>
                    <a:bodyPr/>
                    <a:lstStyle/>
                    <a:p>
                      <a:pPr algn="ctr"/>
                      <a:r>
                        <a:rPr lang="fr-FR" sz="1400" kern="1200" dirty="0">
                          <a:solidFill>
                            <a:schemeClr val="dk1"/>
                          </a:solidFill>
                          <a:latin typeface="TSL Sans" pitchFamily="2" charset="0"/>
                        </a:rPr>
                        <a:t>🥉</a:t>
                      </a:r>
                      <a:r>
                        <a:rPr lang="fr-FR" sz="1100" dirty="0">
                          <a:latin typeface="TSL Sans" pitchFamily="2" charset="0"/>
                        </a:rPr>
                        <a:t> 3 </a:t>
                      </a:r>
                      <a:r>
                        <a:rPr lang="fr-FR" sz="1400" dirty="0">
                          <a:latin typeface="TSL Sans" pitchFamily="2" charset="0"/>
                        </a:rPr>
                        <a:t>🥉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{{PTS3}}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11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{{PTS11}}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12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{{PTS12}}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13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{{PTS13}}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14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{{PTS14}}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15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{{PTS15}}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16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{{PTS16}}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17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{{PTS17}}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74312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18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{{PTS18}}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233176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19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{{PTS19}}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54135"/>
                  </a:ext>
                </a:extLst>
              </a:tr>
              <a:tr h="225781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TSL Sans" pitchFamily="2" charset="0"/>
                        </a:rPr>
                        <a:t>20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TSL Sans" pitchFamily="2" charset="0"/>
                        </a:rPr>
                        <a:t>{{PTS20}}</a:t>
                      </a:r>
                      <a:endParaRPr lang="fr-FR" sz="1100" dirty="0">
                        <a:latin typeface="TSL Sans" pitchFamily="2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04827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69D7D54-6428-B64B-8CA5-025EF6497F61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2D64F24-CE98-3945-8EE7-E7C681137E62}"/>
              </a:ext>
            </a:extLst>
          </p:cNvPr>
          <p:cNvSpPr/>
          <p:nvPr/>
        </p:nvSpPr>
        <p:spPr>
          <a:xfrm>
            <a:off x="-30997" y="-10510"/>
            <a:ext cx="9972000" cy="588328"/>
          </a:xfrm>
          <a:prstGeom prst="rect">
            <a:avLst/>
          </a:prstGeom>
          <a:solidFill>
            <a:srgbClr val="00B0F0"/>
          </a:solidFill>
          <a:ln w="127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B71997-3F5A-3B4F-821A-6BD64F09D44D}"/>
              </a:ext>
            </a:extLst>
          </p:cNvPr>
          <p:cNvSpPr txBox="1"/>
          <p:nvPr/>
        </p:nvSpPr>
        <p:spPr>
          <a:xfrm>
            <a:off x="21060" y="38299"/>
            <a:ext cx="986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solidFill>
                  <a:schemeClr val="bg1"/>
                </a:solidFill>
                <a:latin typeface="Grindy Brush" panose="02000500000000000000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</a:t>
            </a:r>
            <a:endParaRPr lang="fr-FR" sz="4800" dirty="0">
              <a:solidFill>
                <a:schemeClr val="bg1"/>
              </a:solidFill>
              <a:latin typeface="Grindy Brush" panose="02000500000000000000" pitchFamily="2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A604D68-0191-2745-ACFE-BC2603246FD9}"/>
              </a:ext>
            </a:extLst>
          </p:cNvPr>
          <p:cNvSpPr txBox="1"/>
          <p:nvPr/>
        </p:nvSpPr>
        <p:spPr>
          <a:xfrm>
            <a:off x="-1" y="100594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8CEFFD1-B89A-1A49-81E4-B8831C4ED2D5}"/>
              </a:ext>
            </a:extLst>
          </p:cNvPr>
          <p:cNvSpPr txBox="1"/>
          <p:nvPr/>
        </p:nvSpPr>
        <p:spPr>
          <a:xfrm>
            <a:off x="6664017" y="98988"/>
            <a:ext cx="32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dirty="0">
                <a:solidFill>
                  <a:schemeClr val="bg1"/>
                </a:solidFill>
                <a:latin typeface="TSL Sans" pitchFamily="2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0C59F73-E6B8-7749-91DB-F643670D41C2}"/>
              </a:ext>
            </a:extLst>
          </p:cNvPr>
          <p:cNvSpPr txBox="1"/>
          <p:nvPr/>
        </p:nvSpPr>
        <p:spPr>
          <a:xfrm>
            <a:off x="3699019" y="6623203"/>
            <a:ext cx="2375338" cy="200055"/>
          </a:xfrm>
          <a:prstGeom prst="rect">
            <a:avLst/>
          </a:prstGeom>
          <a:noFill/>
          <a:ln w="0">
            <a:solidFill>
              <a:schemeClr val="accent1">
                <a:shade val="95000"/>
                <a:satMod val="105000"/>
              </a:schemeClr>
            </a:solidFill>
          </a:ln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fr-FR" sz="700" dirty="0"/>
              <a:t>{{LOGO}}</a:t>
            </a:r>
          </a:p>
        </p:txBody>
      </p:sp>
    </p:spTree>
    <p:extLst>
      <p:ext uri="{BB962C8B-B14F-4D97-AF65-F5344CB8AC3E}">
        <p14:creationId xmlns:p14="http://schemas.microsoft.com/office/powerpoint/2010/main" val="1509692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2456</TotalTime>
  <Words>3285</Words>
  <Application>Microsoft Macintosh PowerPoint</Application>
  <PresentationFormat>Format A4 (210 x 297 mm)</PresentationFormat>
  <Paragraphs>658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Grindy Brush</vt:lpstr>
      <vt:lpstr>Noto Sans</vt:lpstr>
      <vt:lpstr>TSL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93</cp:revision>
  <dcterms:created xsi:type="dcterms:W3CDTF">2013-01-27T09:14:16Z</dcterms:created>
  <dcterms:modified xsi:type="dcterms:W3CDTF">2026-07-02T19:59:02Z</dcterms:modified>
  <cp:category/>
</cp:coreProperties>
</file>