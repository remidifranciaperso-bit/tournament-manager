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6" r:id="rId2"/>
    <p:sldId id="284" r:id="rId3"/>
    <p:sldId id="285" r:id="rId4"/>
    <p:sldId id="267" r:id="rId5"/>
    <p:sldId id="271" r:id="rId6"/>
    <p:sldId id="272" r:id="rId7"/>
    <p:sldId id="273" r:id="rId8"/>
    <p:sldId id="274" r:id="rId9"/>
    <p:sldId id="286" r:id="rId10"/>
    <p:sldId id="280" r:id="rId11"/>
    <p:sldId id="262" r:id="rId12"/>
    <p:sldId id="270" r:id="rId13"/>
    <p:sldId id="282" r:id="rId14"/>
    <p:sldId id="281" r:id="rId15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152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10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94751"/>
          <a:ext cx="95534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1404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140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Nom 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TS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69753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902798"/>
          <a:ext cx="74982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{{CONV_NOMS}}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{{CONV_HORAIRE}}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0323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70892"/>
              </p:ext>
            </p:extLst>
          </p:nvPr>
        </p:nvGraphicFramePr>
        <p:xfrm>
          <a:off x="4952999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879894"/>
              </p:ext>
            </p:extLst>
          </p:nvPr>
        </p:nvGraphicFramePr>
        <p:xfrm>
          <a:off x="1183112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673841"/>
              </p:ext>
            </p:extLst>
          </p:nvPr>
        </p:nvGraphicFramePr>
        <p:xfrm>
          <a:off x="4964252" y="4514525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47070"/>
              </p:ext>
            </p:extLst>
          </p:nvPr>
        </p:nvGraphicFramePr>
        <p:xfrm>
          <a:off x="1183111" y="4514523"/>
          <a:ext cx="3648515" cy="1713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B8CE1D3-5C06-2340-9DA0-5DCEFE1BB5D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9B7F7D-FEF5-7449-B713-CD39C962DB3F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16794A-E883-8E44-B19F-8498F90B303D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4D35865-32BF-ED42-999D-580271FAF338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FB36E-6047-FE44-8083-48F0DAF080A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724015"/>
              </p:ext>
            </p:extLst>
          </p:nvPr>
        </p:nvGraphicFramePr>
        <p:xfrm>
          <a:off x="3062430" y="926439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82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D86E969-1638-CE41-92EB-A1B18910ED33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2D69CAA2-9594-364A-9937-2C7CF498FB4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3294A423-2E19-3D4C-B831-5DF151F80A11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49A39DD-9723-7544-AA40-D5C4D051748C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69454CC2-9D63-014E-9CE9-C258AB8EC22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7895E4D7-7894-2440-89E1-9C22B66C7465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027552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856DF613-D889-D745-AAF5-2D9DE1C611C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91B86B0A-F860-B444-9F06-A84595401109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ACB8B7D-BF08-5141-854D-15C94D59163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A4A646C-A965-274E-BECE-707FF1F51DC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13A16C87-D6D2-6C46-A745-38E4F2F3D37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0DCC79F-C718-3045-B953-EF631919CC6F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EE25AB87-A129-BB42-A831-B40EBC26ECE5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780E29EE-20BD-E547-92E1-A356CEE1D2A0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66BDE1C-8935-D146-AC5D-20DB8374E04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3D78BDFF-7166-6144-917C-F5D6697DAD53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CFE559D-A7ED-5C4E-931A-36E9582F531F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00313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CD08BCAD-450E-9742-93C3-1A2B685B3E5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1C27448-1B7A-E845-9EA6-8FDA238C3DB2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4F7DAD7-DD8F-9346-8888-4AA1049AE60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740FEED5-F67D-E545-AD6F-9590ACAC37C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EDB5CE9-6FC8-3341-8094-AC86CDCD9D35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AD142AC9-AC68-8A46-863E-F7EC8F0EE5BB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A91694B3-184F-EA4B-801A-0E80EDB08D1B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5A3B776A-31FF-B946-9FD4-BF6E48C9FA5D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CF2CCE46-4EC8-0D4E-9185-573F3D4A93EE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27BB03F2-5922-2047-BEEF-F6C8CD14EA4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E1334237-4609-1541-A297-FAFC010E16B9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7949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B88BA659-7F9D-C049-90D7-0F0A866BE0B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A0E81C57-4D5F-FF48-8896-226FDCEA3230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0E6A30D-005D-3A46-AFDC-C557BD1C56D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9E695E9-396A-3649-8D8F-77FC3002E2A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34832D52-B2D4-AA41-BA8A-6CF434C6822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002AA61B-FD29-B442-A2C2-C5D4E7F63E17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77792EE0-47B5-5843-91B0-8431EEBCF19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F22F789A-66FE-F04F-9376-F2E6E8CD0463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AFDB4ACD-C780-7D47-A2FC-6AE80D6F7E9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6C838-B032-6C4F-AA58-746608C7DDA2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D9FE340-429F-7E44-A3B1-BE4FA5C14302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1585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F996FBDF-4C23-1442-B9B7-22130AC9D3AD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899F69B3-F927-5F44-9A96-3E6DFA11E2AC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A4596BCF-42D4-4444-9503-96497C95CF5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15FD013-5530-524E-B2BF-1C464F6E0FC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9207BFE6-26B6-E242-A7E4-CEDBE91887B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943659ED-1832-D24D-B973-8CB2FB101A6B}"/>
              </a:ext>
            </a:extLst>
          </p:cNvPr>
          <p:cNvSpPr/>
          <p:nvPr/>
        </p:nvSpPr>
        <p:spPr>
          <a:xfrm>
            <a:off x="335167" y="6924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1FC8E75-8952-C44A-8B38-10098922168B}"/>
              </a:ext>
            </a:extLst>
          </p:cNvPr>
          <p:cNvSpPr/>
          <p:nvPr/>
        </p:nvSpPr>
        <p:spPr>
          <a:xfrm>
            <a:off x="329536" y="226047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F27B3FE8-4968-2D4E-A057-B33677D7081A}"/>
              </a:ext>
            </a:extLst>
          </p:cNvPr>
          <p:cNvSpPr/>
          <p:nvPr/>
        </p:nvSpPr>
        <p:spPr>
          <a:xfrm>
            <a:off x="335167" y="383435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B5A83A62-792D-5744-A298-C1E5EB367929}"/>
              </a:ext>
            </a:extLst>
          </p:cNvPr>
          <p:cNvSpPr/>
          <p:nvPr/>
        </p:nvSpPr>
        <p:spPr>
          <a:xfrm>
            <a:off x="327852" y="541849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B3DCE4C6-1F92-B943-AD87-4BB65A75E4F5}"/>
              </a:ext>
            </a:extLst>
          </p:cNvPr>
          <p:cNvSpPr/>
          <p:nvPr/>
        </p:nvSpPr>
        <p:spPr>
          <a:xfrm>
            <a:off x="6831006" y="5286361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6" name="Rounded Rectangle 2">
            <a:extLst>
              <a:ext uri="{FF2B5EF4-FFF2-40B4-BE49-F238E27FC236}">
                <a16:creationId xmlns:a16="http://schemas.microsoft.com/office/drawing/2014/main" id="{19B9912C-BAF7-3F43-8BC7-BB0B787FF540}"/>
              </a:ext>
            </a:extLst>
          </p:cNvPr>
          <p:cNvSpPr/>
          <p:nvPr/>
        </p:nvSpPr>
        <p:spPr>
          <a:xfrm>
            <a:off x="6821558" y="304909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55F3B12-0D73-9C45-ACA8-E38B90105A68}"/>
              </a:ext>
            </a:extLst>
          </p:cNvPr>
          <p:cNvSpPr/>
          <p:nvPr/>
        </p:nvSpPr>
        <p:spPr>
          <a:xfrm>
            <a:off x="3563173" y="457364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5989E661-9E27-2142-9AD7-9FD577DA0DAB}"/>
              </a:ext>
            </a:extLst>
          </p:cNvPr>
          <p:cNvSpPr/>
          <p:nvPr/>
        </p:nvSpPr>
        <p:spPr>
          <a:xfrm>
            <a:off x="3563923" y="14326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FC35534-692A-6444-BDD7-42BA78DA67F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9FBAFAF8-3AC1-D340-9234-88407737E25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FF4F30F-5A06-0D49-B76E-71FD1C398C1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4A97F11-85F4-C64A-B093-79AB7708020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9DAB11D-3CD1-5649-B049-B128828D0FC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1DF075B1-D2D3-A844-B1AE-762EACEEF31D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1CDC5BF1-378A-9443-80AB-4421C243CDC2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2736705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96424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A53AEF1-E405-AA43-B522-AEA1109B7D6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496881-6066-F946-ACD9-9A84BB7BE6A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000411-49FA-A24B-86DF-66499FCA8C5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EED36A-A097-EA40-9E44-E8355206A02D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2" name="Tableau 154">
            <a:extLst>
              <a:ext uri="{FF2B5EF4-FFF2-40B4-BE49-F238E27FC236}">
                <a16:creationId xmlns:a16="http://schemas.microsoft.com/office/drawing/2014/main" id="{B6C36289-1277-434F-8B49-690ED3C46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431901"/>
              </p:ext>
            </p:extLst>
          </p:nvPr>
        </p:nvGraphicFramePr>
        <p:xfrm>
          <a:off x="148524" y="1637333"/>
          <a:ext cx="9608952" cy="3583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90F44E-5BC6-B84A-957A-FDD1447369F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E64412-44B0-4B4D-81F8-3D6FC318BB0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D1A14C8-28A0-EB40-88DC-586E36180BE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38D806-C085-1F4A-B850-9CD4EA06BE2A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62E9CE7-C8C3-A548-8B57-BD66DC1A072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F1114E3F-463A-964E-86AA-0D1693C4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42530"/>
              </p:ext>
            </p:extLst>
          </p:nvPr>
        </p:nvGraphicFramePr>
        <p:xfrm>
          <a:off x="148524" y="1637333"/>
          <a:ext cx="9608952" cy="3583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90F44E-5BC6-B84A-957A-FDD1447369F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E64412-44B0-4B4D-81F8-3D6FC318BB0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3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D1A14C8-28A0-EB40-88DC-586E36180BE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38D806-C085-1F4A-B850-9CD4EA06BE2A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62E9CE7-C8C3-A548-8B57-BD66DC1A072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53EA3FCA-9091-124B-8543-F55A5AAF4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14505"/>
              </p:ext>
            </p:extLst>
          </p:nvPr>
        </p:nvGraphicFramePr>
        <p:xfrm>
          <a:off x="148524" y="1637333"/>
          <a:ext cx="9608952" cy="3583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{{J3_PL2_EQ2}}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{{J3_PL3_EQ1}}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{{J3_PL4_EQ1}}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{{J3_PL5_EQ1}}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{{J3_PL5_EQ2}}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{{J3_PL6_EQ1}}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{{J3_PL6_EQ2}}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{{J3_PL7_EQ1}}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{{J3_PL7_EQ2}}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{{J3_PL8_EQ1}}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{{J3_PL8_EQ2}}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{{J3_PL9_EQ1}}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{{J3_PL9_EQ2}}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{{J3_PL10_EQ1}}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{{J3_PL10_EQ2}}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{{J3_PL11_EQ1}}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{{J3_PL11_EQ2}}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{{J3_PL12_EQ1}}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{{J3_PL12_EQ2}}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926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42525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1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SL Sans" pitchFamily="2" charset="0"/>
                        </a:rPr>
                        <a:t>🥇</a:t>
                      </a:r>
                      <a:r>
                        <a:rPr lang="fr-FR" sz="1100" dirty="0">
                          <a:latin typeface="TSL Sans" pitchFamily="2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100" dirty="0">
                          <a:latin typeface="TSL Sans" pitchFamily="2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100" dirty="0">
                          <a:latin typeface="TSL Sans" pitchFamily="2" charset="0"/>
                        </a:rPr>
                        <a:t> 3 </a:t>
                      </a:r>
                      <a:r>
                        <a:rPr lang="fr-FR" sz="1400" dirty="0">
                          <a:latin typeface="TSL Sans" pitchFamily="2" charset="0"/>
                        </a:rPr>
                        <a:t>🥉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12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13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20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50969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2466</TotalTime>
  <Words>3306</Words>
  <Application>Microsoft Macintosh PowerPoint</Application>
  <PresentationFormat>Format A4 (210 x 297 mm)</PresentationFormat>
  <Paragraphs>668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94</cp:revision>
  <dcterms:created xsi:type="dcterms:W3CDTF">2013-01-27T09:14:16Z</dcterms:created>
  <dcterms:modified xsi:type="dcterms:W3CDTF">2026-07-02T19:59:17Z</dcterms:modified>
  <cp:category/>
</cp:coreProperties>
</file>