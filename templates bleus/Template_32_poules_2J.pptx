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313" r:id="rId3"/>
    <p:sldId id="311" r:id="rId4"/>
    <p:sldId id="312" r:id="rId5"/>
    <p:sldId id="267" r:id="rId6"/>
    <p:sldId id="271" r:id="rId7"/>
    <p:sldId id="282" r:id="rId8"/>
    <p:sldId id="283" r:id="rId9"/>
    <p:sldId id="284" r:id="rId10"/>
    <p:sldId id="264" r:id="rId11"/>
    <p:sldId id="260" r:id="rId12"/>
    <p:sldId id="265" r:id="rId13"/>
    <p:sldId id="261" r:id="rId14"/>
    <p:sldId id="279" r:id="rId15"/>
    <p:sldId id="315" r:id="rId16"/>
    <p:sldId id="316" r:id="rId17"/>
    <p:sldId id="317" r:id="rId18"/>
    <p:sldId id="263" r:id="rId19"/>
    <p:sldId id="269" r:id="rId20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12245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48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40672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31595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46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492120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6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82750"/>
              </p:ext>
            </p:extLst>
          </p:nvPr>
        </p:nvGraphicFramePr>
        <p:xfrm>
          <a:off x="5029081" y="2870285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679199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09857"/>
              </p:ext>
            </p:extLst>
          </p:nvPr>
        </p:nvGraphicFramePr>
        <p:xfrm>
          <a:off x="1228404" y="2871246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66724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68909"/>
              </p:ext>
            </p:extLst>
          </p:nvPr>
        </p:nvGraphicFramePr>
        <p:xfrm>
          <a:off x="5029081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695664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02132"/>
              </p:ext>
            </p:extLst>
          </p:nvPr>
        </p:nvGraphicFramePr>
        <p:xfrm>
          <a:off x="1228403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97304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40431"/>
              </p:ext>
            </p:extLst>
          </p:nvPr>
        </p:nvGraphicFramePr>
        <p:xfrm>
          <a:off x="1228402" y="957338"/>
          <a:ext cx="7449194" cy="176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724597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  <a:gridCol w="3724597">
                  <a:extLst>
                    <a:ext uri="{9D8B030D-6E8A-4147-A177-3AD203B41FA5}">
                      <a16:colId xmlns:a16="http://schemas.microsoft.com/office/drawing/2014/main" val="3210869914"/>
                    </a:ext>
                  </a:extLst>
                </a:gridCol>
              </a:tblGrid>
              <a:tr h="232249">
                <a:tc gridSpan="2"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{{EXEMPT_9_EQ}}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{{EXEMPT_10_EQ}}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476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476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201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201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700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700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7000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7000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676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676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676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676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69540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1407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1407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3848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3848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3647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3647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1323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1323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607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607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8513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8513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831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831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8312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8312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988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988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988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988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29254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419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419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6635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6635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643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643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411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411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680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607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607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8513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8513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831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831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8312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8312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988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988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988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988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4566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4195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4195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6636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6636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6435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6435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4111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4111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5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6071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6071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8512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8512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8311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8311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8311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8311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98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98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987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987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3218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419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419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6635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6635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</a:t>
            </a:r>
            <a:r>
              <a:rPr lang="fr-FR"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D_5_</a:t>
            </a:r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643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643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411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411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2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11957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2799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8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1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617833"/>
              </p:ext>
            </p:extLst>
          </p:nvPr>
        </p:nvGraphicFramePr>
        <p:xfrm>
          <a:off x="148524" y="772618"/>
          <a:ext cx="9608952" cy="57289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</a:t>
                      </a:r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_PL17_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0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1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259610"/>
              </p:ext>
            </p:extLst>
          </p:nvPr>
        </p:nvGraphicFramePr>
        <p:xfrm>
          <a:off x="148524" y="772618"/>
          <a:ext cx="9608952" cy="57289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3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2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61978"/>
              </p:ext>
            </p:extLst>
          </p:nvPr>
        </p:nvGraphicFramePr>
        <p:xfrm>
          <a:off x="148524" y="772618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24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2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613663"/>
              </p:ext>
            </p:extLst>
          </p:nvPr>
        </p:nvGraphicFramePr>
        <p:xfrm>
          <a:off x="148524" y="772618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690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40628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562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300974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7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5992</Words>
  <Application>Microsoft Macintosh PowerPoint</Application>
  <PresentationFormat>Format A4 (210 x 297 mm)</PresentationFormat>
  <Paragraphs>1184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85</cp:revision>
  <dcterms:created xsi:type="dcterms:W3CDTF">2013-01-27T09:14:16Z</dcterms:created>
  <dcterms:modified xsi:type="dcterms:W3CDTF">2026-06-25T15:51:04Z</dcterms:modified>
  <cp:category/>
</cp:coreProperties>
</file>