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9" r:id="rId2"/>
    <p:sldId id="279" r:id="rId3"/>
    <p:sldId id="324" r:id="rId4"/>
    <p:sldId id="312" r:id="rId5"/>
    <p:sldId id="264" r:id="rId6"/>
    <p:sldId id="260" r:id="rId7"/>
    <p:sldId id="282" r:id="rId8"/>
    <p:sldId id="283" r:id="rId9"/>
    <p:sldId id="285" r:id="rId10"/>
    <p:sldId id="274" r:id="rId11"/>
    <p:sldId id="302" r:id="rId12"/>
    <p:sldId id="304" r:id="rId13"/>
    <p:sldId id="294" r:id="rId14"/>
    <p:sldId id="289" r:id="rId15"/>
    <p:sldId id="295" r:id="rId16"/>
    <p:sldId id="298" r:id="rId17"/>
    <p:sldId id="300" r:id="rId18"/>
    <p:sldId id="313" r:id="rId19"/>
    <p:sldId id="276" r:id="rId20"/>
    <p:sldId id="318" r:id="rId21"/>
    <p:sldId id="319" r:id="rId22"/>
    <p:sldId id="322" r:id="rId23"/>
    <p:sldId id="323" r:id="rId24"/>
    <p:sldId id="263" r:id="rId25"/>
    <p:sldId id="269" r:id="rId26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25/06/2026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9901339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8150818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4842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3248523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94922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9556230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1793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3063383"/>
            <a:ext cx="2760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58965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5" y="5431356"/>
            <a:ext cx="276139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680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63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702185"/>
            <a:ext cx="1023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2" y="702185"/>
            <a:ext cx="1232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{{S1_EQ1}}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7" y="2271000"/>
            <a:ext cx="1050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227100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11185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{{S3_EQ1}}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09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2011185" y="5431356"/>
            <a:ext cx="1086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{{S4_EQ1}}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45657" y="1446132"/>
            <a:ext cx="1188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15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57817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ZoneTexte 155">
            <a:extLst>
              <a:ext uri="{FF2B5EF4-FFF2-40B4-BE49-F238E27FC236}">
                <a16:creationId xmlns:a16="http://schemas.microsoft.com/office/drawing/2014/main" id="{C8B05B2F-1A8A-ED4F-A019-10790955F18B}"/>
              </a:ext>
            </a:extLst>
          </p:cNvPr>
          <p:cNvSpPr txBox="1"/>
          <p:nvPr/>
        </p:nvSpPr>
        <p:spPr>
          <a:xfrm>
            <a:off x="349200" y="14642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{{S1_EQ2}}</a:t>
            </a:r>
          </a:p>
        </p:txBody>
      </p:sp>
      <p:sp>
        <p:nvSpPr>
          <p:cNvPr id="157" name="ZoneTexte 156">
            <a:extLst>
              <a:ext uri="{FF2B5EF4-FFF2-40B4-BE49-F238E27FC236}">
                <a16:creationId xmlns:a16="http://schemas.microsoft.com/office/drawing/2014/main" id="{ABCF2704-F7B6-754A-B693-FE702FB21384}"/>
              </a:ext>
            </a:extLst>
          </p:cNvPr>
          <p:cNvSpPr txBox="1"/>
          <p:nvPr/>
        </p:nvSpPr>
        <p:spPr>
          <a:xfrm>
            <a:off x="349200" y="303307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{{S2_EQ2}}</a:t>
            </a:r>
          </a:p>
        </p:txBody>
      </p:sp>
      <p:sp>
        <p:nvSpPr>
          <p:cNvPr id="158" name="ZoneTexte 157">
            <a:extLst>
              <a:ext uri="{FF2B5EF4-FFF2-40B4-BE49-F238E27FC236}">
                <a16:creationId xmlns:a16="http://schemas.microsoft.com/office/drawing/2014/main" id="{CFA93A0B-4EB9-6049-9DAE-EAB3496ED8C9}"/>
              </a:ext>
            </a:extLst>
          </p:cNvPr>
          <p:cNvSpPr txBox="1"/>
          <p:nvPr/>
        </p:nvSpPr>
        <p:spPr>
          <a:xfrm>
            <a:off x="349200" y="46095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{{S3_EQ2}}</a:t>
            </a:r>
          </a:p>
        </p:txBody>
      </p:sp>
      <p:sp>
        <p:nvSpPr>
          <p:cNvPr id="159" name="ZoneTexte 158">
            <a:extLst>
              <a:ext uri="{FF2B5EF4-FFF2-40B4-BE49-F238E27FC236}">
                <a16:creationId xmlns:a16="http://schemas.microsoft.com/office/drawing/2014/main" id="{6B86357C-3BA2-C248-B38B-34849A00A2F6}"/>
              </a:ext>
            </a:extLst>
          </p:cNvPr>
          <p:cNvSpPr txBox="1"/>
          <p:nvPr/>
        </p:nvSpPr>
        <p:spPr>
          <a:xfrm>
            <a:off x="349200" y="61934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{{S4_EQ2}}</a:t>
            </a:r>
          </a:p>
        </p:txBody>
      </p: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199830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57476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515865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{{S6_EQ2}}</a:t>
            </a:r>
          </a:p>
        </p:txBody>
      </p:sp>
    </p:spTree>
    <p:extLst>
      <p:ext uri="{BB962C8B-B14F-4D97-AF65-F5344CB8AC3E}">
        <p14:creationId xmlns:p14="http://schemas.microsoft.com/office/powerpoint/2010/main" val="5578435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{{S9_EQ2}}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23691" y="1998300"/>
            <a:ext cx="117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5747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{{S11_EQ2}}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23691" y="5158656"/>
            <a:ext cx="1174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{{S12_EQ2}}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{{WIN_S9}}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{{WIN_S10}}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{{WIN_S11}}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{{WIN_S12}}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{{WIN_H6}}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{{S10_EQ2}}</a:t>
            </a:r>
          </a:p>
        </p:txBody>
      </p:sp>
    </p:spTree>
    <p:extLst>
      <p:ext uri="{BB962C8B-B14F-4D97-AF65-F5344CB8AC3E}">
        <p14:creationId xmlns:p14="http://schemas.microsoft.com/office/powerpoint/2010/main" val="12925647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79068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3169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117343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515865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57476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99830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42948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{{S13_TERRAIN}}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429485"/>
            <a:ext cx="11306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{{S13_CODE}}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42948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9818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5087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4161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7679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119156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{{S13_EQ2}}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9897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4217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109357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66621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109357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83970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99830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23691" y="1998300"/>
            <a:ext cx="117873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5506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0776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9849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3367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{{S14_EQ1}}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5585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9905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57476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872532" y="3574763"/>
            <a:ext cx="122989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1271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6540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5614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8240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6582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39132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33683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{{S15_EQ2}}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1350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5670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24257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81521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24257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98869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515865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{{S16_CODE}}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23691" y="5158656"/>
            <a:ext cx="11741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7110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2379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1452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4971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9207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{{S16_EQ2}}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7188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1509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600" y="11734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117343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7258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2527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1600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5118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{{WIN_S13}}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9355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7336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1657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31695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3169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8693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3962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3035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5662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4004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6554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5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0790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{{WIN_S1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8771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3092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9422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9887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9422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4586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79068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79068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3430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8699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7773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1291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5527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3509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7829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ZoneTexte 134">
            <a:extLst>
              <a:ext uri="{FF2B5EF4-FFF2-40B4-BE49-F238E27FC236}">
                <a16:creationId xmlns:a16="http://schemas.microsoft.com/office/drawing/2014/main" id="{3906E6BC-7A3C-6647-9B49-F3EBBA2B07AA}"/>
              </a:ext>
            </a:extLst>
          </p:cNvPr>
          <p:cNvSpPr txBox="1"/>
          <p:nvPr/>
        </p:nvSpPr>
        <p:spPr>
          <a:xfrm>
            <a:off x="349200" y="277057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{{S14_EQ2}}</a:t>
            </a:r>
          </a:p>
        </p:txBody>
      </p:sp>
    </p:spTree>
    <p:extLst>
      <p:ext uri="{BB962C8B-B14F-4D97-AF65-F5344CB8AC3E}">
        <p14:creationId xmlns:p14="http://schemas.microsoft.com/office/powerpoint/2010/main" val="25485717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7599" y="1446132"/>
            <a:ext cx="105644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4196579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253026" y="1446132"/>
            <a:ext cx="10806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7600" y="4589655"/>
            <a:ext cx="10246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4196579" y="4589655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58965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3781" y="5300551"/>
            <a:ext cx="1029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7467652" y="5300551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6705" y="5300551"/>
            <a:ext cx="110806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7298" y="3063383"/>
            <a:ext cx="9376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7456172" y="3063383"/>
            <a:ext cx="141479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614348" y="3063383"/>
            <a:ext cx="97894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{{WIN_D2}}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798545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8" y="1446132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0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4" y="3063383"/>
            <a:ext cx="14731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85672" y="3063383"/>
            <a:ext cx="1291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4098994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1529D893-32BE-4A4D-AC6E-98DAA0EE6AA7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B2CB6ED3-9FE1-AE42-906B-06077CDDB582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</p:spTree>
    <p:extLst>
      <p:ext uri="{BB962C8B-B14F-4D97-AF65-F5344CB8AC3E}">
        <p14:creationId xmlns:p14="http://schemas.microsoft.com/office/powerpoint/2010/main" val="18923616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13305089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{{C17_32_4_TERRAIN}}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{{C17_32_4_CODE}}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{{C17_32_2_HEURE}}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{{C17_32_1_TERRAIN}}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{{C17_32_4_HEURE}}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{{LOSE_S8}}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{{WIN_C17_20_1}}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{{WIN_C17_20_2}}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716799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3EF9943D-5393-EB44-B0E6-8C43D50980C6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BCED7AA2-6425-574F-BC73-84635054FDB2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75666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956262"/>
            <a:ext cx="14731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1" y="5297796"/>
            <a:ext cx="13255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573513"/>
            <a:ext cx="1530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09978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099785"/>
            <a:ext cx="160984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95626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18011" y="956262"/>
            <a:ext cx="151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4941486"/>
            <a:ext cx="1449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{{C17_32_8_CODE}}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357593"/>
            <a:ext cx="14187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{{C17_32_7_CODE}}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781130"/>
            <a:ext cx="14454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{{C17_32_6_CODE}}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212315"/>
            <a:ext cx="144814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54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57351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{{C17_32_8_TERRAIN}}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35759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78113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21231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482007" y="212315"/>
            <a:ext cx="1622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5507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{{LOSE_S9}}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97439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{{LOSE_S10}}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06609" y="1781130"/>
            <a:ext cx="1495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11957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254320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06609" y="3357593"/>
            <a:ext cx="14958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369604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{{LOSE_S13}}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11966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{{LOSE_S14}}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6708" y="4941486"/>
            <a:ext cx="15211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{{C17_32_8_HEURE}}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27993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{{LOSE_S15}}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570356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{{LOSE_S16}}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18011" y="4099785"/>
            <a:ext cx="151568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{{WIN_C17_32_</a:t>
            </a:r>
            <a:r>
              <a:rPr lang="fr-FR" dirty="0"/>
              <a:t>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24024" y="5297796"/>
            <a:ext cx="13807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62963" y="2573513"/>
            <a:ext cx="15303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</a:t>
            </a:r>
            <a:r>
              <a:rPr lang="fr-FR" dirty="0"/>
              <a:t>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</a:t>
            </a:r>
            <a:r>
              <a:rPr lang="fr-FR" dirty="0"/>
              <a:t>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ZoneTexte 122">
            <a:extLst>
              <a:ext uri="{FF2B5EF4-FFF2-40B4-BE49-F238E27FC236}">
                <a16:creationId xmlns:a16="http://schemas.microsoft.com/office/drawing/2014/main" id="{ED2B679D-01D3-284B-920B-E3F44143B5F0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147074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{{WIN_C21_24_1}}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C21_24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671131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</a:t>
            </a:r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{{C25_28_1_CODE}}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434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{{C25_26_CODE}}</a:t>
            </a:r>
          </a:p>
        </p:txBody>
      </p: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{{C27_28_CODE}}</a:t>
            </a:r>
          </a:p>
        </p:txBody>
      </p: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{{C25_28_2_HEURE}}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{{C25_28_1_TERRAIN}}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{{C25_32_4_HEURE}}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{{C25_32_3_TERRAIN}}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{{C25_32_1_HEURE}}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{{C25_32_1_TERRAIN}}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{{C25_32_2_CODE}}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{{LOSE_C17_32_3}}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{{C25_32_3_CODE}}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{{C25_32_4_CODE}}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{{LOSE_C17_32_8}}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{{C27_28_HEURE}}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{{LOSE_C25_28_1}}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{{LOSE_C25_28_2}}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25-28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81319" y="3063383"/>
            <a:ext cx="15119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{{C25_26_HEURE}}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{{WIN_C25_28_1}}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{{WIN_C25_28_2}}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D58F1422-BDBB-4141-B9F5-3FFF96C638E0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25-26</a:t>
            </a:r>
          </a:p>
        </p:txBody>
      </p:sp>
      <p:sp>
        <p:nvSpPr>
          <p:cNvPr id="154" name="ZoneTexte 153">
            <a:extLst>
              <a:ext uri="{FF2B5EF4-FFF2-40B4-BE49-F238E27FC236}">
                <a16:creationId xmlns:a16="http://schemas.microsoft.com/office/drawing/2014/main" id="{AFD007EE-B602-BE49-B395-1D5A66E3B164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27-28</a:t>
            </a:r>
          </a:p>
        </p:txBody>
      </p:sp>
    </p:spTree>
    <p:extLst>
      <p:ext uri="{BB962C8B-B14F-4D97-AF65-F5344CB8AC3E}">
        <p14:creationId xmlns:p14="http://schemas.microsoft.com/office/powerpoint/2010/main" val="4163708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{{C29_32_1_CODE}}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{{C29_32_2_CODE}}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{{LOSE_C25_32_4}}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{{C31_32_CODE}}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{{C31_32_HEURE}}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{{LOSE_C29_32_1}}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{{LOSE_C29_32_2}}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29-32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{{C29_30_CODE}}</a:t>
            </a: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{{C29_30_HEURE}}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{{WIN_C29_32_1}}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C29_32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31-32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29-30</a:t>
            </a:r>
          </a:p>
        </p:txBody>
      </p:sp>
    </p:spTree>
    <p:extLst>
      <p:ext uri="{BB962C8B-B14F-4D97-AF65-F5344CB8AC3E}">
        <p14:creationId xmlns:p14="http://schemas.microsoft.com/office/powerpoint/2010/main" val="291118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3042923"/>
              </p:ext>
            </p:extLst>
          </p:nvPr>
        </p:nvGraphicFramePr>
        <p:xfrm>
          <a:off x="154982" y="808735"/>
          <a:ext cx="9608952" cy="726387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5785139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725988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9329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987000"/>
              </p:ext>
            </p:extLst>
          </p:nvPr>
        </p:nvGraphicFramePr>
        <p:xfrm>
          <a:off x="154982" y="808735"/>
          <a:ext cx="9608952" cy="7364068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51749476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3967733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6877411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J1_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PL32_EQ2}}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2723367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95D3E599-C390-4F4B-A077-6AE0E4ADFF50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2/2</a:t>
            </a:r>
          </a:p>
        </p:txBody>
      </p:sp>
    </p:spTree>
    <p:extLst>
      <p:ext uri="{BB962C8B-B14F-4D97-AF65-F5344CB8AC3E}">
        <p14:creationId xmlns:p14="http://schemas.microsoft.com/office/powerpoint/2010/main" val="787893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435409"/>
              </p:ext>
            </p:extLst>
          </p:nvPr>
        </p:nvGraphicFramePr>
        <p:xfrm>
          <a:off x="154982" y="808735"/>
          <a:ext cx="9608952" cy="449440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61829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847743"/>
              </p:ext>
            </p:extLst>
          </p:nvPr>
        </p:nvGraphicFramePr>
        <p:xfrm>
          <a:off x="154982" y="808735"/>
          <a:ext cx="9608952" cy="4494404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3705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501288"/>
              </p:ext>
            </p:extLst>
          </p:nvPr>
        </p:nvGraphicFramePr>
        <p:xfrm>
          <a:off x="154982" y="808735"/>
          <a:ext cx="9608952" cy="634071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403912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45154126"/>
              </p:ext>
            </p:extLst>
          </p:nvPr>
        </p:nvGraphicFramePr>
        <p:xfrm>
          <a:off x="154982" y="808735"/>
          <a:ext cx="9608952" cy="634071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2950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2329261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4576239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29506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461578"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</a:t>
                      </a: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J3_</a:t>
                      </a: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PL28_EQ2}}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95D3E599-C390-4F4B-A077-6AE0E4ADFF50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 2/2</a:t>
            </a:r>
          </a:p>
        </p:txBody>
      </p:sp>
    </p:spTree>
    <p:extLst>
      <p:ext uri="{BB962C8B-B14F-4D97-AF65-F5344CB8AC3E}">
        <p14:creationId xmlns:p14="http://schemas.microsoft.com/office/powerpoint/2010/main" val="2437223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8" name="Tableau 154">
            <a:extLst>
              <a:ext uri="{FF2B5EF4-FFF2-40B4-BE49-F238E27FC236}">
                <a16:creationId xmlns:a16="http://schemas.microsoft.com/office/drawing/2014/main" id="{7A067D63-4967-8848-B2B1-E16127429F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9420184"/>
              </p:ext>
            </p:extLst>
          </p:nvPr>
        </p:nvGraphicFramePr>
        <p:xfrm>
          <a:off x="154982" y="964195"/>
          <a:ext cx="9546957" cy="484632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  <p:graphicFrame>
        <p:nvGraphicFramePr>
          <p:cNvPr id="9" name="Tableau 154">
            <a:extLst>
              <a:ext uri="{FF2B5EF4-FFF2-40B4-BE49-F238E27FC236}">
                <a16:creationId xmlns:a16="http://schemas.microsoft.com/office/drawing/2014/main" id="{AAB0891E-0630-2342-9584-F35E57542E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0076717"/>
              </p:ext>
            </p:extLst>
          </p:nvPr>
        </p:nvGraphicFramePr>
        <p:xfrm>
          <a:off x="154982" y="964195"/>
          <a:ext cx="9546957" cy="46634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272983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344132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188907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77624252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3445424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892770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3476191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1911877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7185633"/>
                  </a:ext>
                </a:extLst>
              </a:tr>
              <a:tr h="201524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3895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4437</TotalTime>
  <Words>5661</Words>
  <Application>Microsoft Macintosh PowerPoint</Application>
  <PresentationFormat>Format A4 (210 x 297 mm)</PresentationFormat>
  <Paragraphs>1280</Paragraphs>
  <Slides>25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29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125</cp:revision>
  <dcterms:created xsi:type="dcterms:W3CDTF">2013-01-27T09:14:16Z</dcterms:created>
  <dcterms:modified xsi:type="dcterms:W3CDTF">2026-06-25T15:49:38Z</dcterms:modified>
  <cp:category/>
</cp:coreProperties>
</file>