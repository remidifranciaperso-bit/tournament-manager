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6" r:id="rId2"/>
    <p:sldId id="277" r:id="rId3"/>
    <p:sldId id="280" r:id="rId4"/>
    <p:sldId id="264" r:id="rId5"/>
    <p:sldId id="260" r:id="rId6"/>
    <p:sldId id="279" r:id="rId7"/>
    <p:sldId id="265" r:id="rId8"/>
    <p:sldId id="261" r:id="rId9"/>
    <p:sldId id="262" r:id="rId10"/>
    <p:sldId id="266" r:id="rId11"/>
    <p:sldId id="263" r:id="rId12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>
        <p:scale>
          <a:sx n="210" d="100"/>
          <a:sy n="210" d="100"/>
        </p:scale>
        <p:origin x="192" y="192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13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833753"/>
              </p:ext>
            </p:extLst>
          </p:nvPr>
        </p:nvGraphicFramePr>
        <p:xfrm>
          <a:off x="176286" y="903173"/>
          <a:ext cx="955342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9283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92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Nom 1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TS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90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79528"/>
              </p:ext>
            </p:extLst>
          </p:nvPr>
        </p:nvGraphicFramePr>
        <p:xfrm>
          <a:off x="1137554" y="1081067"/>
          <a:ext cx="7498268" cy="58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{{CONV_NOMS}}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{{CONV_HORAIRE}}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971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9685A432-5ED6-A04B-9F3C-CFE3EE2A5B1C}"/>
              </a:ext>
            </a:extLst>
          </p:cNvPr>
          <p:cNvSpPr txBox="1"/>
          <p:nvPr/>
        </p:nvSpPr>
        <p:spPr>
          <a:xfrm>
            <a:off x="7144077" y="4776949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11957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70743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2799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15011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62B7D662-9230-C34F-B8BB-55B7C574B24F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EA606A87-3EFB-2D49-93A3-0BCD9AA4CBE1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D00CB057-4C3F-4D41-A38F-AA2D1BFEC80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612E6990-8F67-D84E-92C9-43F76CF1996D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163" name="Rounded Rectangle 2">
            <a:extLst>
              <a:ext uri="{FF2B5EF4-FFF2-40B4-BE49-F238E27FC236}">
                <a16:creationId xmlns:a16="http://schemas.microsoft.com/office/drawing/2014/main" id="{A6F29207-9CAD-C142-89D6-74089B269E60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ADF69762-A362-3542-A468-C11A22EC5EBC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C94CF722-0288-CA4D-8C16-D188F317D098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D8E587C7-DA51-0647-9941-54BC01034D61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6209EE5-E292-454D-96D6-609304D8CAC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821839A-350D-3149-9B9E-AB3BE895075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0165E965-0AEA-4648-B670-E4F59E4F1F4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9B59A20F-3DB6-7F4E-863D-FB9971B334F0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95AB944F-7758-C94C-8C91-4450736E893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54A3E09E-8BDE-254A-BA22-E64B73E7223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E425B123-80FF-BA45-AAA5-5677BE31A640}"/>
              </a:ext>
            </a:extLst>
          </p:cNvPr>
          <p:cNvSpPr txBox="1"/>
          <p:nvPr/>
        </p:nvSpPr>
        <p:spPr>
          <a:xfrm>
            <a:off x="6483504" y="4770979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93E5FC72-315D-6A42-B592-CB50BD28B51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9C1E65CC-3E71-2840-A9C9-DA78D2A8308B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1" name="Rounded Rectangle 2">
            <a:extLst>
              <a:ext uri="{FF2B5EF4-FFF2-40B4-BE49-F238E27FC236}">
                <a16:creationId xmlns:a16="http://schemas.microsoft.com/office/drawing/2014/main" id="{1F28321A-24E9-2841-B6C4-0016AC2813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Rounded Rectangle 2">
            <a:extLst>
              <a:ext uri="{FF2B5EF4-FFF2-40B4-BE49-F238E27FC236}">
                <a16:creationId xmlns:a16="http://schemas.microsoft.com/office/drawing/2014/main" id="{ADAD8AF2-6B51-3E4D-BEBC-C5F21C2CFD7F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904A0942-903D-9742-93EA-B8F37445DDA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65FC3FC6-EEBC-3048-9EFF-A7A6397DB16A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CB271E-7CD3-6245-AD55-53A543E737B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31DF1842-41B2-7B44-ADE0-CA30EB7B3FB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7B34F9C7-4452-FD46-80C2-26E19D3F290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CF7A0267-61F4-2E4E-B8FA-D0C2F045C21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C1D14E81-30AB-664A-943D-C07DF5D27EC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057504"/>
              </p:ext>
            </p:extLst>
          </p:nvPr>
        </p:nvGraphicFramePr>
        <p:xfrm>
          <a:off x="148524" y="932184"/>
          <a:ext cx="9608952" cy="4993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053B375-B6E7-7941-A1BF-6F6A404DFEA8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24A3B36-2BBC-4C46-8992-E512ED328F7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A8222B-B87E-A740-A64A-FEC9367795C6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44F540-C02F-BB48-AE75-FAFBC089A9A8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5C65E8D-99E6-CC44-92CD-5DAA8B2A9B8E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496275"/>
              </p:ext>
            </p:extLst>
          </p:nvPr>
        </p:nvGraphicFramePr>
        <p:xfrm>
          <a:off x="148524" y="932184"/>
          <a:ext cx="9608952" cy="4993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{{PL17_TERRAIN}}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{{PL17_EQ1}}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{{PL17_EQ2}}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{{PL18_TERRAIN}}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{{PL18_EQ1}}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{{PL18_EQ2}}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{{PL19_TERRAIN}}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{{PL19_EQ1}}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{{PL19_EQ2}}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{{PL20_TERRAIN}}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{{PL20_EQ1}}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{{PL20_EQ2}}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{{PL21_TERRAIN}}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{{PL21_EQ1}}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{{PL21_EQ2}}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{{PL22_TERRAIN}}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{{PL22_EQ1}}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{{PL22_EQ2}}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{{PL23_TERRAIN}}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{{PL23_EQ1}}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{{PL23_EQ2}}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{{PL24_TERRAIN}}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{{PL24_EQ1}}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{{PL24_EQ2}}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{{PL25_TERRAIN}}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{{PL25_EQ1}}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{{PL25_EQ2}}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{{PL26_TERRAIN}}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{{PL26_EQ1}}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{{PL26_EQ2}}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{{PL27_TERRAIN}}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{{PL27_EQ1}}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{{PL27_EQ2}}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{{PL28_TERRAIN}}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{{PL28_EQ1}}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{{PL28_EQ2}}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{{PL29_TERRAIN}}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{{PL29_EQ1}}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{{PL29_EQ2}}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{{PL30_TERRAIN}}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{{PL30_EQ1}}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{{PL30_EQ2}}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{{PL31_TERRAIN}}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{{PL31_EQ1}}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{{PL31_EQ2}}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TSL Sans" pitchFamily="2" charset="0"/>
                        </a:rPr>
                        <a:t>{{PL32_TERRAIN}}</a:t>
                      </a:r>
                      <a:endParaRPr lang="fr-FR" sz="105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{{PL32_EQ1}}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TSL Sans" pitchFamily="2" charset="0"/>
                        </a:rPr>
                        <a:t>{{PL32_EQ2}}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8C79462-3384-6A43-BC1B-EFC17CC8C2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586F555-FE47-0D4B-8704-925B810626D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881913-2804-2845-A596-45B684A237A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6CFA10-E0B9-294A-91DF-F928AE86F0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F4029A-1A44-DC49-A3BA-67592F9666B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750549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431925"/>
              </p:ext>
            </p:extLst>
          </p:nvPr>
        </p:nvGraphicFramePr>
        <p:xfrm>
          <a:off x="113209" y="1005840"/>
          <a:ext cx="9546957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2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SL Sans" pitchFamily="2" charset="0"/>
                        </a:rPr>
                        <a:t>🥇</a:t>
                      </a:r>
                      <a:r>
                        <a:rPr lang="fr-FR" sz="1200" dirty="0">
                          <a:latin typeface="TSL Sans" pitchFamily="2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{{PTS1}}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200" dirty="0">
                          <a:latin typeface="TSL Sans" pitchFamily="2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{{PTS2}}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200" dirty="0">
                          <a:latin typeface="TSL Sans" pitchFamily="2" charset="0"/>
                        </a:rPr>
                        <a:t> 3 </a:t>
                      </a:r>
                      <a:r>
                        <a:rPr lang="fr-FR" sz="1600" dirty="0">
                          <a:latin typeface="TSL Sans" pitchFamily="2" charset="0"/>
                        </a:rPr>
                        <a:t>🥉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{{PTS3}}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4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{{PTS4}}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5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{{PTS5}}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6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{{PTS6}}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7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{{PTS7}}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8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{{PTS8}}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9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{{PTS9}}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10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{{PTS10}}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11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{{PTS11}}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12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{{PTS12}}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13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{{PTS13}}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14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{{PTS14}}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15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{{PTS15}}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16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{{PTS16}}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71E282E-29C5-694F-8C8C-54F306BC7705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64CB17F-18DB-9942-9A5D-CCD752EBA5DE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4F5781-65C6-4A44-A7B4-ECAAE94C01D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AA97CE-2C3B-754E-9CE6-736BCE5C6A9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7057158-1C72-5A41-AA1D-887B341F6383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76FF57E-6709-8740-90A6-F62FBC3518D8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1984</Words>
  <Application>Microsoft Macintosh PowerPoint</Application>
  <PresentationFormat>Format A4 (210 x 297 mm)</PresentationFormat>
  <Paragraphs>530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69</cp:revision>
  <dcterms:created xsi:type="dcterms:W3CDTF">2013-01-27T09:14:16Z</dcterms:created>
  <dcterms:modified xsi:type="dcterms:W3CDTF">2026-07-06T18:38:49Z</dcterms:modified>
  <cp:category/>
</cp:coreProperties>
</file>