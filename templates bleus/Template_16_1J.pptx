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6" r:id="rId2"/>
    <p:sldId id="277" r:id="rId3"/>
    <p:sldId id="280" r:id="rId4"/>
    <p:sldId id="264" r:id="rId5"/>
    <p:sldId id="260" r:id="rId6"/>
    <p:sldId id="279" r:id="rId7"/>
    <p:sldId id="265" r:id="rId8"/>
    <p:sldId id="261" r:id="rId9"/>
    <p:sldId id="262" r:id="rId10"/>
    <p:sldId id="266" r:id="rId11"/>
    <p:sldId id="263" r:id="rId12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9DCAF9ED-07DC-4A11-8D7F-57B35C25682E}" styleName="Style moyen 1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07/07/2026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130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0833753"/>
              </p:ext>
            </p:extLst>
          </p:nvPr>
        </p:nvGraphicFramePr>
        <p:xfrm>
          <a:off x="176286" y="903173"/>
          <a:ext cx="955342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29283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92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Nom 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2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12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TS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903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7879528"/>
              </p:ext>
            </p:extLst>
          </p:nvPr>
        </p:nvGraphicFramePr>
        <p:xfrm>
          <a:off x="1137554" y="1081067"/>
          <a:ext cx="7498268" cy="587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{{CONV_NOMS}}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300" dirty="0">
                          <a:latin typeface="TSL Sans" pitchFamily="2" charset="0"/>
                        </a:rPr>
                        <a:t>{{CONV_HORAIRE}}</a:t>
                      </a:r>
                      <a:endParaRPr lang="fr-FR" sz="13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9712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14642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303307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60953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619343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7144077" y="477694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</p:spTree>
    <p:extLst>
      <p:ext uri="{BB962C8B-B14F-4D97-AF65-F5344CB8AC3E}">
        <p14:creationId xmlns:p14="http://schemas.microsoft.com/office/powerpoint/2010/main" val="2579710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5507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11957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{{H6_EQ1}}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370743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{{H7_EQ1}}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27993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{{H8_EQ1}}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</p:spTree>
    <p:extLst>
      <p:ext uri="{BB962C8B-B14F-4D97-AF65-F5344CB8AC3E}">
        <p14:creationId xmlns:p14="http://schemas.microsoft.com/office/powerpoint/2010/main" val="557843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150114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2754628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870948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057504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{{PL7_EQ2}}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{{PL8_EQ2}}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{{PL9_EQ2}}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{{PL10_EQ2}}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{{PL11_EQ2}}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{{PL12_EQ2}}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{{PL13_EQ2}}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{{PL14_EQ2}}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{{PL15_EQ2}}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{{PL16_CODE}}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{{PL16_HEURE}}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{{PL16_TERRAIN}}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{{PL16_EQ2}}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0053B375-B6E7-7941-A1BF-6F6A404DFEA8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24A3B36-2BBC-4C46-8992-E512ED328F7E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A8222B-B87E-A740-A64A-FEC9367795C6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F44F540-C02F-BB48-AE75-FAFBC089A9A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5C65E8D-99E6-CC44-92CD-5DAA8B2A9B8E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45710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496275"/>
              </p:ext>
            </p:extLst>
          </p:nvPr>
        </p:nvGraphicFramePr>
        <p:xfrm>
          <a:off x="148524" y="932184"/>
          <a:ext cx="9608952" cy="49936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9374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{{PL17_EQ2}}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{{PL18_EQ2}}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{{PL19_CODE}}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{{PL19_HEURE}}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{{PL19_TERRAIN}}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{{PL19_EQ2}}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{{PL20_EQ1}}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{{PL20_EQ2}}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{{PL23_CODE}}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{{PL23_HEURE}}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{{PL23_TERRAIN}}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{{PL23_EQ2}}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{{PL24_CODE}}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{{PL24_HEURE}}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{{PL24_TERRAIN}}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{{PL24_EQ2}}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{{PL25_CODE}}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{{PL25_HEURE}}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{{PL25_TERRAIN}}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{{PL25_EQ2}}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{{PL26_CODE}}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{{PL26_HEURE}}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{{PL26_TERRAIN}}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{{PL26_EQ2}}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{{PL27_CODE}}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{{PL27_HEURE}}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{{PL27_TERRAIN}}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{{PL27_EQ2}}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{{PL28_CODE}}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{{PL28_HEURE}}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{{PL28_TERRAIN}}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{{PL28_EQ2}}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{{PL29_CODE}}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{{PL29_HEURE}}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{{PL29_TERRAIN}}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{{PL29_EQ2}}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{{PL30_CODE}}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{{PL30_HEURE}}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{{PL30_TERRAIN}}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{{PL30_EQ2}}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{{PL31_CODE}}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{{PL31_HEURE}}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{{PL31_TERRAIN}}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{{PL31_EQ2}}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93743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TSL Sans" pitchFamily="2" charset="0"/>
                        </a:rPr>
                        <a:t>{{PL32_CODE}}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latin typeface="TSL Sans" pitchFamily="2" charset="0"/>
                        </a:rPr>
                        <a:t>{{PL32_HEURE}}</a:t>
                      </a:r>
                      <a:endParaRPr lang="fr-FR" sz="10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TSL Sans" pitchFamily="2" charset="0"/>
                        </a:rPr>
                        <a:t>{{PL32_TERRAIN}}</a:t>
                      </a:r>
                      <a:endParaRPr lang="fr-FR" sz="105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{{PL32_EQ1}}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800" dirty="0">
                          <a:latin typeface="TSL Sans" pitchFamily="2" charset="0"/>
                        </a:rPr>
                        <a:t>{{PL32_EQ2}}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☐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8C79462-3384-6A43-BC1B-EFC17CC8C2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586F555-FE47-0D4B-8704-925B810626DF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7881913-2804-2845-A596-45B684A237A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76CFA10-E0B9-294A-91DF-F928AE86F0B1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2F4029A-1A44-DC49-A3BA-67592F9666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750549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431925"/>
              </p:ext>
            </p:extLst>
          </p:nvPr>
        </p:nvGraphicFramePr>
        <p:xfrm>
          <a:off x="113209" y="1005840"/>
          <a:ext cx="954695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12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12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latin typeface="TSL Sans" pitchFamily="2" charset="0"/>
                        </a:rPr>
                        <a:t>🥇</a:t>
                      </a:r>
                      <a:r>
                        <a:rPr lang="fr-FR" sz="1200" dirty="0">
                          <a:latin typeface="TSL Sans" pitchFamily="2" charset="0"/>
                        </a:rPr>
                        <a:t> 1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1200" dirty="0">
                          <a:latin typeface="TSL Sans" pitchFamily="2" charset="0"/>
                        </a:rPr>
                        <a:t> 2 </a:t>
                      </a:r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16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6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1200" dirty="0">
                          <a:latin typeface="TSL Sans" pitchFamily="2" charset="0"/>
                        </a:rPr>
                        <a:t> 3 </a:t>
                      </a:r>
                      <a:r>
                        <a:rPr lang="fr-FR" sz="1600" dirty="0">
                          <a:latin typeface="TSL Sans" pitchFamily="2" charset="0"/>
                        </a:rPr>
                        <a:t>🥉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{{PTS3}}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7298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7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{{PTS7}}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8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{{PTS8}}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9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{{PTS9}}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10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{{PTS10}}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11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{{PTS11}}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12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{{PTS12}}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13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{{PTS13}}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14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{{PTS14}}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15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{{PTS15}}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0152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>
                          <a:latin typeface="TSL Sans" pitchFamily="2" charset="0"/>
                        </a:rPr>
                        <a:t>16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>
                          <a:latin typeface="TSL Sans" pitchFamily="2" charset="0"/>
                        </a:rPr>
                        <a:t>{{PTS16}}</a:t>
                      </a:r>
                      <a:endParaRPr lang="fr-FR" sz="12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571E282E-29C5-694F-8C8C-54F306BC7705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64CB17F-18DB-9942-9A5D-CCD752EBA5DE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4F5781-65C6-4A44-A7B4-ECAAE94C01D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6AA97CE-2C3B-754E-9CE6-736BCE5C6A92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7057158-1C72-5A41-AA1D-887B341F6383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76FF57E-6709-8740-90A6-F62FBC3518D8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168491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2759</TotalTime>
  <Words>1984</Words>
  <Application>Microsoft Macintosh PowerPoint</Application>
  <PresentationFormat>Format A4 (210 x 297 mm)</PresentationFormat>
  <Paragraphs>530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7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70</cp:revision>
  <dcterms:created xsi:type="dcterms:W3CDTF">2013-01-27T09:14:16Z</dcterms:created>
  <dcterms:modified xsi:type="dcterms:W3CDTF">2026-07-07T13:30:30Z</dcterms:modified>
  <cp:category/>
</cp:coreProperties>
</file>