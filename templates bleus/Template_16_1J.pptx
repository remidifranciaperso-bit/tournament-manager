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76" r:id="rId2"/>
    <p:sldId id="277" r:id="rId3"/>
    <p:sldId id="280" r:id="rId4"/>
    <p:sldId id="264" r:id="rId5"/>
    <p:sldId id="260" r:id="rId6"/>
    <p:sldId id="279" r:id="rId7"/>
    <p:sldId id="265" r:id="rId8"/>
    <p:sldId id="261" r:id="rId9"/>
    <p:sldId id="262" r:id="rId10"/>
    <p:sldId id="266" r:id="rId11"/>
    <p:sldId id="263" r:id="rId12"/>
  </p:sldIdLst>
  <p:sldSz cx="9906000" cy="6858000" type="A4"/>
  <p:notesSz cx="6858000" cy="9144000"/>
  <p:defaultTextStyle>
    <a:defPPr>
      <a:defRPr lang="en-US"/>
    </a:defPPr>
    <a:lvl1pPr marL="0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59" userDrawn="1">
          <p15:clr>
            <a:srgbClr val="A4A3A4"/>
          </p15:clr>
        </p15:guide>
        <p15:guide id="2" pos="26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9DCAF9ED-07DC-4A11-8D7F-57B35C25682E}" styleName="Style moyen 1 - Accentuation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9CF1AB2-1976-4502-BF36-3FF5EA218861}" styleName="Style moyen 4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8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384" y="176"/>
      </p:cViewPr>
      <p:guideLst>
        <p:guide orient="horz" pos="1959"/>
        <p:guide pos="266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58DB49-402F-FB41-B58E-980CBE386162}" type="datetimeFigureOut">
              <a:rPr lang="fr-FR" smtClean="0"/>
              <a:t>07/07/2026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C9A40-B94C-6A45-93D8-A04E1246FE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580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585" y="1931872"/>
            <a:ext cx="7203293" cy="13330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1169" y="3524010"/>
            <a:ext cx="5932124" cy="158925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5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3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83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29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7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21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6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424" y="3996182"/>
            <a:ext cx="7203293" cy="1235131"/>
          </a:xfrm>
        </p:spPr>
        <p:txBody>
          <a:bodyPr anchor="t"/>
          <a:lstStyle>
            <a:lvl1pPr algn="l">
              <a:defRPr sz="362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424" y="2635811"/>
            <a:ext cx="7203293" cy="1360371"/>
          </a:xfrm>
        </p:spPr>
        <p:txBody>
          <a:bodyPr anchor="b"/>
          <a:lstStyle>
            <a:lvl1pPr marL="0" indent="0">
              <a:buNone/>
              <a:defRPr sz="1814">
                <a:solidFill>
                  <a:schemeClr val="tx1">
                    <a:tint val="75000"/>
                  </a:schemeClr>
                </a:solidFill>
              </a:defRPr>
            </a:lvl1pPr>
            <a:lvl2pPr marL="414589" indent="0">
              <a:buNone/>
              <a:defRPr sz="1632">
                <a:solidFill>
                  <a:schemeClr val="tx1">
                    <a:tint val="75000"/>
                  </a:schemeClr>
                </a:solidFill>
              </a:defRPr>
            </a:lvl2pPr>
            <a:lvl3pPr marL="829178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3pPr>
            <a:lvl4pPr marL="1243767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4pPr>
            <a:lvl5pPr marL="1658356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5pPr>
            <a:lvl6pPr marL="2072945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6pPr>
            <a:lvl7pPr marL="2487534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7pPr>
            <a:lvl8pPr marL="2902123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8pPr>
            <a:lvl9pPr marL="3316712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723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7852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392042"/>
            <a:ext cx="3744359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723" y="1972179"/>
            <a:ext cx="3744359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4910" y="1392042"/>
            <a:ext cx="3745830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4910" y="1972179"/>
            <a:ext cx="3745830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724" y="247602"/>
            <a:ext cx="2788040" cy="1053748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280" y="247602"/>
            <a:ext cx="4737460" cy="5307609"/>
          </a:xfrm>
        </p:spPr>
        <p:txBody>
          <a:bodyPr/>
          <a:lstStyle>
            <a:lvl1pPr>
              <a:defRPr sz="2902"/>
            </a:lvl1pPr>
            <a:lvl2pPr>
              <a:defRPr sz="2539"/>
            </a:lvl2pPr>
            <a:lvl3pPr>
              <a:defRPr sz="2176"/>
            </a:lvl3pPr>
            <a:lvl4pPr>
              <a:defRPr sz="1814"/>
            </a:lvl4pPr>
            <a:lvl5pPr>
              <a:defRPr sz="1814"/>
            </a:lvl5pPr>
            <a:lvl6pPr>
              <a:defRPr sz="1814"/>
            </a:lvl6pPr>
            <a:lvl7pPr>
              <a:defRPr sz="1814"/>
            </a:lvl7pPr>
            <a:lvl8pPr>
              <a:defRPr sz="1814"/>
            </a:lvl8pPr>
            <a:lvl9pPr>
              <a:defRPr sz="18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724" y="1301350"/>
            <a:ext cx="2788040" cy="4253861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1054" y="4353189"/>
            <a:ext cx="5084678" cy="513919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1054" y="555665"/>
            <a:ext cx="5084678" cy="3731305"/>
          </a:xfrm>
        </p:spPr>
        <p:txBody>
          <a:bodyPr/>
          <a:lstStyle>
            <a:lvl1pPr marL="0" indent="0">
              <a:buNone/>
              <a:defRPr sz="2902"/>
            </a:lvl1pPr>
            <a:lvl2pPr marL="414589" indent="0">
              <a:buNone/>
              <a:defRPr sz="2539"/>
            </a:lvl2pPr>
            <a:lvl3pPr marL="829178" indent="0">
              <a:buNone/>
              <a:defRPr sz="2176"/>
            </a:lvl3pPr>
            <a:lvl4pPr marL="1243767" indent="0">
              <a:buNone/>
              <a:defRPr sz="1814"/>
            </a:lvl4pPr>
            <a:lvl5pPr marL="1658356" indent="0">
              <a:buNone/>
              <a:defRPr sz="1814"/>
            </a:lvl5pPr>
            <a:lvl6pPr marL="2072945" indent="0">
              <a:buNone/>
              <a:defRPr sz="1814"/>
            </a:lvl6pPr>
            <a:lvl7pPr marL="2487534" indent="0">
              <a:buNone/>
              <a:defRPr sz="1814"/>
            </a:lvl7pPr>
            <a:lvl8pPr marL="2902123" indent="0">
              <a:buNone/>
              <a:defRPr sz="1814"/>
            </a:lvl8pPr>
            <a:lvl9pPr marL="3316712" indent="0">
              <a:buNone/>
              <a:defRPr sz="181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1054" y="4867107"/>
            <a:ext cx="5084678" cy="729850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3986" y="249042"/>
            <a:ext cx="1906754" cy="53061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723" y="249042"/>
            <a:ext cx="5579021" cy="53061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723" y="249042"/>
            <a:ext cx="7627016" cy="10364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451063"/>
            <a:ext cx="7627016" cy="4104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723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5441" y="5763945"/>
            <a:ext cx="2683580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3365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4589" rtl="0" eaLnBrk="1" latinLnBrk="0" hangingPunct="1">
        <a:spcBef>
          <a:spcPct val="0"/>
        </a:spcBef>
        <a:buNone/>
        <a:defRPr sz="3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0942" indent="-310942" algn="l" defTabSz="414589" rtl="0" eaLnBrk="1" latinLnBrk="0" hangingPunct="1">
        <a:spcBef>
          <a:spcPct val="20000"/>
        </a:spcBef>
        <a:buFont typeface="Arial"/>
        <a:buChar char="•"/>
        <a:defRPr sz="2902" kern="1200">
          <a:solidFill>
            <a:schemeClr val="tx1"/>
          </a:solidFill>
          <a:latin typeface="+mn-lt"/>
          <a:ea typeface="+mn-ea"/>
          <a:cs typeface="+mn-cs"/>
        </a:defRPr>
      </a:lvl1pPr>
      <a:lvl2pPr marL="673707" indent="-259118" algn="l" defTabSz="414589" rtl="0" eaLnBrk="1" latinLnBrk="0" hangingPunct="1">
        <a:spcBef>
          <a:spcPct val="20000"/>
        </a:spcBef>
        <a:buFont typeface="Arial"/>
        <a:buChar char="–"/>
        <a:defRPr sz="2539" kern="1200">
          <a:solidFill>
            <a:schemeClr val="tx1"/>
          </a:solidFill>
          <a:latin typeface="+mn-lt"/>
          <a:ea typeface="+mn-ea"/>
          <a:cs typeface="+mn-cs"/>
        </a:defRPr>
      </a:lvl2pPr>
      <a:lvl3pPr marL="1036472" indent="-207294" algn="l" defTabSz="414589" rtl="0" eaLnBrk="1" latinLnBrk="0" hangingPunct="1">
        <a:spcBef>
          <a:spcPct val="20000"/>
        </a:spcBef>
        <a:buFont typeface="Arial"/>
        <a:buChar char="•"/>
        <a:defRPr sz="2176" kern="1200">
          <a:solidFill>
            <a:schemeClr val="tx1"/>
          </a:solidFill>
          <a:latin typeface="+mn-lt"/>
          <a:ea typeface="+mn-ea"/>
          <a:cs typeface="+mn-cs"/>
        </a:defRPr>
      </a:lvl3pPr>
      <a:lvl4pPr marL="1451061" indent="-207294" algn="l" defTabSz="414589" rtl="0" eaLnBrk="1" latinLnBrk="0" hangingPunct="1">
        <a:spcBef>
          <a:spcPct val="20000"/>
        </a:spcBef>
        <a:buFont typeface="Arial"/>
        <a:buChar char="–"/>
        <a:defRPr sz="1814" kern="1200">
          <a:solidFill>
            <a:schemeClr val="tx1"/>
          </a:solidFill>
          <a:latin typeface="+mn-lt"/>
          <a:ea typeface="+mn-ea"/>
          <a:cs typeface="+mn-cs"/>
        </a:defRPr>
      </a:lvl4pPr>
      <a:lvl5pPr marL="1865650" indent="-207294" algn="l" defTabSz="414589" rtl="0" eaLnBrk="1" latinLnBrk="0" hangingPunct="1">
        <a:spcBef>
          <a:spcPct val="20000"/>
        </a:spcBef>
        <a:buFont typeface="Arial"/>
        <a:buChar char="»"/>
        <a:defRPr sz="1814" kern="1200">
          <a:solidFill>
            <a:schemeClr val="tx1"/>
          </a:solidFill>
          <a:latin typeface="+mn-lt"/>
          <a:ea typeface="+mn-ea"/>
          <a:cs typeface="+mn-cs"/>
        </a:defRPr>
      </a:lvl5pPr>
      <a:lvl6pPr marL="2280239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6pPr>
      <a:lvl7pPr marL="2694828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7pPr>
      <a:lvl8pPr marL="3109417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8pPr>
      <a:lvl9pPr marL="3524006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1pPr>
      <a:lvl2pPr marL="414589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2pPr>
      <a:lvl3pPr marL="829178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3pPr>
      <a:lvl4pPr marL="1243767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658356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072945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487534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2902123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316712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 descr="Une image contenant balle de tennis, équipement sportif, balle, Sport de raquette&#10;&#10;Description générée automatiquement">
            <a:extLst>
              <a:ext uri="{FF2B5EF4-FFF2-40B4-BE49-F238E27FC236}">
                <a16:creationId xmlns:a16="http://schemas.microsoft.com/office/drawing/2014/main" id="{3BE362C0-ECF4-1B42-98AF-438577F0B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25597" y="-40878"/>
            <a:ext cx="10531222" cy="6996771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4272530-0649-BD4A-A7D8-7C7792BB1E94}"/>
              </a:ext>
            </a:extLst>
          </p:cNvPr>
          <p:cNvSpPr txBox="1"/>
          <p:nvPr/>
        </p:nvSpPr>
        <p:spPr>
          <a:xfrm>
            <a:off x="2713126" y="380761"/>
            <a:ext cx="43920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200" dirty="0">
                <a:solidFill>
                  <a:schemeClr val="bg1"/>
                </a:solidFill>
                <a:latin typeface="TSL Sans" pitchFamily="2" charset="0"/>
                <a:cs typeface="Oriya MN" pitchFamily="2" charset="0"/>
              </a:rPr>
              <a:t>{{LOGO}}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F7DDA2-92C3-2944-8F86-E62910EEBB20}"/>
              </a:ext>
            </a:extLst>
          </p:cNvPr>
          <p:cNvSpPr txBox="1"/>
          <p:nvPr/>
        </p:nvSpPr>
        <p:spPr>
          <a:xfrm>
            <a:off x="-425597" y="1566952"/>
            <a:ext cx="105312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3695CD-FDE4-F54B-8134-D0767A33B0A3}"/>
              </a:ext>
            </a:extLst>
          </p:cNvPr>
          <p:cNvSpPr txBox="1"/>
          <p:nvPr/>
        </p:nvSpPr>
        <p:spPr>
          <a:xfrm>
            <a:off x="1994338" y="5382572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{{NB_EQUIPES}}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D96DA86-9D71-1041-90D1-D256C10146A0}"/>
              </a:ext>
            </a:extLst>
          </p:cNvPr>
          <p:cNvSpPr txBox="1"/>
          <p:nvPr/>
        </p:nvSpPr>
        <p:spPr>
          <a:xfrm>
            <a:off x="1994338" y="4262590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84406B9-1400-604D-BCAD-81F49575497D}"/>
              </a:ext>
            </a:extLst>
          </p:cNvPr>
          <p:cNvSpPr txBox="1"/>
          <p:nvPr/>
        </p:nvSpPr>
        <p:spPr>
          <a:xfrm>
            <a:off x="1994338" y="4823648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{{HEURE}}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7C78276-0247-DB4D-9282-A024FA8B012B}"/>
              </a:ext>
            </a:extLst>
          </p:cNvPr>
          <p:cNvSpPr txBox="1"/>
          <p:nvPr/>
        </p:nvSpPr>
        <p:spPr>
          <a:xfrm>
            <a:off x="1994338" y="5941496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{{NB_TERRAINS}}</a:t>
            </a:r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881E999-4164-2341-B126-C373A19A0BB7}"/>
              </a:ext>
            </a:extLst>
          </p:cNvPr>
          <p:cNvCxnSpPr>
            <a:cxnSpLocks/>
          </p:cNvCxnSpPr>
          <p:nvPr/>
        </p:nvCxnSpPr>
        <p:spPr>
          <a:xfrm>
            <a:off x="2296385" y="3132362"/>
            <a:ext cx="5087257" cy="0"/>
          </a:xfrm>
          <a:prstGeom prst="line">
            <a:avLst/>
          </a:prstGeom>
          <a:ln w="25400">
            <a:solidFill>
              <a:srgbClr val="FFF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7835A0D9-906F-A949-B733-2DC87687B07B}"/>
              </a:ext>
            </a:extLst>
          </p:cNvPr>
          <p:cNvSpPr txBox="1"/>
          <p:nvPr/>
        </p:nvSpPr>
        <p:spPr>
          <a:xfrm>
            <a:off x="1881352" y="6688774"/>
            <a:ext cx="59173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padel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tournament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engine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endParaRPr lang="fr-FR" sz="1100" dirty="0">
              <a:solidFill>
                <a:srgbClr val="FFFF00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2130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{{PARTICIPANTS}}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7E27EE6-87C4-AC41-AB5B-32129656A246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graphicFrame>
        <p:nvGraphicFramePr>
          <p:cNvPr id="13" name="Tableau 154">
            <a:extLst>
              <a:ext uri="{FF2B5EF4-FFF2-40B4-BE49-F238E27FC236}">
                <a16:creationId xmlns:a16="http://schemas.microsoft.com/office/drawing/2014/main" id="{3A20A996-66AA-8749-88BD-781F6E9730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0833753"/>
              </p:ext>
            </p:extLst>
          </p:nvPr>
        </p:nvGraphicFramePr>
        <p:xfrm>
          <a:off x="176286" y="903173"/>
          <a:ext cx="955342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2238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29283"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POIDS PAIRE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292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Nom 1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1</a:t>
                      </a:r>
                      <a:endParaRPr lang="fr-FR" sz="12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Nom 2</a:t>
                      </a:r>
                      <a:endParaRPr lang="fr-FR" sz="12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2</a:t>
                      </a:r>
                      <a:endParaRPr lang="fr-FR" sz="12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Poids </a:t>
                      </a:r>
                      <a:endParaRPr lang="fr-FR" sz="12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TS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3903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CONVOCATIONS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graphicFrame>
        <p:nvGraphicFramePr>
          <p:cNvPr id="14" name="Tableau 154">
            <a:extLst>
              <a:ext uri="{FF2B5EF4-FFF2-40B4-BE49-F238E27FC236}">
                <a16:creationId xmlns:a16="http://schemas.microsoft.com/office/drawing/2014/main" id="{9AAB0331-425B-D24A-9A42-AFE0746342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7879528"/>
              </p:ext>
            </p:extLst>
          </p:nvPr>
        </p:nvGraphicFramePr>
        <p:xfrm>
          <a:off x="1137554" y="1081067"/>
          <a:ext cx="7498268" cy="587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1303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996965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300" dirty="0">
                          <a:latin typeface="TSL Sans" pitchFamily="2" charset="0"/>
                        </a:rPr>
                        <a:t>{{CONV_NOMS}}</a:t>
                      </a:r>
                      <a:endParaRPr lang="fr-FR" sz="13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300" dirty="0">
                          <a:latin typeface="TSL Sans" pitchFamily="2" charset="0"/>
                        </a:rPr>
                        <a:t>{{CONV_HORAIRE}}</a:t>
                      </a:r>
                      <a:endParaRPr lang="fr-FR" sz="13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16" name="ZoneTexte 15">
            <a:extLst>
              <a:ext uri="{FF2B5EF4-FFF2-40B4-BE49-F238E27FC236}">
                <a16:creationId xmlns:a16="http://schemas.microsoft.com/office/drawing/2014/main" id="{69E3F15C-97CA-9E4B-8D41-8DBFC01A744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197123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710BB4D9-EAC3-ED4E-9DD0-B6331558BA9D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877A799A-D27B-1A42-9BD7-75C6E2E46F58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D12134FA-D26C-144C-A14B-99A7659CB296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471ADDD3-926F-974F-B0EF-C01E0CC69EB6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4249" y="5300551"/>
            <a:ext cx="27705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18201" y="3063383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6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612" y="1446132"/>
            <a:ext cx="27796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{{Q1_TERRAIN}}</a:t>
            </a:r>
          </a:p>
        </p:txBody>
      </p:sp>
      <p:sp>
        <p:nvSpPr>
          <p:cNvPr id="159" name="Rounded Rectangle 2">
            <a:extLst>
              <a:ext uri="{FF2B5EF4-FFF2-40B4-BE49-F238E27FC236}">
                <a16:creationId xmlns:a16="http://schemas.microsoft.com/office/drawing/2014/main" id="{FDF80FD5-6A2F-1A44-84B4-F2FD9CD739D3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8" name="Rounded Rectangle 2">
            <a:extLst>
              <a:ext uri="{FF2B5EF4-FFF2-40B4-BE49-F238E27FC236}">
                <a16:creationId xmlns:a16="http://schemas.microsoft.com/office/drawing/2014/main" id="{584582A1-F19D-1B42-8732-2B4B3C739BB0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0" name="Rounded Rectangle 2">
            <a:extLst>
              <a:ext uri="{FF2B5EF4-FFF2-40B4-BE49-F238E27FC236}">
                <a16:creationId xmlns:a16="http://schemas.microsoft.com/office/drawing/2014/main" id="{4DE882FA-BE96-6B4A-BF36-4DFBD92E8BD2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7" name="Rounded Rectangle 2">
            <a:extLst>
              <a:ext uri="{FF2B5EF4-FFF2-40B4-BE49-F238E27FC236}">
                <a16:creationId xmlns:a16="http://schemas.microsoft.com/office/drawing/2014/main" id="{10E15BB4-066B-5245-8AA9-38153C09FEE8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5431356"/>
            <a:ext cx="2760299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600" y="3847463"/>
            <a:ext cx="27568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{{H3_TERRAIN}}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1" y="2271000"/>
            <a:ext cx="27568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27342" y="702185"/>
            <a:ext cx="27796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{{H1_TERRAIN}}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1364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1046045"/>
            <a:ext cx="2736000" cy="24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9200" y="14642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0517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895869" y="2271000"/>
            <a:ext cx="120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303307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981688" y="3847463"/>
            <a:ext cx="11207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60953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895869" y="5431356"/>
            <a:ext cx="12019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9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61934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217522" y="1446132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58965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0377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77115" y="5300551"/>
            <a:ext cx="11276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0695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93648" y="3063383"/>
            <a:ext cx="11996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90ADDFC9-68B3-8A49-B1C4-09DBFE7CDDC1}"/>
              </a:ext>
            </a:extLst>
          </p:cNvPr>
          <p:cNvCxnSpPr>
            <a:cxnSpLocks/>
          </p:cNvCxnSpPr>
          <p:nvPr/>
        </p:nvCxnSpPr>
        <p:spPr>
          <a:xfrm>
            <a:off x="8161200" y="4411513"/>
            <a:ext cx="0" cy="882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137">
            <a:extLst>
              <a:ext uri="{FF2B5EF4-FFF2-40B4-BE49-F238E27FC236}">
                <a16:creationId xmlns:a16="http://schemas.microsoft.com/office/drawing/2014/main" id="{4C476156-034F-8749-96E0-EB1D8CE98313}"/>
              </a:ext>
            </a:extLst>
          </p:cNvPr>
          <p:cNvCxnSpPr>
            <a:cxnSpLocks/>
          </p:cNvCxnSpPr>
          <p:nvPr/>
        </p:nvCxnSpPr>
        <p:spPr>
          <a:xfrm flipV="1">
            <a:off x="8161200" y="6642099"/>
            <a:ext cx="0" cy="216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427B9E77-9183-264A-B3CB-F0447273F623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803E8B64-5A09-8F46-ADE6-DAFF9B614B0E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32346571-6150-F540-9B81-CFFEBCF4D4AF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3" name="ZoneTexte 162">
            <a:extLst>
              <a:ext uri="{FF2B5EF4-FFF2-40B4-BE49-F238E27FC236}">
                <a16:creationId xmlns:a16="http://schemas.microsoft.com/office/drawing/2014/main" id="{79796AF0-46A3-A448-A976-FCBF26C44760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TABLEAU PRINCIPAL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6" name="ZoneTexte 165">
            <a:extLst>
              <a:ext uri="{FF2B5EF4-FFF2-40B4-BE49-F238E27FC236}">
                <a16:creationId xmlns:a16="http://schemas.microsoft.com/office/drawing/2014/main" id="{9685A432-5ED6-A04B-9F3C-CFE3EE2A5B1C}"/>
              </a:ext>
            </a:extLst>
          </p:cNvPr>
          <p:cNvSpPr txBox="1"/>
          <p:nvPr/>
        </p:nvSpPr>
        <p:spPr>
          <a:xfrm>
            <a:off x="7144077" y="4776949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1-2</a:t>
            </a:r>
          </a:p>
        </p:txBody>
      </p:sp>
    </p:spTree>
    <p:extLst>
      <p:ext uri="{BB962C8B-B14F-4D97-AF65-F5344CB8AC3E}">
        <p14:creationId xmlns:p14="http://schemas.microsoft.com/office/powerpoint/2010/main" val="25797106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ounded Rectangle 2">
            <a:extLst>
              <a:ext uri="{FF2B5EF4-FFF2-40B4-BE49-F238E27FC236}">
                <a16:creationId xmlns:a16="http://schemas.microsoft.com/office/drawing/2014/main" id="{51A79124-D721-3646-B607-3AE57AD63688}"/>
              </a:ext>
            </a:extLst>
          </p:cNvPr>
          <p:cNvSpPr/>
          <p:nvPr/>
        </p:nvSpPr>
        <p:spPr>
          <a:xfrm>
            <a:off x="332976" y="334280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4" name="Rounded Rectangle 2">
            <a:extLst>
              <a:ext uri="{FF2B5EF4-FFF2-40B4-BE49-F238E27FC236}">
                <a16:creationId xmlns:a16="http://schemas.microsoft.com/office/drawing/2014/main" id="{C010C2E0-25B6-4C44-9967-265563552BA7}"/>
              </a:ext>
            </a:extLst>
          </p:cNvPr>
          <p:cNvSpPr/>
          <p:nvPr/>
        </p:nvSpPr>
        <p:spPr>
          <a:xfrm>
            <a:off x="327342" y="492556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4941486"/>
            <a:ext cx="2770523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599" y="3357593"/>
            <a:ext cx="2756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{{H7_TERRAIN}}</a:t>
            </a:r>
          </a:p>
        </p:txBody>
      </p:sp>
      <p:sp>
        <p:nvSpPr>
          <p:cNvPr id="139" name="Rounded Rectangle 2">
            <a:extLst>
              <a:ext uri="{FF2B5EF4-FFF2-40B4-BE49-F238E27FC236}">
                <a16:creationId xmlns:a16="http://schemas.microsoft.com/office/drawing/2014/main" id="{85FFB306-37CA-594B-A5D5-A0FA09A122AF}"/>
              </a:ext>
            </a:extLst>
          </p:cNvPr>
          <p:cNvSpPr/>
          <p:nvPr/>
        </p:nvSpPr>
        <p:spPr>
          <a:xfrm>
            <a:off x="329484" y="176645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45599" y="1781130"/>
            <a:ext cx="27477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8" name="Rounded Rectangle 2">
            <a:extLst>
              <a:ext uri="{FF2B5EF4-FFF2-40B4-BE49-F238E27FC236}">
                <a16:creationId xmlns:a16="http://schemas.microsoft.com/office/drawing/2014/main" id="{7C23C49C-1178-5E4F-A902-B5D4929C88EA}"/>
              </a:ext>
            </a:extLst>
          </p:cNvPr>
          <p:cNvSpPr/>
          <p:nvPr/>
        </p:nvSpPr>
        <p:spPr>
          <a:xfrm>
            <a:off x="336470" y="19944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5599" y="212315"/>
            <a:ext cx="2752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{{H5_TERRAIN}}</a:t>
            </a:r>
          </a:p>
        </p:txBody>
      </p:sp>
      <p:sp>
        <p:nvSpPr>
          <p:cNvPr id="134" name="Rounded Rectangle 2">
            <a:extLst>
              <a:ext uri="{FF2B5EF4-FFF2-40B4-BE49-F238E27FC236}">
                <a16:creationId xmlns:a16="http://schemas.microsoft.com/office/drawing/2014/main" id="{BCCF675B-127D-9943-8709-0670B12D64BD}"/>
              </a:ext>
            </a:extLst>
          </p:cNvPr>
          <p:cNvSpPr/>
          <p:nvPr/>
        </p:nvSpPr>
        <p:spPr>
          <a:xfrm>
            <a:off x="3558612" y="4086426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1" y="4099785"/>
            <a:ext cx="2766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5" name="Rounded Rectangle 2">
            <a:extLst>
              <a:ext uri="{FF2B5EF4-FFF2-40B4-BE49-F238E27FC236}">
                <a16:creationId xmlns:a16="http://schemas.microsoft.com/office/drawing/2014/main" id="{CC1C45E8-913D-3449-98FE-33BB8332BC65}"/>
              </a:ext>
            </a:extLst>
          </p:cNvPr>
          <p:cNvSpPr/>
          <p:nvPr/>
        </p:nvSpPr>
        <p:spPr>
          <a:xfrm>
            <a:off x="3563173" y="94640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956262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{{Q3_TERRAIN}}</a:t>
            </a:r>
          </a:p>
        </p:txBody>
      </p:sp>
      <p:sp>
        <p:nvSpPr>
          <p:cNvPr id="133" name="Rounded Rectangle 2">
            <a:extLst>
              <a:ext uri="{FF2B5EF4-FFF2-40B4-BE49-F238E27FC236}">
                <a16:creationId xmlns:a16="http://schemas.microsoft.com/office/drawing/2014/main" id="{83DDE776-535E-E445-B7FA-170652B0E906}"/>
              </a:ext>
            </a:extLst>
          </p:cNvPr>
          <p:cNvSpPr/>
          <p:nvPr/>
        </p:nvSpPr>
        <p:spPr>
          <a:xfrm>
            <a:off x="6821462" y="256111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4249" y="2573513"/>
            <a:ext cx="27590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2" name="Rounded Rectangle 2">
            <a:extLst>
              <a:ext uri="{FF2B5EF4-FFF2-40B4-BE49-F238E27FC236}">
                <a16:creationId xmlns:a16="http://schemas.microsoft.com/office/drawing/2014/main" id="{24746EC4-EABC-3247-BF74-D358BAB46950}"/>
              </a:ext>
            </a:extLst>
          </p:cNvPr>
          <p:cNvSpPr/>
          <p:nvPr/>
        </p:nvSpPr>
        <p:spPr>
          <a:xfrm>
            <a:off x="6834244" y="528228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3" y="5297796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599" y="212315"/>
            <a:ext cx="10199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872533" y="212315"/>
            <a:ext cx="1230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76470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29162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19895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5507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9200" y="97439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77255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20458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16E313C-B7C7-7244-A551-0549310D34D2}"/>
              </a:ext>
            </a:extLst>
          </p:cNvPr>
          <p:cNvCxnSpPr>
            <a:cxnSpLocks/>
          </p:cNvCxnSpPr>
          <p:nvPr/>
        </p:nvCxnSpPr>
        <p:spPr>
          <a:xfrm>
            <a:off x="3106994" y="876409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02683265-9266-B84C-8BEA-54CF85FF8259}"/>
              </a:ext>
            </a:extLst>
          </p:cNvPr>
          <p:cNvCxnSpPr>
            <a:cxnSpLocks/>
          </p:cNvCxnSpPr>
          <p:nvPr/>
        </p:nvCxnSpPr>
        <p:spPr>
          <a:xfrm>
            <a:off x="3106994" y="2449048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0E54234-D279-3244-9054-CEABBA6F0C92}"/>
              </a:ext>
            </a:extLst>
          </p:cNvPr>
          <p:cNvCxnSpPr>
            <a:cxnSpLocks/>
          </p:cNvCxnSpPr>
          <p:nvPr/>
        </p:nvCxnSpPr>
        <p:spPr>
          <a:xfrm flipV="1">
            <a:off x="3342397" y="876409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EDA922D6-B6D0-FC43-8867-DCF0EAFEB1BD}"/>
              </a:ext>
            </a:extLst>
          </p:cNvPr>
          <p:cNvCxnSpPr>
            <a:cxnSpLocks/>
          </p:cNvCxnSpPr>
          <p:nvPr/>
        </p:nvCxnSpPr>
        <p:spPr>
          <a:xfrm>
            <a:off x="3342397" y="1622534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1781130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980209" y="1781130"/>
            <a:ext cx="11222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33352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286044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176777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11957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254320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34137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27733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357593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872532" y="3357593"/>
            <a:ext cx="12298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390998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43690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34423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360690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44104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370743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11966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391783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34986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EB5C8204-FC14-FE45-9C99-674A1524C257}"/>
              </a:ext>
            </a:extLst>
          </p:cNvPr>
          <p:cNvCxnSpPr>
            <a:cxnSpLocks/>
          </p:cNvCxnSpPr>
          <p:nvPr/>
        </p:nvCxnSpPr>
        <p:spPr>
          <a:xfrm>
            <a:off x="3102430" y="4025402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36D666EE-D2FC-0C48-A064-CBC5C199414E}"/>
              </a:ext>
            </a:extLst>
          </p:cNvPr>
          <p:cNvCxnSpPr>
            <a:cxnSpLocks/>
          </p:cNvCxnSpPr>
          <p:nvPr/>
        </p:nvCxnSpPr>
        <p:spPr>
          <a:xfrm>
            <a:off x="3102430" y="5598041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E2149F88-8679-4249-BC98-E186FC189F17}"/>
              </a:ext>
            </a:extLst>
          </p:cNvPr>
          <p:cNvCxnSpPr>
            <a:cxnSpLocks/>
          </p:cNvCxnSpPr>
          <p:nvPr/>
        </p:nvCxnSpPr>
        <p:spPr>
          <a:xfrm flipV="1">
            <a:off x="3337833" y="4025402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B616E7C2-6DEE-4C45-8024-5F4F5DDC708A}"/>
              </a:ext>
            </a:extLst>
          </p:cNvPr>
          <p:cNvCxnSpPr>
            <a:cxnSpLocks/>
          </p:cNvCxnSpPr>
          <p:nvPr/>
        </p:nvCxnSpPr>
        <p:spPr>
          <a:xfrm>
            <a:off x="3337833" y="4771527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4941486"/>
            <a:ext cx="10107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971540" y="4941486"/>
            <a:ext cx="11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49387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02080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492812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9200" y="527993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57035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50172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593375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95626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169898" y="956262"/>
            <a:ext cx="11638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50865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03557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94290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698051" y="129470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{{WIN_H5}}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698051" y="171833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H6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151650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19485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09978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09978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46521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1790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08642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34910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18323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4382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H7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48618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H8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46600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0920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172509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477158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172509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7200" y="3241431"/>
            <a:ext cx="25200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297796"/>
            <a:ext cx="1037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96703" y="5297796"/>
            <a:ext cx="110807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018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711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4437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6243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59872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5803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006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2573513"/>
            <a:ext cx="10262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513223" y="2573513"/>
            <a:ext cx="10800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12590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365282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256015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291196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Q3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33558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Q4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13375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356578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78C47B13-87DA-A148-B71C-CED01D171CDC}"/>
              </a:ext>
            </a:extLst>
          </p:cNvPr>
          <p:cNvCxnSpPr>
            <a:cxnSpLocks/>
          </p:cNvCxnSpPr>
          <p:nvPr/>
        </p:nvCxnSpPr>
        <p:spPr>
          <a:xfrm flipV="1">
            <a:off x="8161200" y="0"/>
            <a:ext cx="0" cy="2556000"/>
          </a:xfrm>
          <a:prstGeom prst="line">
            <a:avLst/>
          </a:prstGeom>
          <a:ln w="9525">
            <a:solidFill>
              <a:schemeClr val="tx1"/>
            </a:solidFill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748A93C-8EDD-D547-B5E0-E18AB67A836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E322C657-E9E2-BA47-ABE7-4D2A442C8EB9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3-4</a:t>
            </a:r>
          </a:p>
        </p:txBody>
      </p:sp>
    </p:spTree>
    <p:extLst>
      <p:ext uri="{BB962C8B-B14F-4D97-AF65-F5344CB8AC3E}">
        <p14:creationId xmlns:p14="http://schemas.microsoft.com/office/powerpoint/2010/main" val="5578435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09E25820-F75D-F44E-8354-F6B818527754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82803C54-773B-4349-B14E-6F98BBB79F99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B87ADA1F-E13A-5241-889E-9FD829CAD7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1C495D7-526B-3B41-9395-A5783FC816DC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7440224" y="3063383"/>
            <a:ext cx="141479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28655" y="3077888"/>
            <a:ext cx="27306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{{C7_8_TERRAIN}}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71000" y="1446132"/>
            <a:ext cx="1284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95123" y="1446132"/>
            <a:ext cx="1338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77926" y="4589655"/>
            <a:ext cx="12777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53000" y="4589655"/>
            <a:ext cx="1380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221496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526145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221496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731301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20313" y="3077888"/>
            <a:ext cx="1133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848552" y="3077888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2808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2808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7718" y="3063383"/>
            <a:ext cx="1151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42883" y="3063383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>
            <a:extLst>
              <a:ext uri="{FF2B5EF4-FFF2-40B4-BE49-F238E27FC236}">
                <a16:creationId xmlns:a16="http://schemas.microsoft.com/office/drawing/2014/main" id="{FC08E550-265D-B148-A192-46B5AD06923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1482" y="5261780"/>
            <a:ext cx="259200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>
            <a:extLst>
              <a:ext uri="{FF2B5EF4-FFF2-40B4-BE49-F238E27FC236}">
                <a16:creationId xmlns:a16="http://schemas.microsoft.com/office/drawing/2014/main" id="{49EA6DB5-9745-4942-8C78-8B8DAAF9CF09}"/>
              </a:ext>
            </a:extLst>
          </p:cNvPr>
          <p:cNvCxnSpPr>
            <a:cxnSpLocks/>
          </p:cNvCxnSpPr>
          <p:nvPr/>
        </p:nvCxnSpPr>
        <p:spPr>
          <a:xfrm rot="10800000">
            <a:off x="3305156" y="2215654"/>
            <a:ext cx="259200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EFF62FA7-9260-324C-B8FE-2D2B7DCC3AB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3793" y="2215710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64F6EADD-B1AD-5544-BCA9-43AD505B75A3}"/>
              </a:ext>
            </a:extLst>
          </p:cNvPr>
          <p:cNvCxnSpPr>
            <a:cxnSpLocks/>
          </p:cNvCxnSpPr>
          <p:nvPr/>
        </p:nvCxnSpPr>
        <p:spPr>
          <a:xfrm rot="10800000">
            <a:off x="3078453" y="3745806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ZoneTexte 158">
            <a:extLst>
              <a:ext uri="{FF2B5EF4-FFF2-40B4-BE49-F238E27FC236}">
                <a16:creationId xmlns:a16="http://schemas.microsoft.com/office/drawing/2014/main" id="{E3E93809-2DF2-144C-B3CD-C3D80F100F3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7-8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7F22173B-2EC3-D54D-BC73-CD5D8F856F9C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5-6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A84E38A-3BAD-884B-A8A8-696CA264571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C135C7C7-731C-7F4B-822A-C3FA8C062AD4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5-8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ADC64303-1D3D-FA40-A5F2-67D4E0EFD56F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EE2E1D41-10E2-2C4B-9158-BD7E6864398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2A70166-F55B-4848-9344-FE83F2D197F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150114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62B7D662-9230-C34F-B8BB-55B7C574B24F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301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222927" y="5300551"/>
            <a:ext cx="138184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2" y="5300551"/>
            <a:ext cx="276596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{{C11_12_TERRAIN}}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6" name="Rounded Rectangle 2">
            <a:extLst>
              <a:ext uri="{FF2B5EF4-FFF2-40B4-BE49-F238E27FC236}">
                <a16:creationId xmlns:a16="http://schemas.microsoft.com/office/drawing/2014/main" id="{EA606A87-3EFB-2D49-93A3-0BCD9AA4CBE1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213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05800" y="3063383"/>
            <a:ext cx="12874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{{C9_10_HEURE}}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22765" y="3063383"/>
            <a:ext cx="277050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{{C9_10_TERRAIN}}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8" name="Rounded Rectangle 2">
            <a:extLst>
              <a:ext uri="{FF2B5EF4-FFF2-40B4-BE49-F238E27FC236}">
                <a16:creationId xmlns:a16="http://schemas.microsoft.com/office/drawing/2014/main" id="{D00CB057-4C3F-4D41-A38F-AA2D1BFEC803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414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70451" y="4589655"/>
            <a:ext cx="14632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0" y="4589655"/>
            <a:ext cx="27660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7" name="Rounded Rectangle 2">
            <a:extLst>
              <a:ext uri="{FF2B5EF4-FFF2-40B4-BE49-F238E27FC236}">
                <a16:creationId xmlns:a16="http://schemas.microsoft.com/office/drawing/2014/main" id="{612E6990-8F67-D84E-92C9-43F76CF1996D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381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18907" y="1446132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1446132"/>
            <a:ext cx="27705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{{C9_12_1_TERRAIN}}</a:t>
            </a:r>
          </a:p>
        </p:txBody>
      </p:sp>
      <p:sp>
        <p:nvSpPr>
          <p:cNvPr id="163" name="Rounded Rectangle 2">
            <a:extLst>
              <a:ext uri="{FF2B5EF4-FFF2-40B4-BE49-F238E27FC236}">
                <a16:creationId xmlns:a16="http://schemas.microsoft.com/office/drawing/2014/main" id="{A6F29207-9CAD-C142-89D6-74089B269E60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683073" y="5431356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{{C9_16_4_HEURE}}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22779" y="5431356"/>
            <a:ext cx="2779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{{C9_16_4_TERRAIN}}</a:t>
            </a:r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ADF69762-A362-3542-A468-C11A22EC5EBC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687637" y="384746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{{C9_16_3_HEURE}}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36470" y="3847463"/>
            <a:ext cx="27613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{{C9_16_3_TERRAIN}}</a:t>
            </a:r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C94CF722-0288-CA4D-8C16-D188F317D098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687637" y="2271000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{{C9_16_2_HEURE}}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0" y="2271000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D8E587C7-DA51-0647-9941-54BC01034D61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{{C9_16_1_CODE}}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36470" y="702185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{{C9_16_1_TERRAIN}}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02400" y="10406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024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02400" y="260944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{{LOSE_H3}}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02400" y="3033076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{{LOSE_H4}}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02400" y="418591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{{LOSE_H5}}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024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{{LOSE_H6}}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02400" y="5769803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{{LOSE_H7}}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024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{{LOSE_H8}}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6209EE5-E292-454D-96D6-609304D8CACC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3821839A-350D-3149-9B9E-AB3BE8950756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9-12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0165E965-0AEA-4648-B670-E4F59E4F1F4A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9B59A20F-3DB6-7F4E-863D-FB9971B334F0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95AB944F-7758-C94C-8C91-4450736E893A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8" name="ZoneTexte 157">
            <a:extLst>
              <a:ext uri="{FF2B5EF4-FFF2-40B4-BE49-F238E27FC236}">
                <a16:creationId xmlns:a16="http://schemas.microsoft.com/office/drawing/2014/main" id="{54A3E09E-8BDE-254A-BA22-E64B73E7223B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9-10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E425B123-80FF-BA45-AAA5-5677BE31A640}"/>
              </a:ext>
            </a:extLst>
          </p:cNvPr>
          <p:cNvSpPr txBox="1"/>
          <p:nvPr/>
        </p:nvSpPr>
        <p:spPr>
          <a:xfrm>
            <a:off x="6483504" y="4770979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11-12</a:t>
            </a:r>
          </a:p>
        </p:txBody>
      </p:sp>
    </p:spTree>
    <p:extLst>
      <p:ext uri="{BB962C8B-B14F-4D97-AF65-F5344CB8AC3E}">
        <p14:creationId xmlns:p14="http://schemas.microsoft.com/office/powerpoint/2010/main" val="2754628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93E5FC72-315D-6A42-B592-CB50BD28B511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3594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{{C13_14_CODE}}</a:t>
            </a:r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9C1E65CC-3E71-2840-A9C9-DA78D2A8308B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45600" y="3077888"/>
            <a:ext cx="13758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{{C15_16_CODE}}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2" y="3063383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7508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{{C15_16_TERRAIN}}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1" name="Rounded Rectangle 2">
            <a:extLst>
              <a:ext uri="{FF2B5EF4-FFF2-40B4-BE49-F238E27FC236}">
                <a16:creationId xmlns:a16="http://schemas.microsoft.com/office/drawing/2014/main" id="{1F28321A-24E9-2841-B6C4-0016AC2813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38700" y="4589655"/>
            <a:ext cx="1495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599" y="4589655"/>
            <a:ext cx="27617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Rounded Rectangle 2">
            <a:extLst>
              <a:ext uri="{FF2B5EF4-FFF2-40B4-BE49-F238E27FC236}">
                <a16:creationId xmlns:a16="http://schemas.microsoft.com/office/drawing/2014/main" id="{ADAD8AF2-6B51-3E4D-BEBC-C5F21C2CFD7F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38700" y="1446132"/>
            <a:ext cx="1495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599" y="1446132"/>
            <a:ext cx="14658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{{C13_16_1_CODE}}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4658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{{C13_16_2_CODE}}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20997" y="3077888"/>
            <a:ext cx="136201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62552" y="306338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{{WIN_C13_16_1}}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C13_16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904A0942-903D-9742-93EA-B8F37445DDA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15-16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65FC3FC6-EEBC-3048-9EFF-A7A6397DB16A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13-14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7CB271E-7CD3-6245-AD55-53A543E737B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31DF1842-41B2-7B44-ADE0-CA30EB7B3FBC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13-16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7B34F9C7-4452-FD46-80C2-26E19D3F290B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CF7A0267-61F4-2E4E-B8FA-D0C2F045C212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C1D14E81-30AB-664A-943D-C07DF5D27ECB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870948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8057504"/>
              </p:ext>
            </p:extLst>
          </p:nvPr>
        </p:nvGraphicFramePr>
        <p:xfrm>
          <a:off x="148524" y="932184"/>
          <a:ext cx="9608952" cy="49936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93743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{{PL2_CODE}}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{{PL2_HEURE}}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{{PL2_TERRAIN}}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{{PL2_EQ1}}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{{PL2_EQ2}}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{{PL3_CODE}}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{{PL3_HEURE}}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{{PL3_TERRAIN}}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{{PL3_EQ1}}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{{PL3_EQ2}}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{{PL4_CODE}}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{{PL4_HEURE}}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{{PL4_TERRAIN}}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{{PL4_EQ1}}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{{PL4_EQ2}}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{{PL5_CODE}}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{{PL5_HEURE}}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{{PL5_TERRAIN}}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{{PL5_EQ1}}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{{PL5_EQ2}}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{{PL6_CODE}}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{{PL6_HEURE}}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{{PL6_TERRAIN}}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{{PL6_EQ1}}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{{PL6_EQ2}}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{{PL7_CODE}}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{{PL7_HEURE}}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{{PL7_TERRAIN}}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{{PL7_EQ1}}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{{PL7_EQ2}}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{{PL8_CODE}}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{{PL8_HEURE}}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{{PL8_TERRAIN}}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{{PL8_EQ1}}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{{PL8_EQ2}}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{{PL9_CODE}}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{{PL9_HEURE}}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{{PL9_TERRAIN}}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{{PL9_EQ1}}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{{PL9_EQ2}}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{{PL10_CODE}}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{{PL10_HEURE}}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{{PL10_TERRAIN}}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{{PL10_EQ1}}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{{PL10_EQ2}}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{{PL11_CODE}}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{{PL11_HEURE}}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{{PL11_TERRAIN}}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{{PL11_EQ1}}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{{PL11_EQ2}}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{{PL12_CODE}}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{{PL12_HEURE}}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{{PL12_TERRAIN}}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{{PL12_EQ1}}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{{PL12_EQ2}}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{{PL13_CODE}}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{{PL13_HEURE}}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{{PL13_TERRAIN}}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{{PL13_EQ1}}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{{PL13_EQ2}}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{{PL14_CODE}}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{{PL14_HEURE}}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{{PL14_TERRAIN}}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{{PL14_EQ1}}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{{PL14_EQ2}}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{{PL15_CODE}}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{{PL15_HEURE}}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{{PL15_TERRAIN}}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{{PL15_EQ1}}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{{PL15_EQ2}}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0945902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{{PL16_CODE}}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{{PL16_HEURE}}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{{PL16_TERRAIN}}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{{PL16_EQ1}}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{{PL16_EQ2}}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58372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0053B375-B6E7-7941-A1BF-6F6A404DFEA8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24A3B36-2BBC-4C46-8992-E512ED328F7E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1/2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7A8222B-B87E-A740-A64A-FEC9367795C6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F44F540-C02F-BB48-AE75-FAFBC089A9A8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C5C65E8D-99E6-CC44-92CD-5DAA8B2A9B8E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457105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4496275"/>
              </p:ext>
            </p:extLst>
          </p:nvPr>
        </p:nvGraphicFramePr>
        <p:xfrm>
          <a:off x="148524" y="932184"/>
          <a:ext cx="9608952" cy="49936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93743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{{PL17_TERRAIN}}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{{PL17_EQ1}}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{{PL17_EQ2}}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{{PL18_TERRAIN}}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{{PL18_EQ1}}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{{PL18_EQ2}}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{{PL19_TERRAIN}}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{{PL19_EQ1}}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{{PL19_EQ2}}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{{PL20_TERRAIN}}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{{PL20_EQ1}}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{{PL20_EQ2}}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{{PL21_TERRAIN}}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{{PL21_EQ1}}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{{PL21_EQ2}}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{{PL22_TERRAIN}}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{{PL22_EQ1}}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{{PL22_EQ2}}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{{PL23_TERRAIN}}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{{PL23_EQ1}}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{{PL23_EQ2}}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{{PL24_TERRAIN}}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{{PL24_EQ1}}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{{PL24_EQ2}}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{{PL25_TERRAIN}}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{{PL25_EQ1}}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{{PL25_EQ2}}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{{PL26_TERRAIN}}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{{PL26_EQ1}}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{{PL26_EQ2}}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{{PL27_TERRAIN}}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{{PL27_EQ1}}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{{PL27_EQ2}}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{{PL28_TERRAIN}}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{{PL28_EQ1}}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{{PL28_EQ2}}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{{PL29_TERRAIN}}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{{PL29_EQ1}}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{{PL29_EQ2}}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{{PL30_TERRAIN}}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{{PL30_EQ1}}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{{PL30_EQ2}}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{{PL31_TERRAIN}}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{{PL31_EQ1}}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{{PL31_EQ2}}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0945902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{{PL32_TERRAIN}}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{{PL32_EQ1}}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{{PL32_EQ2}}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58372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8C79462-3384-6A43-BC1B-EFC17CC8C26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586F555-FE47-0D4B-8704-925B810626DF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2/2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7881913-2804-2845-A596-45B684A237AE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76CFA10-E0B9-294A-91DF-F928AE86F0B1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2F4029A-1A44-DC49-A3BA-67592F9666B7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750549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431925"/>
              </p:ext>
            </p:extLst>
          </p:nvPr>
        </p:nvGraphicFramePr>
        <p:xfrm>
          <a:off x="113209" y="1005840"/>
          <a:ext cx="9546957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340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5712480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362137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PLACE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</a:t>
                      </a:r>
                      <a:r>
                        <a:rPr lang="fr-FR" sz="120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QUIPE 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POINTS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latin typeface="TSL Sans" pitchFamily="2" charset="0"/>
                        </a:rPr>
                        <a:t>🥇</a:t>
                      </a:r>
                      <a:r>
                        <a:rPr lang="fr-FR" sz="1200" dirty="0">
                          <a:latin typeface="TSL Sans" pitchFamily="2" charset="0"/>
                        </a:rPr>
                        <a:t> 1 </a:t>
                      </a: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🥇</a:t>
                      </a:r>
                      <a:endParaRPr lang="fr-FR" sz="1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{{PTS1}}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4322995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r>
                        <a:rPr lang="fr-FR" sz="1200" dirty="0">
                          <a:latin typeface="TSL Sans" pitchFamily="2" charset="0"/>
                        </a:rPr>
                        <a:t> 2 </a:t>
                      </a: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endParaRPr lang="fr-FR" sz="1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{{PTS2}}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077651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🥉</a:t>
                      </a:r>
                      <a:r>
                        <a:rPr lang="fr-FR" sz="1200" dirty="0">
                          <a:latin typeface="TSL Sans" pitchFamily="2" charset="0"/>
                        </a:rPr>
                        <a:t> 3 </a:t>
                      </a:r>
                      <a:r>
                        <a:rPr lang="fr-FR" sz="1600" dirty="0">
                          <a:latin typeface="TSL Sans" pitchFamily="2" charset="0"/>
                        </a:rPr>
                        <a:t>🥉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{{PTS3}}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0880698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4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{{PTS4}}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426066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5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{{PTS5}}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606597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6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{{PTS6}}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573982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7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{{PTS7}}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569538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8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{{PTS8}}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3441322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9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{{PTS9}}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1889074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10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{{PTS10}}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624252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11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{{PTS11}}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3445424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12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{{PTS12}}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927707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13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{{PTS13}}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3476191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14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{{PTS14}}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911877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15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{{PTS15}}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7185633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16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{{PTS16}}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895143"/>
                  </a:ext>
                </a:extLst>
              </a:tr>
            </a:tbl>
          </a:graphicData>
        </a:graphic>
      </p:graphicFrame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571E282E-29C5-694F-8C8C-54F306BC7705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64CB17F-18DB-9942-9A5D-CCD752EBA5DE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94F5781-65C6-4A44-A7B4-ECAAE94C01DC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FINAL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96AA97CE-2C3B-754E-9CE6-736BCE5C6A92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7057158-1C72-5A41-AA1D-887B341F6383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76FF57E-6709-8740-90A6-F62FBC3518D8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168491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2760</TotalTime>
  <Words>1984</Words>
  <Application>Microsoft Macintosh PowerPoint</Application>
  <PresentationFormat>Format A4 (210 x 297 mm)</PresentationFormat>
  <Paragraphs>530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7" baseType="lpstr">
      <vt:lpstr>Arial</vt:lpstr>
      <vt:lpstr>Calibri</vt:lpstr>
      <vt:lpstr>Grindy Brush</vt:lpstr>
      <vt:lpstr>Noto Sans</vt:lpstr>
      <vt:lpstr>TSL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Rémi Di Francia</cp:lastModifiedBy>
  <cp:revision>70</cp:revision>
  <dcterms:created xsi:type="dcterms:W3CDTF">2013-01-27T09:14:16Z</dcterms:created>
  <dcterms:modified xsi:type="dcterms:W3CDTF">2026-07-07T21:01:30Z</dcterms:modified>
  <cp:category/>
</cp:coreProperties>
</file>