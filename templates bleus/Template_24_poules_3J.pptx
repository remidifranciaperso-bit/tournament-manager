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87" r:id="rId2"/>
    <p:sldId id="288" r:id="rId3"/>
    <p:sldId id="289" r:id="rId4"/>
    <p:sldId id="286" r:id="rId5"/>
    <p:sldId id="271" r:id="rId6"/>
    <p:sldId id="272" r:id="rId7"/>
    <p:sldId id="273" r:id="rId8"/>
    <p:sldId id="274" r:id="rId9"/>
    <p:sldId id="264" r:id="rId10"/>
    <p:sldId id="260" r:id="rId11"/>
    <p:sldId id="279" r:id="rId12"/>
    <p:sldId id="265" r:id="rId13"/>
    <p:sldId id="261" r:id="rId14"/>
    <p:sldId id="293" r:id="rId15"/>
    <p:sldId id="294" r:id="rId16"/>
    <p:sldId id="295" r:id="rId17"/>
    <p:sldId id="296" r:id="rId18"/>
    <p:sldId id="292" r:id="rId19"/>
  </p:sldIdLst>
  <p:sldSz cx="9906000" cy="6858000" type="A4"/>
  <p:notesSz cx="6858000" cy="9144000"/>
  <p:defaultTextStyle>
    <a:defPPr>
      <a:defRPr lang="en-US"/>
    </a:defPPr>
    <a:lvl1pPr marL="0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419938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59" userDrawn="1">
          <p15:clr>
            <a:srgbClr val="A4A3A4"/>
          </p15:clr>
        </p15:guide>
        <p15:guide id="2" pos="26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755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224" y="176"/>
      </p:cViewPr>
      <p:guideLst>
        <p:guide orient="horz" pos="1959"/>
        <p:guide pos="266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58DB49-402F-FB41-B58E-980CBE386162}" type="datetimeFigureOut">
              <a:rPr lang="fr-FR" smtClean="0"/>
              <a:t>05/07/2026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C9A40-B94C-6A45-93D8-A04E1246FE3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580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85" y="1931872"/>
            <a:ext cx="7203293" cy="13330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1169" y="3524010"/>
            <a:ext cx="5932124" cy="158925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5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3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835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29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7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21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6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424" y="3996182"/>
            <a:ext cx="7203293" cy="1235131"/>
          </a:xfrm>
        </p:spPr>
        <p:txBody>
          <a:bodyPr anchor="t"/>
          <a:lstStyle>
            <a:lvl1pPr algn="l">
              <a:defRPr sz="362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424" y="2635811"/>
            <a:ext cx="7203293" cy="1360371"/>
          </a:xfrm>
        </p:spPr>
        <p:txBody>
          <a:bodyPr anchor="b"/>
          <a:lstStyle>
            <a:lvl1pPr marL="0" indent="0">
              <a:buNone/>
              <a:defRPr sz="1814">
                <a:solidFill>
                  <a:schemeClr val="tx1">
                    <a:tint val="75000"/>
                  </a:schemeClr>
                </a:solidFill>
              </a:defRPr>
            </a:lvl1pPr>
            <a:lvl2pPr marL="414589" indent="0">
              <a:buNone/>
              <a:defRPr sz="1632">
                <a:solidFill>
                  <a:schemeClr val="tx1">
                    <a:tint val="75000"/>
                  </a:schemeClr>
                </a:solidFill>
              </a:defRPr>
            </a:lvl2pPr>
            <a:lvl3pPr marL="829178" indent="0">
              <a:buNone/>
              <a:defRPr sz="1451">
                <a:solidFill>
                  <a:schemeClr val="tx1">
                    <a:tint val="75000"/>
                  </a:schemeClr>
                </a:solidFill>
              </a:defRPr>
            </a:lvl3pPr>
            <a:lvl4pPr marL="1243767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4pPr>
            <a:lvl5pPr marL="1658356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5pPr>
            <a:lvl6pPr marL="2072945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6pPr>
            <a:lvl7pPr marL="2487534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7pPr>
            <a:lvl8pPr marL="2902123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8pPr>
            <a:lvl9pPr marL="3316712" indent="0">
              <a:buNone/>
              <a:defRPr sz="127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723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7852" y="1451063"/>
            <a:ext cx="3742888" cy="4104148"/>
          </a:xfrm>
        </p:spPr>
        <p:txBody>
          <a:bodyPr/>
          <a:lstStyle>
            <a:lvl1pPr>
              <a:defRPr sz="2539"/>
            </a:lvl1pPr>
            <a:lvl2pPr>
              <a:defRPr sz="2176"/>
            </a:lvl2pPr>
            <a:lvl3pPr>
              <a:defRPr sz="1814"/>
            </a:lvl3pPr>
            <a:lvl4pPr>
              <a:defRPr sz="1632"/>
            </a:lvl4pPr>
            <a:lvl5pPr>
              <a:defRPr sz="1632"/>
            </a:lvl5pPr>
            <a:lvl6pPr>
              <a:defRPr sz="1632"/>
            </a:lvl6pPr>
            <a:lvl7pPr>
              <a:defRPr sz="1632"/>
            </a:lvl7pPr>
            <a:lvl8pPr>
              <a:defRPr sz="1632"/>
            </a:lvl8pPr>
            <a:lvl9pPr>
              <a:defRPr sz="163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392042"/>
            <a:ext cx="3744359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723" y="1972179"/>
            <a:ext cx="3744359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4910" y="1392042"/>
            <a:ext cx="3745830" cy="580137"/>
          </a:xfrm>
        </p:spPr>
        <p:txBody>
          <a:bodyPr anchor="b"/>
          <a:lstStyle>
            <a:lvl1pPr marL="0" indent="0">
              <a:buNone/>
              <a:defRPr sz="2176" b="1"/>
            </a:lvl1pPr>
            <a:lvl2pPr marL="414589" indent="0">
              <a:buNone/>
              <a:defRPr sz="1814" b="1"/>
            </a:lvl2pPr>
            <a:lvl3pPr marL="829178" indent="0">
              <a:buNone/>
              <a:defRPr sz="1632" b="1"/>
            </a:lvl3pPr>
            <a:lvl4pPr marL="1243767" indent="0">
              <a:buNone/>
              <a:defRPr sz="1451" b="1"/>
            </a:lvl4pPr>
            <a:lvl5pPr marL="1658356" indent="0">
              <a:buNone/>
              <a:defRPr sz="1451" b="1"/>
            </a:lvl5pPr>
            <a:lvl6pPr marL="2072945" indent="0">
              <a:buNone/>
              <a:defRPr sz="1451" b="1"/>
            </a:lvl6pPr>
            <a:lvl7pPr marL="2487534" indent="0">
              <a:buNone/>
              <a:defRPr sz="1451" b="1"/>
            </a:lvl7pPr>
            <a:lvl8pPr marL="2902123" indent="0">
              <a:buNone/>
              <a:defRPr sz="1451" b="1"/>
            </a:lvl8pPr>
            <a:lvl9pPr marL="3316712" indent="0">
              <a:buNone/>
              <a:defRPr sz="145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4910" y="1972179"/>
            <a:ext cx="3745830" cy="3583032"/>
          </a:xfrm>
        </p:spPr>
        <p:txBody>
          <a:bodyPr/>
          <a:lstStyle>
            <a:lvl1pPr>
              <a:defRPr sz="2176"/>
            </a:lvl1pPr>
            <a:lvl2pPr>
              <a:defRPr sz="1814"/>
            </a:lvl2pPr>
            <a:lvl3pPr>
              <a:defRPr sz="1632"/>
            </a:lvl3pPr>
            <a:lvl4pPr>
              <a:defRPr sz="1451"/>
            </a:lvl4pPr>
            <a:lvl5pPr>
              <a:defRPr sz="1451"/>
            </a:lvl5pPr>
            <a:lvl6pPr>
              <a:defRPr sz="1451"/>
            </a:lvl6pPr>
            <a:lvl7pPr>
              <a:defRPr sz="1451"/>
            </a:lvl7pPr>
            <a:lvl8pPr>
              <a:defRPr sz="1451"/>
            </a:lvl8pPr>
            <a:lvl9pPr>
              <a:defRPr sz="145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724" y="247602"/>
            <a:ext cx="2788040" cy="1053748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3280" y="247602"/>
            <a:ext cx="4737460" cy="5307609"/>
          </a:xfrm>
        </p:spPr>
        <p:txBody>
          <a:bodyPr/>
          <a:lstStyle>
            <a:lvl1pPr>
              <a:defRPr sz="2902"/>
            </a:lvl1pPr>
            <a:lvl2pPr>
              <a:defRPr sz="2539"/>
            </a:lvl2pPr>
            <a:lvl3pPr>
              <a:defRPr sz="2176"/>
            </a:lvl3pPr>
            <a:lvl4pPr>
              <a:defRPr sz="1814"/>
            </a:lvl4pPr>
            <a:lvl5pPr>
              <a:defRPr sz="1814"/>
            </a:lvl5pPr>
            <a:lvl6pPr>
              <a:defRPr sz="1814"/>
            </a:lvl6pPr>
            <a:lvl7pPr>
              <a:defRPr sz="1814"/>
            </a:lvl7pPr>
            <a:lvl8pPr>
              <a:defRPr sz="1814"/>
            </a:lvl8pPr>
            <a:lvl9pPr>
              <a:defRPr sz="181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724" y="1301350"/>
            <a:ext cx="2788040" cy="4253861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1054" y="4353189"/>
            <a:ext cx="5084678" cy="513919"/>
          </a:xfrm>
        </p:spPr>
        <p:txBody>
          <a:bodyPr anchor="b"/>
          <a:lstStyle>
            <a:lvl1pPr algn="l">
              <a:defRPr sz="181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1054" y="555665"/>
            <a:ext cx="5084678" cy="3731305"/>
          </a:xfrm>
        </p:spPr>
        <p:txBody>
          <a:bodyPr/>
          <a:lstStyle>
            <a:lvl1pPr marL="0" indent="0">
              <a:buNone/>
              <a:defRPr sz="2902"/>
            </a:lvl1pPr>
            <a:lvl2pPr marL="414589" indent="0">
              <a:buNone/>
              <a:defRPr sz="2539"/>
            </a:lvl2pPr>
            <a:lvl3pPr marL="829178" indent="0">
              <a:buNone/>
              <a:defRPr sz="2176"/>
            </a:lvl3pPr>
            <a:lvl4pPr marL="1243767" indent="0">
              <a:buNone/>
              <a:defRPr sz="1814"/>
            </a:lvl4pPr>
            <a:lvl5pPr marL="1658356" indent="0">
              <a:buNone/>
              <a:defRPr sz="1814"/>
            </a:lvl5pPr>
            <a:lvl6pPr marL="2072945" indent="0">
              <a:buNone/>
              <a:defRPr sz="1814"/>
            </a:lvl6pPr>
            <a:lvl7pPr marL="2487534" indent="0">
              <a:buNone/>
              <a:defRPr sz="1814"/>
            </a:lvl7pPr>
            <a:lvl8pPr marL="2902123" indent="0">
              <a:buNone/>
              <a:defRPr sz="1814"/>
            </a:lvl8pPr>
            <a:lvl9pPr marL="3316712" indent="0">
              <a:buNone/>
              <a:defRPr sz="181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1054" y="4867107"/>
            <a:ext cx="5084678" cy="729850"/>
          </a:xfrm>
        </p:spPr>
        <p:txBody>
          <a:bodyPr/>
          <a:lstStyle>
            <a:lvl1pPr marL="0" indent="0">
              <a:buNone/>
              <a:defRPr sz="1270"/>
            </a:lvl1pPr>
            <a:lvl2pPr marL="414589" indent="0">
              <a:buNone/>
              <a:defRPr sz="1088"/>
            </a:lvl2pPr>
            <a:lvl3pPr marL="829178" indent="0">
              <a:buNone/>
              <a:defRPr sz="907"/>
            </a:lvl3pPr>
            <a:lvl4pPr marL="1243767" indent="0">
              <a:buNone/>
              <a:defRPr sz="816"/>
            </a:lvl4pPr>
            <a:lvl5pPr marL="1658356" indent="0">
              <a:buNone/>
              <a:defRPr sz="816"/>
            </a:lvl5pPr>
            <a:lvl6pPr marL="2072945" indent="0">
              <a:buNone/>
              <a:defRPr sz="816"/>
            </a:lvl6pPr>
            <a:lvl7pPr marL="2487534" indent="0">
              <a:buNone/>
              <a:defRPr sz="816"/>
            </a:lvl7pPr>
            <a:lvl8pPr marL="2902123" indent="0">
              <a:buNone/>
              <a:defRPr sz="816"/>
            </a:lvl8pPr>
            <a:lvl9pPr marL="3316712" indent="0">
              <a:buNone/>
              <a:defRPr sz="816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3986" y="249042"/>
            <a:ext cx="1906754" cy="53061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723" y="249042"/>
            <a:ext cx="5579021" cy="53061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723" y="249042"/>
            <a:ext cx="7627016" cy="10364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723" y="1451063"/>
            <a:ext cx="7627016" cy="41041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723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5441" y="5763945"/>
            <a:ext cx="2683580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3365" y="5763945"/>
            <a:ext cx="1977375" cy="331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4589" rtl="0" eaLnBrk="1" latinLnBrk="0" hangingPunct="1">
        <a:spcBef>
          <a:spcPct val="0"/>
        </a:spcBef>
        <a:buNone/>
        <a:defRPr sz="3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0942" indent="-310942" algn="l" defTabSz="414589" rtl="0" eaLnBrk="1" latinLnBrk="0" hangingPunct="1">
        <a:spcBef>
          <a:spcPct val="20000"/>
        </a:spcBef>
        <a:buFont typeface="Arial"/>
        <a:buChar char="•"/>
        <a:defRPr sz="2902" kern="1200">
          <a:solidFill>
            <a:schemeClr val="tx1"/>
          </a:solidFill>
          <a:latin typeface="+mn-lt"/>
          <a:ea typeface="+mn-ea"/>
          <a:cs typeface="+mn-cs"/>
        </a:defRPr>
      </a:lvl1pPr>
      <a:lvl2pPr marL="673707" indent="-259118" algn="l" defTabSz="414589" rtl="0" eaLnBrk="1" latinLnBrk="0" hangingPunct="1">
        <a:spcBef>
          <a:spcPct val="20000"/>
        </a:spcBef>
        <a:buFont typeface="Arial"/>
        <a:buChar char="–"/>
        <a:defRPr sz="2539" kern="1200">
          <a:solidFill>
            <a:schemeClr val="tx1"/>
          </a:solidFill>
          <a:latin typeface="+mn-lt"/>
          <a:ea typeface="+mn-ea"/>
          <a:cs typeface="+mn-cs"/>
        </a:defRPr>
      </a:lvl2pPr>
      <a:lvl3pPr marL="1036472" indent="-207294" algn="l" defTabSz="414589" rtl="0" eaLnBrk="1" latinLnBrk="0" hangingPunct="1">
        <a:spcBef>
          <a:spcPct val="20000"/>
        </a:spcBef>
        <a:buFont typeface="Arial"/>
        <a:buChar char="•"/>
        <a:defRPr sz="2176" kern="1200">
          <a:solidFill>
            <a:schemeClr val="tx1"/>
          </a:solidFill>
          <a:latin typeface="+mn-lt"/>
          <a:ea typeface="+mn-ea"/>
          <a:cs typeface="+mn-cs"/>
        </a:defRPr>
      </a:lvl3pPr>
      <a:lvl4pPr marL="1451061" indent="-207294" algn="l" defTabSz="414589" rtl="0" eaLnBrk="1" latinLnBrk="0" hangingPunct="1">
        <a:spcBef>
          <a:spcPct val="20000"/>
        </a:spcBef>
        <a:buFont typeface="Arial"/>
        <a:buChar char="–"/>
        <a:defRPr sz="1814" kern="1200">
          <a:solidFill>
            <a:schemeClr val="tx1"/>
          </a:solidFill>
          <a:latin typeface="+mn-lt"/>
          <a:ea typeface="+mn-ea"/>
          <a:cs typeface="+mn-cs"/>
        </a:defRPr>
      </a:lvl4pPr>
      <a:lvl5pPr marL="1865650" indent="-207294" algn="l" defTabSz="414589" rtl="0" eaLnBrk="1" latinLnBrk="0" hangingPunct="1">
        <a:spcBef>
          <a:spcPct val="20000"/>
        </a:spcBef>
        <a:buFont typeface="Arial"/>
        <a:buChar char="»"/>
        <a:defRPr sz="1814" kern="1200">
          <a:solidFill>
            <a:schemeClr val="tx1"/>
          </a:solidFill>
          <a:latin typeface="+mn-lt"/>
          <a:ea typeface="+mn-ea"/>
          <a:cs typeface="+mn-cs"/>
        </a:defRPr>
      </a:lvl5pPr>
      <a:lvl6pPr marL="2280239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6pPr>
      <a:lvl7pPr marL="2694828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7pPr>
      <a:lvl8pPr marL="3109417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8pPr>
      <a:lvl9pPr marL="3524006" indent="-207294" algn="l" defTabSz="414589" rtl="0" eaLnBrk="1" latinLnBrk="0" hangingPunct="1">
        <a:spcBef>
          <a:spcPct val="20000"/>
        </a:spcBef>
        <a:buFont typeface="Arial"/>
        <a:buChar char="•"/>
        <a:defRPr sz="18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1pPr>
      <a:lvl2pPr marL="414589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2pPr>
      <a:lvl3pPr marL="829178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3pPr>
      <a:lvl4pPr marL="1243767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4pPr>
      <a:lvl5pPr marL="1658356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5pPr>
      <a:lvl6pPr marL="2072945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6pPr>
      <a:lvl7pPr marL="2487534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7pPr>
      <a:lvl8pPr marL="2902123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8pPr>
      <a:lvl9pPr marL="3316712" algn="l" defTabSz="414589" rtl="0" eaLnBrk="1" latinLnBrk="0" hangingPunct="1">
        <a:defRPr sz="163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 22" descr="Une image contenant balle de tennis, équipement sportif, balle, Sport de raquette&#10;&#10;Description générée automatiquement">
            <a:extLst>
              <a:ext uri="{FF2B5EF4-FFF2-40B4-BE49-F238E27FC236}">
                <a16:creationId xmlns:a16="http://schemas.microsoft.com/office/drawing/2014/main" id="{3BE362C0-ECF4-1B42-98AF-438577F0B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25597" y="-40878"/>
            <a:ext cx="10531222" cy="6996771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4272530-0649-BD4A-A7D8-7C7792BB1E94}"/>
              </a:ext>
            </a:extLst>
          </p:cNvPr>
          <p:cNvSpPr txBox="1"/>
          <p:nvPr/>
        </p:nvSpPr>
        <p:spPr>
          <a:xfrm>
            <a:off x="2713126" y="380761"/>
            <a:ext cx="43920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200" dirty="0">
                <a:solidFill>
                  <a:schemeClr val="bg1"/>
                </a:solidFill>
                <a:latin typeface="TSL Sans" pitchFamily="2" charset="0"/>
                <a:cs typeface="Oriya MN" pitchFamily="2" charset="0"/>
              </a:rPr>
              <a:t>{{LOGO}}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1F7DDA2-92C3-2944-8F86-E62910EEBB20}"/>
              </a:ext>
            </a:extLst>
          </p:cNvPr>
          <p:cNvSpPr txBox="1"/>
          <p:nvPr/>
        </p:nvSpPr>
        <p:spPr>
          <a:xfrm>
            <a:off x="-425597" y="1566952"/>
            <a:ext cx="105312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03695CD-FDE4-F54B-8134-D0767A33B0A3}"/>
              </a:ext>
            </a:extLst>
          </p:cNvPr>
          <p:cNvSpPr txBox="1"/>
          <p:nvPr/>
        </p:nvSpPr>
        <p:spPr>
          <a:xfrm>
            <a:off x="1994338" y="5382572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{{NB_EQUIPES}}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D96DA86-9D71-1041-90D1-D256C10146A0}"/>
              </a:ext>
            </a:extLst>
          </p:cNvPr>
          <p:cNvSpPr txBox="1"/>
          <p:nvPr/>
        </p:nvSpPr>
        <p:spPr>
          <a:xfrm>
            <a:off x="1994338" y="4262590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84406B9-1400-604D-BCAD-81F49575497D}"/>
              </a:ext>
            </a:extLst>
          </p:cNvPr>
          <p:cNvSpPr txBox="1"/>
          <p:nvPr/>
        </p:nvSpPr>
        <p:spPr>
          <a:xfrm>
            <a:off x="1994338" y="4823648"/>
            <a:ext cx="59173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0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{{HEURE}}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7C78276-0247-DB4D-9282-A024FA8B012B}"/>
              </a:ext>
            </a:extLst>
          </p:cNvPr>
          <p:cNvSpPr txBox="1"/>
          <p:nvPr/>
        </p:nvSpPr>
        <p:spPr>
          <a:xfrm>
            <a:off x="1994338" y="5941496"/>
            <a:ext cx="59173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{{NB_TERRAINS}}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881E999-4164-2341-B126-C373A19A0BB7}"/>
              </a:ext>
            </a:extLst>
          </p:cNvPr>
          <p:cNvCxnSpPr>
            <a:cxnSpLocks/>
          </p:cNvCxnSpPr>
          <p:nvPr/>
        </p:nvCxnSpPr>
        <p:spPr>
          <a:xfrm>
            <a:off x="2296385" y="3132362"/>
            <a:ext cx="5087257" cy="0"/>
          </a:xfrm>
          <a:prstGeom prst="line">
            <a:avLst/>
          </a:prstGeom>
          <a:ln w="25400">
            <a:solidFill>
              <a:srgbClr val="FFFF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ZoneTexte 23">
            <a:extLst>
              <a:ext uri="{FF2B5EF4-FFF2-40B4-BE49-F238E27FC236}">
                <a16:creationId xmlns:a16="http://schemas.microsoft.com/office/drawing/2014/main" id="{7835A0D9-906F-A949-B733-2DC87687B07B}"/>
              </a:ext>
            </a:extLst>
          </p:cNvPr>
          <p:cNvSpPr txBox="1"/>
          <p:nvPr/>
        </p:nvSpPr>
        <p:spPr>
          <a:xfrm>
            <a:off x="1881352" y="6688774"/>
            <a:ext cx="59173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padel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tournament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fr-FR" sz="800" dirty="0" err="1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engine</a:t>
            </a:r>
            <a:r>
              <a:rPr lang="fr-FR" sz="800" dirty="0">
                <a:solidFill>
                  <a:srgbClr val="FFFF00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endParaRPr lang="fr-FR" sz="1100" dirty="0">
              <a:solidFill>
                <a:srgbClr val="FFFF00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406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au 154">
            <a:extLst>
              <a:ext uri="{FF2B5EF4-FFF2-40B4-BE49-F238E27FC236}">
                <a16:creationId xmlns:a16="http://schemas.microsoft.com/office/drawing/2014/main" id="{3A20A996-66AA-8749-88BD-781F6E97301F}"/>
              </a:ext>
            </a:extLst>
          </p:cNvPr>
          <p:cNvGraphicFramePr>
            <a:graphicFrameLocks noGrp="1"/>
          </p:cNvGraphicFramePr>
          <p:nvPr/>
        </p:nvGraphicFramePr>
        <p:xfrm>
          <a:off x="176286" y="829887"/>
          <a:ext cx="955342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2238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  <a:gridCol w="1592238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218956"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1000" b="1" kern="1200" dirty="0">
                          <a:solidFill>
                            <a:schemeClr val="bg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JOUEUR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 J2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POIDS PAIRE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b="1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07789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Nom 1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1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Nom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Classement 2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414589" rtl="0" eaLnBrk="1" latinLnBrk="0" hangingPunct="1"/>
                      <a:r>
                        <a:rPr lang="fr-FR" sz="8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Poids </a:t>
                      </a:r>
                      <a:endParaRPr lang="fr-FR" sz="8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TS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{{PARTICIPANTS}}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E27EE6-87C4-AC41-AB5B-32129656A246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132464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9DBD643-5383-5F44-9332-8644C60D028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286BFF8-DA1B-E348-AFB8-72B601C483D1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CONVOCATIONS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802D377-BDD0-2A45-9AE0-EB06B39645C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B0E52639-28D7-4044-84E1-59AE67014A4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graphicFrame>
        <p:nvGraphicFramePr>
          <p:cNvPr id="14" name="Tableau 154">
            <a:extLst>
              <a:ext uri="{FF2B5EF4-FFF2-40B4-BE49-F238E27FC236}">
                <a16:creationId xmlns:a16="http://schemas.microsoft.com/office/drawing/2014/main" id="{9AAB0331-425B-D24A-9A42-AFE074634216}"/>
              </a:ext>
            </a:extLst>
          </p:cNvPr>
          <p:cNvGraphicFramePr>
            <a:graphicFrameLocks noGrp="1"/>
          </p:cNvGraphicFramePr>
          <p:nvPr/>
        </p:nvGraphicFramePr>
        <p:xfrm>
          <a:off x="1203866" y="895642"/>
          <a:ext cx="7498268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1303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996965">
                  <a:extLst>
                    <a:ext uri="{9D8B030D-6E8A-4147-A177-3AD203B41FA5}">
                      <a16:colId xmlns:a16="http://schemas.microsoft.com/office/drawing/2014/main" val="1563407005"/>
                    </a:ext>
                  </a:extLst>
                </a:gridCol>
              </a:tblGrid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184038"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{{CONV_NOMS}}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>
                          <a:latin typeface="TSL Sans" pitchFamily="2" charset="0"/>
                        </a:rPr>
                        <a:t>{{CONV_HORAIRE}}</a:t>
                      </a:r>
                      <a:endParaRPr lang="fr-FR" sz="8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</a:tbl>
          </a:graphicData>
        </a:graphic>
      </p:graphicFrame>
      <p:sp>
        <p:nvSpPr>
          <p:cNvPr id="16" name="ZoneTexte 15">
            <a:extLst>
              <a:ext uri="{FF2B5EF4-FFF2-40B4-BE49-F238E27FC236}">
                <a16:creationId xmlns:a16="http://schemas.microsoft.com/office/drawing/2014/main" id="{69E3F15C-97CA-9E4B-8D41-8DBFC01A744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071507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" name="Tableau 154">
            <a:extLst>
              <a:ext uri="{FF2B5EF4-FFF2-40B4-BE49-F238E27FC236}">
                <a16:creationId xmlns:a16="http://schemas.microsoft.com/office/drawing/2014/main" id="{FC7C3D93-D15A-3B46-B06A-CFFD9525C62C}"/>
              </a:ext>
            </a:extLst>
          </p:cNvPr>
          <p:cNvGraphicFramePr>
            <a:graphicFrameLocks noGrp="1"/>
          </p:cNvGraphicFramePr>
          <p:nvPr/>
        </p:nvGraphicFramePr>
        <p:xfrm>
          <a:off x="4952999" y="2720482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B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{{POULE_B_4_EQ}}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33" name="Tableau 154">
            <a:extLst>
              <a:ext uri="{FF2B5EF4-FFF2-40B4-BE49-F238E27FC236}">
                <a16:creationId xmlns:a16="http://schemas.microsoft.com/office/drawing/2014/main" id="{D3CD5AB4-4D33-4840-9703-1A5884C7303C}"/>
              </a:ext>
            </a:extLst>
          </p:cNvPr>
          <p:cNvGraphicFramePr>
            <a:graphicFrameLocks noGrp="1"/>
          </p:cNvGraphicFramePr>
          <p:nvPr/>
        </p:nvGraphicFramePr>
        <p:xfrm>
          <a:off x="1183112" y="2720482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A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41" name="Tableau 154">
            <a:extLst>
              <a:ext uri="{FF2B5EF4-FFF2-40B4-BE49-F238E27FC236}">
                <a16:creationId xmlns:a16="http://schemas.microsoft.com/office/drawing/2014/main" id="{E832A536-4E5B-D841-9BA4-5CE07D56561D}"/>
              </a:ext>
            </a:extLst>
          </p:cNvPr>
          <p:cNvGraphicFramePr>
            <a:graphicFrameLocks noGrp="1"/>
          </p:cNvGraphicFramePr>
          <p:nvPr/>
        </p:nvGraphicFramePr>
        <p:xfrm>
          <a:off x="4964252" y="4514525"/>
          <a:ext cx="3648515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8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D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graphicFrame>
        <p:nvGraphicFramePr>
          <p:cNvPr id="42" name="Tableau 154">
            <a:extLst>
              <a:ext uri="{FF2B5EF4-FFF2-40B4-BE49-F238E27FC236}">
                <a16:creationId xmlns:a16="http://schemas.microsoft.com/office/drawing/2014/main" id="{2E0B1337-C9CC-E24A-92BA-F637ED9F790D}"/>
              </a:ext>
            </a:extLst>
          </p:cNvPr>
          <p:cNvGraphicFramePr>
            <a:graphicFrameLocks noGrp="1"/>
          </p:cNvGraphicFramePr>
          <p:nvPr/>
        </p:nvGraphicFramePr>
        <p:xfrm>
          <a:off x="1183111" y="4514523"/>
          <a:ext cx="3648515" cy="1713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4851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</a:tblGrid>
              <a:tr h="35104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POULE C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340724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7B8CE1D3-5C06-2340-9DA0-5DCEFE1BB5D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19B7F7D-FEF5-7449-B713-CD39C962DB3F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POULES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C16794A-E883-8E44-B19F-8498F90B303D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4D35865-32BF-ED42-999D-580271FAF338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A8FB36E-6047-FE44-8083-48F0DAF080A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8A405E26-416A-5841-8D82-9AD59FDFC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696936"/>
              </p:ext>
            </p:extLst>
          </p:nvPr>
        </p:nvGraphicFramePr>
        <p:xfrm>
          <a:off x="1183111" y="926439"/>
          <a:ext cx="7418404" cy="1713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9202">
                  <a:extLst>
                    <a:ext uri="{9D8B030D-6E8A-4147-A177-3AD203B41FA5}">
                      <a16:colId xmlns:a16="http://schemas.microsoft.com/office/drawing/2014/main" val="679590290"/>
                    </a:ext>
                  </a:extLst>
                </a:gridCol>
                <a:gridCol w="3709202">
                  <a:extLst>
                    <a:ext uri="{9D8B030D-6E8A-4147-A177-3AD203B41FA5}">
                      <a16:colId xmlns:a16="http://schemas.microsoft.com/office/drawing/2014/main" val="1283114295"/>
                    </a:ext>
                  </a:extLst>
                </a:gridCol>
              </a:tblGrid>
              <a:tr h="351048">
                <a:tc gridSpan="2">
                  <a:txBody>
                    <a:bodyPr/>
                    <a:lstStyle/>
                    <a:p>
                      <a:pPr algn="ctr"/>
                      <a:r>
                        <a:rPr lang="fr-FR" sz="14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ÉQUIPES EXEMPTÉES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sz="14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363726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{{EXEMPT_5_EQ}}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3299425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{{EXEMPT_6_EQ}}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9447677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{{EXEMPT_7_EQ}}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4407163"/>
                  </a:ext>
                </a:extLst>
              </a:tr>
              <a:tr h="340723"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{{EXEMPT_8_EQ}}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5813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0187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4D86E969-1638-CE41-92EB-A1B18910ED33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2D69CAA2-9594-364A-9937-2C7CF498FB49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3294A423-2E19-3D4C-B831-5DF151F80A11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149A39DD-9723-7544-AA40-D5C4D051748C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69454CC2-9D63-014E-9CE9-C258AB8EC22E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7895E4D7-7894-2440-89E1-9C22B66C7465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{{PA_M1_TERRAIN}}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{{PA_M1_HEURE}}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{{PA_M2_CODE}}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{{PA_M2_HEURE}}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{{PA_M3_CODE}}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{{PA_M3_HEURE}}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{{PA_M4_CODE}}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{{PA_M4_HEURE}}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{{PA_M5_CODE}}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{{PA_M5_HEURE}}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{{PA_M6_CODE}}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{{PA_M6_HEURE}}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{{POULE_A_4_EQ}}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987874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{{POULE_A_4_EQ}}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856DF613-D889-D745-AAF5-2D9DE1C611C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91B86B0A-F860-B444-9F06-A84595401109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A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2ACB8B7D-BF08-5141-854D-15C94D591638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A4A646C-A965-274E-BECE-707FF1F51DC7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13A16C87-D6D2-6C46-A745-38E4F2F3D37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18207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40DCC79F-C718-3045-B953-EF631919CC6F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EE25AB87-A129-BB42-A831-B40EBC26ECE5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780E29EE-20BD-E547-92E1-A356CEE1D2A0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166BDE1C-8935-D146-AC5D-20DB8374E044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3D78BDFF-7166-6144-917C-F5D6697DAD53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CCFE559D-A7ED-5C4E-931A-36E9582F531F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{{PB_M4_CODE}}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{{PB_M2_CODE}}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{{PB_M3_CODE}}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{{PB_M6_HEURE}}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{{PB_M1_TERRAIN}}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{{POULE_B_4_EQ}}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4400313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{{POULE_B_4_EQ}}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CD08BCAD-450E-9742-93C3-1A2B685B3E51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01C27448-1B7A-E845-9EA6-8FDA238C3DB2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B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C4F7DAD7-DD8F-9346-8888-4AA1049AE60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740FEED5-F67D-E545-AD6F-9590ACAC37C9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CEDB5CE9-6FC8-3341-8094-AC86CDCD9D35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331617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AD142AC9-AC68-8A46-863E-F7EC8F0EE5BB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A91694B3-184F-EA4B-801A-0E80EDB08D1B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5A3B776A-31FF-B946-9FD4-BF6E48C9FA5D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CF2CCE46-4EC8-0D4E-9185-573F3D4A93EE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27BB03F2-5922-2047-BEEF-F6C8CD14EA4E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E1334237-4609-1541-A297-FAFC010E16B9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{{PC_M4_CODE}}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{{PC_M3_CODE}}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{{PC_M2_CODE}}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{{PC_M6_HEURE}}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{{PC_M1_TERRAIN}}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{{POULE_C_4_EQ}}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879498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{{POULE_C_4_EQ}}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B88BA659-7F9D-C049-90D7-0F0A866BE0B6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A0E81C57-4D5F-FF48-8896-226FDCEA3230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C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10E6A30D-005D-3A46-AFDC-C557BD1C56D3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59E695E9-396A-3649-8D8F-77FC3002E2A4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34832D52-B2D4-AA41-BA8A-6CF434C6822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4126455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2">
            <a:extLst>
              <a:ext uri="{FF2B5EF4-FFF2-40B4-BE49-F238E27FC236}">
                <a16:creationId xmlns:a16="http://schemas.microsoft.com/office/drawing/2014/main" id="{002AA61B-FD29-B442-A2C2-C5D4E7F63E17}"/>
              </a:ext>
            </a:extLst>
          </p:cNvPr>
          <p:cNvSpPr/>
          <p:nvPr/>
        </p:nvSpPr>
        <p:spPr>
          <a:xfrm>
            <a:off x="3565902" y="274115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6" name="Rounded Rectangle 2">
            <a:extLst>
              <a:ext uri="{FF2B5EF4-FFF2-40B4-BE49-F238E27FC236}">
                <a16:creationId xmlns:a16="http://schemas.microsoft.com/office/drawing/2014/main" id="{77792EE0-47B5-5843-91B0-8431EEBCF199}"/>
              </a:ext>
            </a:extLst>
          </p:cNvPr>
          <p:cNvSpPr/>
          <p:nvPr/>
        </p:nvSpPr>
        <p:spPr>
          <a:xfrm>
            <a:off x="617354" y="2728482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7" name="Rounded Rectangle 2">
            <a:extLst>
              <a:ext uri="{FF2B5EF4-FFF2-40B4-BE49-F238E27FC236}">
                <a16:creationId xmlns:a16="http://schemas.microsoft.com/office/drawing/2014/main" id="{F22F789A-66FE-F04F-9376-F2E6E8CD0463}"/>
              </a:ext>
            </a:extLst>
          </p:cNvPr>
          <p:cNvSpPr/>
          <p:nvPr/>
        </p:nvSpPr>
        <p:spPr>
          <a:xfrm>
            <a:off x="603077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Rounded Rectangle 2">
            <a:extLst>
              <a:ext uri="{FF2B5EF4-FFF2-40B4-BE49-F238E27FC236}">
                <a16:creationId xmlns:a16="http://schemas.microsoft.com/office/drawing/2014/main" id="{AFDB4ACD-C780-7D47-A2FC-6AE80D6F7E94}"/>
              </a:ext>
            </a:extLst>
          </p:cNvPr>
          <p:cNvSpPr/>
          <p:nvPr/>
        </p:nvSpPr>
        <p:spPr>
          <a:xfrm>
            <a:off x="3568809" y="11905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Rounded Rectangle 2">
            <a:extLst>
              <a:ext uri="{FF2B5EF4-FFF2-40B4-BE49-F238E27FC236}">
                <a16:creationId xmlns:a16="http://schemas.microsoft.com/office/drawing/2014/main" id="{5396C838-B032-6C4F-AA58-746608C7DDA2}"/>
              </a:ext>
            </a:extLst>
          </p:cNvPr>
          <p:cNvSpPr/>
          <p:nvPr/>
        </p:nvSpPr>
        <p:spPr>
          <a:xfrm>
            <a:off x="6527557" y="1191400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Rounded Rectangle 2">
            <a:extLst>
              <a:ext uri="{FF2B5EF4-FFF2-40B4-BE49-F238E27FC236}">
                <a16:creationId xmlns:a16="http://schemas.microsoft.com/office/drawing/2014/main" id="{CD9FE340-429F-7E44-A3B1-BE4FA5C14302}"/>
              </a:ext>
            </a:extLst>
          </p:cNvPr>
          <p:cNvSpPr/>
          <p:nvPr/>
        </p:nvSpPr>
        <p:spPr>
          <a:xfrm>
            <a:off x="6524829" y="272877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370BB671-2507-784D-B767-1712C68C6094}"/>
              </a:ext>
            </a:extLst>
          </p:cNvPr>
          <p:cNvSpPr txBox="1"/>
          <p:nvPr/>
        </p:nvSpPr>
        <p:spPr>
          <a:xfrm>
            <a:off x="6533291" y="2741514"/>
            <a:ext cx="13598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{{PD_M6_CODE}}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6E0293E8-2BBF-2D4D-A8BC-9F49DD1204AB}"/>
              </a:ext>
            </a:extLst>
          </p:cNvPr>
          <p:cNvSpPr txBox="1"/>
          <p:nvPr/>
        </p:nvSpPr>
        <p:spPr>
          <a:xfrm>
            <a:off x="6533291" y="1204628"/>
            <a:ext cx="12974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{{PD_M5_CODE}}</a:t>
            </a:r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83280CF4-5974-D446-A6A8-8EEBCF0F0D3D}"/>
              </a:ext>
            </a:extLst>
          </p:cNvPr>
          <p:cNvSpPr txBox="1"/>
          <p:nvPr/>
        </p:nvSpPr>
        <p:spPr>
          <a:xfrm>
            <a:off x="3575614" y="2757161"/>
            <a:ext cx="13058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{{PD_M4_CODE}}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2DB7A4FD-B99A-A943-82C4-DD1185026293}"/>
              </a:ext>
            </a:extLst>
          </p:cNvPr>
          <p:cNvSpPr txBox="1"/>
          <p:nvPr/>
        </p:nvSpPr>
        <p:spPr>
          <a:xfrm>
            <a:off x="3575614" y="1204628"/>
            <a:ext cx="13128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{{PD_M3_CODE}}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ECC62A31-9B71-2D46-ADA0-88CEAC60E8C6}"/>
              </a:ext>
            </a:extLst>
          </p:cNvPr>
          <p:cNvSpPr txBox="1"/>
          <p:nvPr/>
        </p:nvSpPr>
        <p:spPr>
          <a:xfrm>
            <a:off x="625815" y="2744948"/>
            <a:ext cx="12893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{{PD_M2_CODE}}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C64A28-B62A-BB45-A3BB-3F6EF5FAB090}"/>
              </a:ext>
            </a:extLst>
          </p:cNvPr>
          <p:cNvSpPr txBox="1"/>
          <p:nvPr/>
        </p:nvSpPr>
        <p:spPr>
          <a:xfrm>
            <a:off x="613374" y="1204628"/>
            <a:ext cx="13017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{{PD_M1_CODE}}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9AEE0EA8-A99F-5A41-A32F-1FE635256B61}"/>
              </a:ext>
            </a:extLst>
          </p:cNvPr>
          <p:cNvSpPr txBox="1"/>
          <p:nvPr/>
        </p:nvSpPr>
        <p:spPr>
          <a:xfrm>
            <a:off x="1996015" y="1204628"/>
            <a:ext cx="13800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{{PD_M1_HEURE}}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A95A25-554C-054B-A442-676879D47B03}"/>
              </a:ext>
            </a:extLst>
          </p:cNvPr>
          <p:cNvSpPr txBox="1"/>
          <p:nvPr/>
        </p:nvSpPr>
        <p:spPr>
          <a:xfrm>
            <a:off x="1996016" y="2744948"/>
            <a:ext cx="13924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{{PD_M2_HEURE}}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F23D1591-DE57-444A-8C91-C3304E50CC2B}"/>
              </a:ext>
            </a:extLst>
          </p:cNvPr>
          <p:cNvSpPr txBox="1"/>
          <p:nvPr/>
        </p:nvSpPr>
        <p:spPr>
          <a:xfrm>
            <a:off x="4950709" y="1204628"/>
            <a:ext cx="13875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{{PD_M3_HEURE}}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A92AE725-EEFE-5C42-928A-644050212EE4}"/>
              </a:ext>
            </a:extLst>
          </p:cNvPr>
          <p:cNvSpPr txBox="1"/>
          <p:nvPr/>
        </p:nvSpPr>
        <p:spPr>
          <a:xfrm>
            <a:off x="4950709" y="2757161"/>
            <a:ext cx="13875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39D77668-E9D9-984A-850F-CCAAA7828FD8}"/>
              </a:ext>
            </a:extLst>
          </p:cNvPr>
          <p:cNvSpPr txBox="1"/>
          <p:nvPr/>
        </p:nvSpPr>
        <p:spPr>
          <a:xfrm>
            <a:off x="7838635" y="1204628"/>
            <a:ext cx="14573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{{PD_M5_HEURE}}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EEACAE2-A82C-EE4B-BAB2-D9081098DB83}"/>
              </a:ext>
            </a:extLst>
          </p:cNvPr>
          <p:cNvSpPr txBox="1"/>
          <p:nvPr/>
        </p:nvSpPr>
        <p:spPr>
          <a:xfrm>
            <a:off x="7838635" y="2741514"/>
            <a:ext cx="14573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{{PD_M6_HEURE}}</a:t>
            </a: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A653BCD9-F43C-6147-89B4-6748C84F21C8}"/>
              </a:ext>
            </a:extLst>
          </p:cNvPr>
          <p:cNvSpPr txBox="1"/>
          <p:nvPr/>
        </p:nvSpPr>
        <p:spPr>
          <a:xfrm>
            <a:off x="6520850" y="2741514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A1DF0712-15BB-C143-8B32-B814252D30D5}"/>
              </a:ext>
            </a:extLst>
          </p:cNvPr>
          <p:cNvSpPr txBox="1"/>
          <p:nvPr/>
        </p:nvSpPr>
        <p:spPr>
          <a:xfrm>
            <a:off x="6520850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{{PD_M5_TERRAIN}}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B8C0532A-7B80-3941-ABB8-B2C17DD01FF0}"/>
              </a:ext>
            </a:extLst>
          </p:cNvPr>
          <p:cNvSpPr txBox="1"/>
          <p:nvPr/>
        </p:nvSpPr>
        <p:spPr>
          <a:xfrm>
            <a:off x="3563174" y="2757161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{{PD_M4_TERRAIN}}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6758797-F6EA-CA45-931A-8230C7AFC9B4}"/>
              </a:ext>
            </a:extLst>
          </p:cNvPr>
          <p:cNvSpPr txBox="1"/>
          <p:nvPr/>
        </p:nvSpPr>
        <p:spPr>
          <a:xfrm>
            <a:off x="356317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{{PD_M3_TERRAIN}}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E1B42721-C923-2641-BA78-999929492964}"/>
              </a:ext>
            </a:extLst>
          </p:cNvPr>
          <p:cNvSpPr txBox="1"/>
          <p:nvPr/>
        </p:nvSpPr>
        <p:spPr>
          <a:xfrm>
            <a:off x="613375" y="274494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8472328-417A-4747-B9A8-895E06F00EA2}"/>
              </a:ext>
            </a:extLst>
          </p:cNvPr>
          <p:cNvSpPr txBox="1"/>
          <p:nvPr/>
        </p:nvSpPr>
        <p:spPr>
          <a:xfrm>
            <a:off x="600934" y="1204628"/>
            <a:ext cx="27796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{{PD_M1_TERRAIN}}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40B3778-AA08-0143-86D8-E42344DBC697}"/>
              </a:ext>
            </a:extLst>
          </p:cNvPr>
          <p:cNvSpPr txBox="1"/>
          <p:nvPr/>
        </p:nvSpPr>
        <p:spPr>
          <a:xfrm>
            <a:off x="175103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2649F6E-3F53-7E40-BEE0-36099D7B4D34}"/>
              </a:ext>
            </a:extLst>
          </p:cNvPr>
          <p:cNvSpPr txBox="1"/>
          <p:nvPr/>
        </p:nvSpPr>
        <p:spPr>
          <a:xfrm>
            <a:off x="166636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76CB05C-7A3D-804E-881D-9CBF4B8D77E6}"/>
              </a:ext>
            </a:extLst>
          </p:cNvPr>
          <p:cNvGrpSpPr/>
          <p:nvPr/>
        </p:nvGrpSpPr>
        <p:grpSpPr>
          <a:xfrm>
            <a:off x="605498" y="1191269"/>
            <a:ext cx="2770524" cy="1354907"/>
            <a:chOff x="336470" y="583726"/>
            <a:chExt cx="2770524" cy="1354907"/>
          </a:xfrm>
        </p:grpSpPr>
        <p:sp>
          <p:nvSpPr>
            <p:cNvPr id="18" name="Rounded Rectangle 2">
              <a:extLst>
                <a:ext uri="{FF2B5EF4-FFF2-40B4-BE49-F238E27FC236}">
                  <a16:creationId xmlns:a16="http://schemas.microsoft.com/office/drawing/2014/main" id="{01AE91BE-F4CD-594F-B331-3E4FE50F5044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8BC618FF-B7F2-5144-99BC-D2973E79002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46EF965E-1BB2-7446-A7EE-B03CA8D97457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ZoneTexte 20">
            <a:extLst>
              <a:ext uri="{FF2B5EF4-FFF2-40B4-BE49-F238E27FC236}">
                <a16:creationId xmlns:a16="http://schemas.microsoft.com/office/drawing/2014/main" id="{1DB95A72-DC02-044B-85C8-C66CA8275358}"/>
              </a:ext>
            </a:extLst>
          </p:cNvPr>
          <p:cNvSpPr txBox="1"/>
          <p:nvPr/>
        </p:nvSpPr>
        <p:spPr>
          <a:xfrm>
            <a:off x="6300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B0CAD5A-07BB-A04C-B314-90153D36FB20}"/>
              </a:ext>
            </a:extLst>
          </p:cNvPr>
          <p:cNvSpPr txBox="1"/>
          <p:nvPr/>
        </p:nvSpPr>
        <p:spPr>
          <a:xfrm>
            <a:off x="6300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A06F6E98-54A4-9D4E-9AA2-093AE61E82F4}"/>
              </a:ext>
            </a:extLst>
          </p:cNvPr>
          <p:cNvCxnSpPr/>
          <p:nvPr/>
        </p:nvCxnSpPr>
        <p:spPr>
          <a:xfrm>
            <a:off x="74493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685D11C7-C6B8-CA4B-A459-8F29401CFA3D}"/>
              </a:ext>
            </a:extLst>
          </p:cNvPr>
          <p:cNvCxnSpPr/>
          <p:nvPr/>
        </p:nvCxnSpPr>
        <p:spPr>
          <a:xfrm>
            <a:off x="74493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5036ECC0-8BD8-E647-B5F4-DE9EADE38113}"/>
              </a:ext>
            </a:extLst>
          </p:cNvPr>
          <p:cNvSpPr txBox="1"/>
          <p:nvPr/>
        </p:nvSpPr>
        <p:spPr>
          <a:xfrm>
            <a:off x="1763475" y="329734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036CC0FC-48F2-B343-83FE-3A28B8F19DA1}"/>
              </a:ext>
            </a:extLst>
          </p:cNvPr>
          <p:cNvSpPr txBox="1"/>
          <p:nvPr/>
        </p:nvSpPr>
        <p:spPr>
          <a:xfrm>
            <a:off x="1678810" y="382426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49B7AEE6-D13D-524A-97C4-2B75203C0A8B}"/>
              </a:ext>
            </a:extLst>
          </p:cNvPr>
          <p:cNvGrpSpPr/>
          <p:nvPr/>
        </p:nvGrpSpPr>
        <p:grpSpPr>
          <a:xfrm>
            <a:off x="617939" y="2731589"/>
            <a:ext cx="2770524" cy="1354907"/>
            <a:chOff x="336470" y="583726"/>
            <a:chExt cx="2770524" cy="1354907"/>
          </a:xfrm>
        </p:grpSpPr>
        <p:sp>
          <p:nvSpPr>
            <p:cNvPr id="31" name="Rounded Rectangle 2">
              <a:extLst>
                <a:ext uri="{FF2B5EF4-FFF2-40B4-BE49-F238E27FC236}">
                  <a16:creationId xmlns:a16="http://schemas.microsoft.com/office/drawing/2014/main" id="{ADB4CAB7-53F0-7C46-8AFC-BBEF27D6F337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2" name="Connecteur droit 31">
              <a:extLst>
                <a:ext uri="{FF2B5EF4-FFF2-40B4-BE49-F238E27FC236}">
                  <a16:creationId xmlns:a16="http://schemas.microsoft.com/office/drawing/2014/main" id="{95F3EACB-2A36-CE4A-9B1F-955DDD0135FA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76C9B3D-1B20-DD40-AA24-FB4BB0B096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ZoneTexte 34">
            <a:extLst>
              <a:ext uri="{FF2B5EF4-FFF2-40B4-BE49-F238E27FC236}">
                <a16:creationId xmlns:a16="http://schemas.microsoft.com/office/drawing/2014/main" id="{434308F8-3BB8-784A-B752-ECB58DE610AF}"/>
              </a:ext>
            </a:extLst>
          </p:cNvPr>
          <p:cNvSpPr txBox="1"/>
          <p:nvPr/>
        </p:nvSpPr>
        <p:spPr>
          <a:xfrm>
            <a:off x="630000" y="308339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539B44F5-83CF-D045-B098-AF9D7011C071}"/>
              </a:ext>
            </a:extLst>
          </p:cNvPr>
          <p:cNvSpPr txBox="1"/>
          <p:nvPr/>
        </p:nvSpPr>
        <p:spPr>
          <a:xfrm>
            <a:off x="630000" y="350702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2BD1AD3-7511-1F46-8762-4E55AFFF5BDD}"/>
              </a:ext>
            </a:extLst>
          </p:cNvPr>
          <p:cNvCxnSpPr/>
          <p:nvPr/>
        </p:nvCxnSpPr>
        <p:spPr>
          <a:xfrm>
            <a:off x="757380" y="330519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15A70E6C-79D7-4A4A-9E93-EE80BB7631C2}"/>
              </a:ext>
            </a:extLst>
          </p:cNvPr>
          <p:cNvCxnSpPr/>
          <p:nvPr/>
        </p:nvCxnSpPr>
        <p:spPr>
          <a:xfrm>
            <a:off x="757380" y="373721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842481BB-54A9-834D-A3E8-CD3F0EAC666B}"/>
              </a:ext>
            </a:extLst>
          </p:cNvPr>
          <p:cNvSpPr txBox="1"/>
          <p:nvPr/>
        </p:nvSpPr>
        <p:spPr>
          <a:xfrm>
            <a:off x="4713274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15A87-D0FF-A240-BBDD-6E129D399904}"/>
              </a:ext>
            </a:extLst>
          </p:cNvPr>
          <p:cNvSpPr txBox="1"/>
          <p:nvPr/>
        </p:nvSpPr>
        <p:spPr>
          <a:xfrm>
            <a:off x="4628609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62E7E9B0-A8A3-C844-9D03-0AE47F0C0FBE}"/>
              </a:ext>
            </a:extLst>
          </p:cNvPr>
          <p:cNvGrpSpPr/>
          <p:nvPr/>
        </p:nvGrpSpPr>
        <p:grpSpPr>
          <a:xfrm>
            <a:off x="3567738" y="1191269"/>
            <a:ext cx="2770524" cy="1354907"/>
            <a:chOff x="336470" y="583726"/>
            <a:chExt cx="2770524" cy="1354907"/>
          </a:xfrm>
        </p:grpSpPr>
        <p:sp>
          <p:nvSpPr>
            <p:cNvPr id="48" name="Rounded Rectangle 2">
              <a:extLst>
                <a:ext uri="{FF2B5EF4-FFF2-40B4-BE49-F238E27FC236}">
                  <a16:creationId xmlns:a16="http://schemas.microsoft.com/office/drawing/2014/main" id="{6722E2F9-EF49-F347-A376-04B18C8C6E4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49" name="Connecteur droit 48">
              <a:extLst>
                <a:ext uri="{FF2B5EF4-FFF2-40B4-BE49-F238E27FC236}">
                  <a16:creationId xmlns:a16="http://schemas.microsoft.com/office/drawing/2014/main" id="{B5E97FF9-48F2-1342-8E38-220903BA572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46B6F24B-37E6-2A4F-BF1C-226DCB4472B4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D7D8F991-85F3-4C4D-9F42-B723CE66801F}"/>
              </a:ext>
            </a:extLst>
          </p:cNvPr>
          <p:cNvSpPr txBox="1"/>
          <p:nvPr/>
        </p:nvSpPr>
        <p:spPr>
          <a:xfrm>
            <a:off x="35892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E6390EA2-E809-B04F-9E44-B1B1DE9302A4}"/>
              </a:ext>
            </a:extLst>
          </p:cNvPr>
          <p:cNvSpPr txBox="1"/>
          <p:nvPr/>
        </p:nvSpPr>
        <p:spPr>
          <a:xfrm>
            <a:off x="35892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006359E6-51C8-DB4C-AEA8-FF115C08C703}"/>
              </a:ext>
            </a:extLst>
          </p:cNvPr>
          <p:cNvCxnSpPr/>
          <p:nvPr/>
        </p:nvCxnSpPr>
        <p:spPr>
          <a:xfrm>
            <a:off x="3707179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53">
            <a:extLst>
              <a:ext uri="{FF2B5EF4-FFF2-40B4-BE49-F238E27FC236}">
                <a16:creationId xmlns:a16="http://schemas.microsoft.com/office/drawing/2014/main" id="{914BA920-9CFD-A74F-AFA7-F8E68D769BE2}"/>
              </a:ext>
            </a:extLst>
          </p:cNvPr>
          <p:cNvCxnSpPr/>
          <p:nvPr/>
        </p:nvCxnSpPr>
        <p:spPr>
          <a:xfrm>
            <a:off x="3707179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EF17EAD-D7EE-8648-BD5A-459941F359C3}"/>
              </a:ext>
            </a:extLst>
          </p:cNvPr>
          <p:cNvSpPr txBox="1"/>
          <p:nvPr/>
        </p:nvSpPr>
        <p:spPr>
          <a:xfrm>
            <a:off x="4713274" y="330955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0E8AD211-DDDA-7241-986E-E184A9A6D4BD}"/>
              </a:ext>
            </a:extLst>
          </p:cNvPr>
          <p:cNvSpPr txBox="1"/>
          <p:nvPr/>
        </p:nvSpPr>
        <p:spPr>
          <a:xfrm>
            <a:off x="4628609" y="383647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24F1D3D7-813F-9945-8F78-346CB4A1133E}"/>
              </a:ext>
            </a:extLst>
          </p:cNvPr>
          <p:cNvGrpSpPr/>
          <p:nvPr/>
        </p:nvGrpSpPr>
        <p:grpSpPr>
          <a:xfrm>
            <a:off x="3567738" y="2743802"/>
            <a:ext cx="2770524" cy="1354907"/>
            <a:chOff x="336470" y="583726"/>
            <a:chExt cx="2770524" cy="1354907"/>
          </a:xfrm>
        </p:grpSpPr>
        <p:sp>
          <p:nvSpPr>
            <p:cNvPr id="61" name="Rounded Rectangle 2">
              <a:extLst>
                <a:ext uri="{FF2B5EF4-FFF2-40B4-BE49-F238E27FC236}">
                  <a16:creationId xmlns:a16="http://schemas.microsoft.com/office/drawing/2014/main" id="{6664D816-EBFD-D247-9A6C-58B9F3ECAE8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62" name="Connecteur droit 61">
              <a:extLst>
                <a:ext uri="{FF2B5EF4-FFF2-40B4-BE49-F238E27FC236}">
                  <a16:creationId xmlns:a16="http://schemas.microsoft.com/office/drawing/2014/main" id="{5298B7E7-1567-B848-85FA-D5F3A99E993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62">
              <a:extLst>
                <a:ext uri="{FF2B5EF4-FFF2-40B4-BE49-F238E27FC236}">
                  <a16:creationId xmlns:a16="http://schemas.microsoft.com/office/drawing/2014/main" id="{563009BB-303E-6F43-8D36-7F07C19A459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4" name="ZoneTexte 63">
            <a:extLst>
              <a:ext uri="{FF2B5EF4-FFF2-40B4-BE49-F238E27FC236}">
                <a16:creationId xmlns:a16="http://schemas.microsoft.com/office/drawing/2014/main" id="{1938415F-9D42-5D42-AEE8-449687EBDE47}"/>
              </a:ext>
            </a:extLst>
          </p:cNvPr>
          <p:cNvSpPr txBox="1"/>
          <p:nvPr/>
        </p:nvSpPr>
        <p:spPr>
          <a:xfrm>
            <a:off x="3589200" y="3095608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86CA141B-4D44-D647-8CBA-65AE60268F7C}"/>
              </a:ext>
            </a:extLst>
          </p:cNvPr>
          <p:cNvSpPr txBox="1"/>
          <p:nvPr/>
        </p:nvSpPr>
        <p:spPr>
          <a:xfrm>
            <a:off x="3589200" y="351923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1A7FCAE0-22B6-7A4E-AFA7-AA87E23FADD1}"/>
              </a:ext>
            </a:extLst>
          </p:cNvPr>
          <p:cNvCxnSpPr/>
          <p:nvPr/>
        </p:nvCxnSpPr>
        <p:spPr>
          <a:xfrm>
            <a:off x="3707179" y="331740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612A255A-EC44-894C-88A6-B10A676F5A0B}"/>
              </a:ext>
            </a:extLst>
          </p:cNvPr>
          <p:cNvCxnSpPr/>
          <p:nvPr/>
        </p:nvCxnSpPr>
        <p:spPr>
          <a:xfrm>
            <a:off x="3707179" y="374943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ZoneTexte 70">
            <a:extLst>
              <a:ext uri="{FF2B5EF4-FFF2-40B4-BE49-F238E27FC236}">
                <a16:creationId xmlns:a16="http://schemas.microsoft.com/office/drawing/2014/main" id="{2378CCB7-062C-3A42-82E2-F8C401E159BA}"/>
              </a:ext>
            </a:extLst>
          </p:cNvPr>
          <p:cNvSpPr txBox="1"/>
          <p:nvPr/>
        </p:nvSpPr>
        <p:spPr>
          <a:xfrm>
            <a:off x="7670950" y="175702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9D6149A3-6EB8-AF44-92E2-618C7339DA52}"/>
              </a:ext>
            </a:extLst>
          </p:cNvPr>
          <p:cNvSpPr txBox="1"/>
          <p:nvPr/>
        </p:nvSpPr>
        <p:spPr>
          <a:xfrm>
            <a:off x="7586285" y="228394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9987D3B0-549C-6E40-A6CF-5F6E6C4CE40A}"/>
              </a:ext>
            </a:extLst>
          </p:cNvPr>
          <p:cNvGrpSpPr/>
          <p:nvPr/>
        </p:nvGrpSpPr>
        <p:grpSpPr>
          <a:xfrm>
            <a:off x="6525414" y="1191269"/>
            <a:ext cx="2770524" cy="1354907"/>
            <a:chOff x="336470" y="583726"/>
            <a:chExt cx="2770524" cy="1354907"/>
          </a:xfrm>
        </p:grpSpPr>
        <p:sp>
          <p:nvSpPr>
            <p:cNvPr id="74" name="Rounded Rectangle 2">
              <a:extLst>
                <a:ext uri="{FF2B5EF4-FFF2-40B4-BE49-F238E27FC236}">
                  <a16:creationId xmlns:a16="http://schemas.microsoft.com/office/drawing/2014/main" id="{E6D3EE2E-8D43-F64F-A499-ABD12CC4081E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5" name="Connecteur droit 74">
              <a:extLst>
                <a:ext uri="{FF2B5EF4-FFF2-40B4-BE49-F238E27FC236}">
                  <a16:creationId xmlns:a16="http://schemas.microsoft.com/office/drawing/2014/main" id="{9CA2511E-1CC0-224A-85BC-A3E6CB0DCFE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7A23B077-D268-7F45-9F81-7FC3BE6FD372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ZoneTexte 76">
            <a:extLst>
              <a:ext uri="{FF2B5EF4-FFF2-40B4-BE49-F238E27FC236}">
                <a16:creationId xmlns:a16="http://schemas.microsoft.com/office/drawing/2014/main" id="{F76319DA-3A13-9149-AF23-B8CA3B551472}"/>
              </a:ext>
            </a:extLst>
          </p:cNvPr>
          <p:cNvSpPr txBox="1"/>
          <p:nvPr/>
        </p:nvSpPr>
        <p:spPr>
          <a:xfrm>
            <a:off x="6544800" y="1543075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{{POULE_D_1_EQ}}</a:t>
            </a: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95F3F264-008E-7F4D-AF6F-D44F047A9BFB}"/>
              </a:ext>
            </a:extLst>
          </p:cNvPr>
          <p:cNvSpPr txBox="1"/>
          <p:nvPr/>
        </p:nvSpPr>
        <p:spPr>
          <a:xfrm>
            <a:off x="6544800" y="1966704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{{POULE_D_2_EQ}}</a:t>
            </a:r>
          </a:p>
        </p:txBody>
      </p: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29B005C4-8AF8-1541-92C4-268530461982}"/>
              </a:ext>
            </a:extLst>
          </p:cNvPr>
          <p:cNvCxnSpPr/>
          <p:nvPr/>
        </p:nvCxnSpPr>
        <p:spPr>
          <a:xfrm>
            <a:off x="6664855" y="176487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21925513-DBD5-2D48-999B-4066C42C6F6B}"/>
              </a:ext>
            </a:extLst>
          </p:cNvPr>
          <p:cNvCxnSpPr/>
          <p:nvPr/>
        </p:nvCxnSpPr>
        <p:spPr>
          <a:xfrm>
            <a:off x="6664855" y="219689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ZoneTexte 83">
            <a:extLst>
              <a:ext uri="{FF2B5EF4-FFF2-40B4-BE49-F238E27FC236}">
                <a16:creationId xmlns:a16="http://schemas.microsoft.com/office/drawing/2014/main" id="{2D7F23C6-D6BD-9B47-9A3C-C2AA0394C7B2}"/>
              </a:ext>
            </a:extLst>
          </p:cNvPr>
          <p:cNvSpPr txBox="1"/>
          <p:nvPr/>
        </p:nvSpPr>
        <p:spPr>
          <a:xfrm>
            <a:off x="7670950" y="3293907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E887466C-206C-D64B-953E-821BDA01EE7C}"/>
              </a:ext>
            </a:extLst>
          </p:cNvPr>
          <p:cNvSpPr txBox="1"/>
          <p:nvPr/>
        </p:nvSpPr>
        <p:spPr>
          <a:xfrm>
            <a:off x="7586285" y="3820828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C2BD2A20-AA3B-2C43-B38D-F350C4EAADD8}"/>
              </a:ext>
            </a:extLst>
          </p:cNvPr>
          <p:cNvGrpSpPr/>
          <p:nvPr/>
        </p:nvGrpSpPr>
        <p:grpSpPr>
          <a:xfrm>
            <a:off x="6525414" y="2728155"/>
            <a:ext cx="2770524" cy="1354907"/>
            <a:chOff x="336470" y="583726"/>
            <a:chExt cx="2770524" cy="1354907"/>
          </a:xfrm>
        </p:grpSpPr>
        <p:sp>
          <p:nvSpPr>
            <p:cNvPr id="87" name="Rounded Rectangle 2">
              <a:extLst>
                <a:ext uri="{FF2B5EF4-FFF2-40B4-BE49-F238E27FC236}">
                  <a16:creationId xmlns:a16="http://schemas.microsoft.com/office/drawing/2014/main" id="{90DE40EC-DE50-8248-901B-B045B5D7CC7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88" name="Connecteur droit 87">
              <a:extLst>
                <a:ext uri="{FF2B5EF4-FFF2-40B4-BE49-F238E27FC236}">
                  <a16:creationId xmlns:a16="http://schemas.microsoft.com/office/drawing/2014/main" id="{B59905EC-A12E-7046-9E3B-0DDB41492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droit 88">
              <a:extLst>
                <a:ext uri="{FF2B5EF4-FFF2-40B4-BE49-F238E27FC236}">
                  <a16:creationId xmlns:a16="http://schemas.microsoft.com/office/drawing/2014/main" id="{4A9912D7-4756-414F-A0B1-CD0EF0947EDB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0" name="ZoneTexte 89">
            <a:extLst>
              <a:ext uri="{FF2B5EF4-FFF2-40B4-BE49-F238E27FC236}">
                <a16:creationId xmlns:a16="http://schemas.microsoft.com/office/drawing/2014/main" id="{B638B146-29B3-EF4F-A6C0-93D4ACB0EA96}"/>
              </a:ext>
            </a:extLst>
          </p:cNvPr>
          <p:cNvSpPr txBox="1"/>
          <p:nvPr/>
        </p:nvSpPr>
        <p:spPr>
          <a:xfrm>
            <a:off x="6544800" y="307996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{{POULE_D_3_EQ}}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356B77AD-F697-844C-A47C-C175ACAC7F50}"/>
              </a:ext>
            </a:extLst>
          </p:cNvPr>
          <p:cNvSpPr txBox="1"/>
          <p:nvPr/>
        </p:nvSpPr>
        <p:spPr>
          <a:xfrm>
            <a:off x="6544800" y="350359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{{POULE_D_4_EQ}}</a:t>
            </a:r>
          </a:p>
        </p:txBody>
      </p: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2B2A62CE-20F5-5642-8C50-7C03CA1D5CF8}"/>
              </a:ext>
            </a:extLst>
          </p:cNvPr>
          <p:cNvCxnSpPr/>
          <p:nvPr/>
        </p:nvCxnSpPr>
        <p:spPr>
          <a:xfrm>
            <a:off x="6664855" y="33017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016F092-2E9F-A042-BCEA-F6EF67CA5B23}"/>
              </a:ext>
            </a:extLst>
          </p:cNvPr>
          <p:cNvCxnSpPr/>
          <p:nvPr/>
        </p:nvCxnSpPr>
        <p:spPr>
          <a:xfrm>
            <a:off x="6664855" y="373378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4" name="Tableau 154">
            <a:extLst>
              <a:ext uri="{FF2B5EF4-FFF2-40B4-BE49-F238E27FC236}">
                <a16:creationId xmlns:a16="http://schemas.microsoft.com/office/drawing/2014/main" id="{B1AF19C9-7C1C-5145-8050-2A8C1F0C52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015858"/>
              </p:ext>
            </p:extLst>
          </p:nvPr>
        </p:nvGraphicFramePr>
        <p:xfrm>
          <a:off x="739678" y="4705373"/>
          <a:ext cx="8426644" cy="126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6412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975360">
                  <a:extLst>
                    <a:ext uri="{9D8B030D-6E8A-4147-A177-3AD203B41FA5}">
                      <a16:colId xmlns:a16="http://schemas.microsoft.com/office/drawing/2014/main" val="835005734"/>
                    </a:ext>
                  </a:extLst>
                </a:gridCol>
                <a:gridCol w="897172">
                  <a:extLst>
                    <a:ext uri="{9D8B030D-6E8A-4147-A177-3AD203B41FA5}">
                      <a16:colId xmlns:a16="http://schemas.microsoft.com/office/drawing/2014/main" val="2438221648"/>
                    </a:ext>
                  </a:extLst>
                </a:gridCol>
                <a:gridCol w="687788">
                  <a:extLst>
                    <a:ext uri="{9D8B030D-6E8A-4147-A177-3AD203B41FA5}">
                      <a16:colId xmlns:a16="http://schemas.microsoft.com/office/drawing/2014/main" val="4275197807"/>
                    </a:ext>
                  </a:extLst>
                </a:gridCol>
                <a:gridCol w="1159912">
                  <a:extLst>
                    <a:ext uri="{9D8B030D-6E8A-4147-A177-3AD203B41FA5}">
                      <a16:colId xmlns:a16="http://schemas.microsoft.com/office/drawing/2014/main" val="3380834670"/>
                    </a:ext>
                  </a:extLst>
                </a:gridCol>
              </a:tblGrid>
              <a:tr h="232249"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VICTOIRES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DÉFAITES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JEUX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CLASSEMENT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{{POULE_D_1_EQ}}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{{POULE_D_2_EQ}}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4674671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{{POULE_D_3_EQ}}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42694057"/>
                  </a:ext>
                </a:extLst>
              </a:tr>
              <a:tr h="232249">
                <a:tc>
                  <a:txBody>
                    <a:bodyPr/>
                    <a:lstStyle/>
                    <a:p>
                      <a:pPr marL="0" marR="0" lvl="0" indent="0" algn="l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fr-FR" sz="105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SL Sans" pitchFamily="2" charset="0"/>
                        </a:rPr>
                        <a:t>{{POULE_D_4_EQ}}</a:t>
                      </a:r>
                      <a:endParaRPr kumimoji="0" lang="fr-FR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5342381"/>
                  </a:ext>
                </a:extLst>
              </a:tr>
            </a:tbl>
          </a:graphicData>
        </a:graphic>
      </p:graphicFrame>
      <p:sp>
        <p:nvSpPr>
          <p:cNvPr id="101" name="Rectangle 100">
            <a:extLst>
              <a:ext uri="{FF2B5EF4-FFF2-40B4-BE49-F238E27FC236}">
                <a16:creationId xmlns:a16="http://schemas.microsoft.com/office/drawing/2014/main" id="{F996FBDF-4C23-1442-B9B7-22130AC9D3AD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899F69B3-F927-5F44-9A96-3E6DFA11E2AC}"/>
              </a:ext>
            </a:extLst>
          </p:cNvPr>
          <p:cNvSpPr txBox="1"/>
          <p:nvPr/>
        </p:nvSpPr>
        <p:spPr>
          <a:xfrm>
            <a:off x="21060" y="38299"/>
            <a:ext cx="9863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POULE D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  <a:p>
            <a:pPr algn="ctr"/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A4596BCF-42D4-4444-9503-96497C95CF5C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04" name="ZoneTexte 103">
            <a:extLst>
              <a:ext uri="{FF2B5EF4-FFF2-40B4-BE49-F238E27FC236}">
                <a16:creationId xmlns:a16="http://schemas.microsoft.com/office/drawing/2014/main" id="{415FD013-5530-524E-B2BF-1C464F6E0FCE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05" name="ZoneTexte 104">
            <a:extLst>
              <a:ext uri="{FF2B5EF4-FFF2-40B4-BE49-F238E27FC236}">
                <a16:creationId xmlns:a16="http://schemas.microsoft.com/office/drawing/2014/main" id="{9207BFE6-26B6-E242-A7E4-CEDBE91887B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270024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4249" y="5300551"/>
            <a:ext cx="277051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18201" y="3063383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964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612" y="1446132"/>
            <a:ext cx="27796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{{Q1_TERRAIN}}</a:t>
            </a:r>
          </a:p>
        </p:txBody>
      </p:sp>
      <p:sp>
        <p:nvSpPr>
          <p:cNvPr id="159" name="Rounded Rectangle 2">
            <a:extLst>
              <a:ext uri="{FF2B5EF4-FFF2-40B4-BE49-F238E27FC236}">
                <a16:creationId xmlns:a16="http://schemas.microsoft.com/office/drawing/2014/main" id="{FDF80FD5-6A2F-1A44-84B4-F2FD9CD739D3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8" name="Rounded Rectangle 2">
            <a:extLst>
              <a:ext uri="{FF2B5EF4-FFF2-40B4-BE49-F238E27FC236}">
                <a16:creationId xmlns:a16="http://schemas.microsoft.com/office/drawing/2014/main" id="{584582A1-F19D-1B42-8732-2B4B3C739BB0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0" name="Rounded Rectangle 2">
            <a:extLst>
              <a:ext uri="{FF2B5EF4-FFF2-40B4-BE49-F238E27FC236}">
                <a16:creationId xmlns:a16="http://schemas.microsoft.com/office/drawing/2014/main" id="{4DE882FA-BE96-6B4A-BF36-4DFBD92E8BD2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7" name="Rounded Rectangle 2">
            <a:extLst>
              <a:ext uri="{FF2B5EF4-FFF2-40B4-BE49-F238E27FC236}">
                <a16:creationId xmlns:a16="http://schemas.microsoft.com/office/drawing/2014/main" id="{10E15BB4-066B-5245-8AA9-38153C09FEE8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5431356"/>
            <a:ext cx="2760299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600" y="3847463"/>
            <a:ext cx="27568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{{H3_TERRAIN}}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1" y="2271000"/>
            <a:ext cx="27568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27342" y="702185"/>
            <a:ext cx="27796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{{H1_TERRAIN}}</a:t>
            </a:r>
          </a:p>
        </p:txBody>
      </p:sp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710BB4D9-EAC3-ED4E-9DD0-B6331558BA9D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877A799A-D27B-1A42-9BD7-75C6E2E46F58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471ADDD3-926F-974F-B0EF-C01E0CC69EB6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D12134FA-D26C-144C-A14B-99A7659CB296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1364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49200" y="1046045"/>
            <a:ext cx="2736000" cy="24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{{H1_EQ1}}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0517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895869" y="2271000"/>
            <a:ext cx="12065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{{H2_HEURE}}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49200" y="2609447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{{H2_EQ1}}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981688" y="3847463"/>
            <a:ext cx="11207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{{H3_HEURE}}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49200" y="4185910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{{H3_EQ1}}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0426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895869" y="5431356"/>
            <a:ext cx="1201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{{H4_HEURE}}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49200" y="5769803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{{H4_EQ1}}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217522" y="1446132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58965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96532" cy="3046488"/>
            <a:chOff x="6333698" y="2051381"/>
            <a:chExt cx="49653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5200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0377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77115" y="5300551"/>
            <a:ext cx="1127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{{F_HEURE}}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{{WIN_D2}}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0695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93648" y="3063383"/>
            <a:ext cx="11996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{{D1_HEURE}}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{{WIN_Q2}}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90ADDFC9-68B3-8A49-B1C4-09DBFE7CDDC1}"/>
              </a:ext>
            </a:extLst>
          </p:cNvPr>
          <p:cNvCxnSpPr>
            <a:cxnSpLocks/>
          </p:cNvCxnSpPr>
          <p:nvPr/>
        </p:nvCxnSpPr>
        <p:spPr>
          <a:xfrm>
            <a:off x="8161200" y="4411513"/>
            <a:ext cx="0" cy="882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137">
            <a:extLst>
              <a:ext uri="{FF2B5EF4-FFF2-40B4-BE49-F238E27FC236}">
                <a16:creationId xmlns:a16="http://schemas.microsoft.com/office/drawing/2014/main" id="{4C476156-034F-8749-96E0-EB1D8CE98313}"/>
              </a:ext>
            </a:extLst>
          </p:cNvPr>
          <p:cNvCxnSpPr>
            <a:cxnSpLocks/>
          </p:cNvCxnSpPr>
          <p:nvPr/>
        </p:nvCxnSpPr>
        <p:spPr>
          <a:xfrm flipV="1">
            <a:off x="8161200" y="6642099"/>
            <a:ext cx="0" cy="21600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7B9E77-9183-264A-B3CB-F0447273F62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803E8B64-5A09-8F46-ADE6-DAFF9B614B0E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32346571-6150-F540-9B81-CFFEBCF4D4AF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63" name="ZoneTexte 162">
            <a:extLst>
              <a:ext uri="{FF2B5EF4-FFF2-40B4-BE49-F238E27FC236}">
                <a16:creationId xmlns:a16="http://schemas.microsoft.com/office/drawing/2014/main" id="{79796AF0-46A3-A448-A976-FCBF26C4476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TABLEAU PRINCIPAL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ZoneTexte 165">
            <a:extLst>
              <a:ext uri="{FF2B5EF4-FFF2-40B4-BE49-F238E27FC236}">
                <a16:creationId xmlns:a16="http://schemas.microsoft.com/office/drawing/2014/main" id="{9685A432-5ED6-A04B-9F3C-CFE3EE2A5B1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1-2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4BC6069C-76B3-CC47-9CBB-BF5A4E7F6097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{{SECOND_POULE_A}}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D66B1426-F948-5745-A151-9FC7C11BC9D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{{WIN_POULE_D}}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EAD8767B-116A-8946-A9DA-2E1224F0A91B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{{SECOND_POULE_B}}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DDE25A8E-BD05-0640-88AC-C8E8D4E8FA7B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{{WIN_POULE_C}}</a:t>
            </a:r>
          </a:p>
        </p:txBody>
      </p:sp>
    </p:spTree>
    <p:extLst>
      <p:ext uri="{BB962C8B-B14F-4D97-AF65-F5344CB8AC3E}">
        <p14:creationId xmlns:p14="http://schemas.microsoft.com/office/powerpoint/2010/main" val="24309290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ounded Rectangle 2">
            <a:extLst>
              <a:ext uri="{FF2B5EF4-FFF2-40B4-BE49-F238E27FC236}">
                <a16:creationId xmlns:a16="http://schemas.microsoft.com/office/drawing/2014/main" id="{51A79124-D721-3646-B607-3AE57AD63688}"/>
              </a:ext>
            </a:extLst>
          </p:cNvPr>
          <p:cNvSpPr/>
          <p:nvPr/>
        </p:nvSpPr>
        <p:spPr>
          <a:xfrm>
            <a:off x="332976" y="334280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54" name="Rounded Rectangle 2">
            <a:extLst>
              <a:ext uri="{FF2B5EF4-FFF2-40B4-BE49-F238E27FC236}">
                <a16:creationId xmlns:a16="http://schemas.microsoft.com/office/drawing/2014/main" id="{C010C2E0-25B6-4C44-9967-265563552BA7}"/>
              </a:ext>
            </a:extLst>
          </p:cNvPr>
          <p:cNvSpPr/>
          <p:nvPr/>
        </p:nvSpPr>
        <p:spPr>
          <a:xfrm>
            <a:off x="327342" y="492556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31906" y="4941486"/>
            <a:ext cx="2770523" cy="26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{{H8_TERRAIN}}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45599" y="3357593"/>
            <a:ext cx="2756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{{H7_TERRAIN}}</a:t>
            </a:r>
          </a:p>
        </p:txBody>
      </p:sp>
      <p:sp>
        <p:nvSpPr>
          <p:cNvPr id="139" name="Rounded Rectangle 2">
            <a:extLst>
              <a:ext uri="{FF2B5EF4-FFF2-40B4-BE49-F238E27FC236}">
                <a16:creationId xmlns:a16="http://schemas.microsoft.com/office/drawing/2014/main" id="{85FFB306-37CA-594B-A5D5-A0FA09A122AF}"/>
              </a:ext>
            </a:extLst>
          </p:cNvPr>
          <p:cNvSpPr/>
          <p:nvPr/>
        </p:nvSpPr>
        <p:spPr>
          <a:xfrm>
            <a:off x="329484" y="176645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45599" y="1781130"/>
            <a:ext cx="27477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8" name="Rounded Rectangle 2">
            <a:extLst>
              <a:ext uri="{FF2B5EF4-FFF2-40B4-BE49-F238E27FC236}">
                <a16:creationId xmlns:a16="http://schemas.microsoft.com/office/drawing/2014/main" id="{7C23C49C-1178-5E4F-A902-B5D4929C88EA}"/>
              </a:ext>
            </a:extLst>
          </p:cNvPr>
          <p:cNvSpPr/>
          <p:nvPr/>
        </p:nvSpPr>
        <p:spPr>
          <a:xfrm>
            <a:off x="336470" y="19944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45599" y="212315"/>
            <a:ext cx="2752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{{H5_TERRAIN}}</a:t>
            </a:r>
          </a:p>
        </p:txBody>
      </p:sp>
      <p:sp>
        <p:nvSpPr>
          <p:cNvPr id="134" name="Rounded Rectangle 2">
            <a:extLst>
              <a:ext uri="{FF2B5EF4-FFF2-40B4-BE49-F238E27FC236}">
                <a16:creationId xmlns:a16="http://schemas.microsoft.com/office/drawing/2014/main" id="{BCCF675B-127D-9943-8709-0670B12D64BD}"/>
              </a:ext>
            </a:extLst>
          </p:cNvPr>
          <p:cNvSpPr/>
          <p:nvPr/>
        </p:nvSpPr>
        <p:spPr>
          <a:xfrm>
            <a:off x="3558612" y="4086426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1" y="4099785"/>
            <a:ext cx="2766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5" name="Rounded Rectangle 2">
            <a:extLst>
              <a:ext uri="{FF2B5EF4-FFF2-40B4-BE49-F238E27FC236}">
                <a16:creationId xmlns:a16="http://schemas.microsoft.com/office/drawing/2014/main" id="{CC1C45E8-913D-3449-98FE-33BB8332BC65}"/>
              </a:ext>
            </a:extLst>
          </p:cNvPr>
          <p:cNvSpPr/>
          <p:nvPr/>
        </p:nvSpPr>
        <p:spPr>
          <a:xfrm>
            <a:off x="3563173" y="94640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956262"/>
            <a:ext cx="27705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{{Q3_TERRAIN}}</a:t>
            </a:r>
          </a:p>
        </p:txBody>
      </p:sp>
      <p:sp>
        <p:nvSpPr>
          <p:cNvPr id="133" name="Rounded Rectangle 2">
            <a:extLst>
              <a:ext uri="{FF2B5EF4-FFF2-40B4-BE49-F238E27FC236}">
                <a16:creationId xmlns:a16="http://schemas.microsoft.com/office/drawing/2014/main" id="{83DDE776-535E-E445-B7FA-170652B0E906}"/>
              </a:ext>
            </a:extLst>
          </p:cNvPr>
          <p:cNvSpPr/>
          <p:nvPr/>
        </p:nvSpPr>
        <p:spPr>
          <a:xfrm>
            <a:off x="6821462" y="256111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34249" y="2573513"/>
            <a:ext cx="275904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{{D2_TERRAIN}}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32" name="Rounded Rectangle 2">
            <a:extLst>
              <a:ext uri="{FF2B5EF4-FFF2-40B4-BE49-F238E27FC236}">
                <a16:creationId xmlns:a16="http://schemas.microsoft.com/office/drawing/2014/main" id="{24746EC4-EABC-3247-BF74-D358BAB46950}"/>
              </a:ext>
            </a:extLst>
          </p:cNvPr>
          <p:cNvSpPr/>
          <p:nvPr/>
        </p:nvSpPr>
        <p:spPr>
          <a:xfrm>
            <a:off x="6834244" y="528228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3" y="5297796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{{PF_TERRAIN}}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599" y="212315"/>
            <a:ext cx="10199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{{H5_CODE}}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872533" y="212315"/>
            <a:ext cx="1230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{{H5_HEURE}}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76470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29162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19895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49200" y="974391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{{H5_EQ2}}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77255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20458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16E313C-B7C7-7244-A551-0549310D34D2}"/>
              </a:ext>
            </a:extLst>
          </p:cNvPr>
          <p:cNvCxnSpPr>
            <a:cxnSpLocks/>
          </p:cNvCxnSpPr>
          <p:nvPr/>
        </p:nvCxnSpPr>
        <p:spPr>
          <a:xfrm>
            <a:off x="3106994" y="876409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02683265-9266-B84C-8BEA-54CF85FF8259}"/>
              </a:ext>
            </a:extLst>
          </p:cNvPr>
          <p:cNvCxnSpPr>
            <a:cxnSpLocks/>
          </p:cNvCxnSpPr>
          <p:nvPr/>
        </p:nvCxnSpPr>
        <p:spPr>
          <a:xfrm>
            <a:off x="3106994" y="2449048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D0E54234-D279-3244-9054-CEABBA6F0C92}"/>
              </a:ext>
            </a:extLst>
          </p:cNvPr>
          <p:cNvCxnSpPr>
            <a:cxnSpLocks/>
          </p:cNvCxnSpPr>
          <p:nvPr/>
        </p:nvCxnSpPr>
        <p:spPr>
          <a:xfrm flipV="1">
            <a:off x="3342397" y="876409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EDA922D6-B6D0-FC43-8867-DCF0EAFEB1BD}"/>
              </a:ext>
            </a:extLst>
          </p:cNvPr>
          <p:cNvCxnSpPr>
            <a:cxnSpLocks/>
          </p:cNvCxnSpPr>
          <p:nvPr/>
        </p:nvCxnSpPr>
        <p:spPr>
          <a:xfrm>
            <a:off x="3342397" y="1622534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1781130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980209" y="1781130"/>
            <a:ext cx="112222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{{H6_HEURE}}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33352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286044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176777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49200" y="2543206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{{H6_EQ2}}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34137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27733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357593"/>
            <a:ext cx="10153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872532" y="3357593"/>
            <a:ext cx="1229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{{H7_HEURE}}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390998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43690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34423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360690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44104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49200" y="4119669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{{H7_EQ2}}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391783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34986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EB5C8204-FC14-FE45-9C99-674A1524C257}"/>
              </a:ext>
            </a:extLst>
          </p:cNvPr>
          <p:cNvCxnSpPr>
            <a:cxnSpLocks/>
          </p:cNvCxnSpPr>
          <p:nvPr/>
        </p:nvCxnSpPr>
        <p:spPr>
          <a:xfrm>
            <a:off x="3102430" y="4025402"/>
            <a:ext cx="239968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36D666EE-D2FC-0C48-A064-CBC5C199414E}"/>
              </a:ext>
            </a:extLst>
          </p:cNvPr>
          <p:cNvCxnSpPr>
            <a:cxnSpLocks/>
          </p:cNvCxnSpPr>
          <p:nvPr/>
        </p:nvCxnSpPr>
        <p:spPr>
          <a:xfrm>
            <a:off x="3102430" y="5598041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E2149F88-8679-4249-BC98-E186FC189F17}"/>
              </a:ext>
            </a:extLst>
          </p:cNvPr>
          <p:cNvCxnSpPr>
            <a:cxnSpLocks/>
          </p:cNvCxnSpPr>
          <p:nvPr/>
        </p:nvCxnSpPr>
        <p:spPr>
          <a:xfrm flipV="1">
            <a:off x="3337833" y="4025402"/>
            <a:ext cx="0" cy="157264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616E7C2-6DEE-4C45-8024-5F4F5DDC708A}"/>
              </a:ext>
            </a:extLst>
          </p:cNvPr>
          <p:cNvCxnSpPr>
            <a:cxnSpLocks/>
          </p:cNvCxnSpPr>
          <p:nvPr/>
        </p:nvCxnSpPr>
        <p:spPr>
          <a:xfrm>
            <a:off x="3337833" y="4771527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4941486"/>
            <a:ext cx="10107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971540" y="4941486"/>
            <a:ext cx="11263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{{H8_HEURE}}</a:t>
            </a:r>
          </a:p>
        </p:txBody>
      </p: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49387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02080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492812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49200" y="5703562"/>
            <a:ext cx="2736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{{H8_EQ2}}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50172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593375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956262"/>
            <a:ext cx="102462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5169898" y="956262"/>
            <a:ext cx="11638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{{Q3_HEURE}}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50865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03557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94290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698051" y="129470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{{WIN_H5}}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698051" y="171833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H6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151650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19485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099785"/>
            <a:ext cx="10246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5217522" y="4099785"/>
            <a:ext cx="1116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{{Q4_HEURE}}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46521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1790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08642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34910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18323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4382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H7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48618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H8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46600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0920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172509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477158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172509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7200" y="3241431"/>
            <a:ext cx="25200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297796"/>
            <a:ext cx="1037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496703" y="5297796"/>
            <a:ext cx="11080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{{PF_HEURE}}</a:t>
            </a:r>
          </a:p>
          <a:p>
            <a:pPr algn="r"/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018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711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4437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6243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59872"/>
            <a:ext cx="25191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dirty="0"/>
              <a:t>{{LOSE_D2}}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5803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006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2573513"/>
            <a:ext cx="102622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513223" y="2573513"/>
            <a:ext cx="10800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{{D2_HEURE}}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12590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365282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256015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291196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Q3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33558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</a:t>
            </a:r>
            <a:r>
              <a:rPr lang="fr-FR" dirty="0"/>
              <a:t>Q4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13375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356578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136">
            <a:extLst>
              <a:ext uri="{FF2B5EF4-FFF2-40B4-BE49-F238E27FC236}">
                <a16:creationId xmlns:a16="http://schemas.microsoft.com/office/drawing/2014/main" id="{78C47B13-87DA-A148-B71C-CED01D171CDC}"/>
              </a:ext>
            </a:extLst>
          </p:cNvPr>
          <p:cNvCxnSpPr>
            <a:cxnSpLocks/>
          </p:cNvCxnSpPr>
          <p:nvPr/>
        </p:nvCxnSpPr>
        <p:spPr>
          <a:xfrm flipV="1">
            <a:off x="8161200" y="0"/>
            <a:ext cx="0" cy="2556000"/>
          </a:xfrm>
          <a:prstGeom prst="line">
            <a:avLst/>
          </a:prstGeom>
          <a:ln w="9525">
            <a:solidFill>
              <a:schemeClr val="tx1"/>
            </a:solidFill>
            <a:tailEnd type="non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ZoneTexte 122">
            <a:extLst>
              <a:ext uri="{FF2B5EF4-FFF2-40B4-BE49-F238E27FC236}">
                <a16:creationId xmlns:a16="http://schemas.microsoft.com/office/drawing/2014/main" id="{4748A93C-8EDD-D547-B5E0-E18AB67A836D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E322C657-E9E2-BA47-ABE7-4D2A442C8EB9}"/>
              </a:ext>
            </a:extLst>
          </p:cNvPr>
          <p:cNvSpPr txBox="1"/>
          <p:nvPr/>
        </p:nvSpPr>
        <p:spPr>
          <a:xfrm>
            <a:off x="6500313" y="4743042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3-4</a:t>
            </a:r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7A4B32F6-E259-DF45-B579-591FA5DC8685}"/>
              </a:ext>
            </a:extLst>
          </p:cNvPr>
          <p:cNvSpPr txBox="1"/>
          <p:nvPr/>
        </p:nvSpPr>
        <p:spPr>
          <a:xfrm>
            <a:off x="302400" y="550762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{{SECOND_POULE_C}}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70E49385-2DE0-5548-A664-5A8641467DE0}"/>
              </a:ext>
            </a:extLst>
          </p:cNvPr>
          <p:cNvSpPr txBox="1"/>
          <p:nvPr/>
        </p:nvSpPr>
        <p:spPr>
          <a:xfrm>
            <a:off x="302400" y="2119577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{{WIN_POULE_B}}</a:t>
            </a:r>
          </a:p>
        </p:txBody>
      </p:sp>
      <p:sp>
        <p:nvSpPr>
          <p:cNvPr id="157" name="ZoneTexte 156">
            <a:extLst>
              <a:ext uri="{FF2B5EF4-FFF2-40B4-BE49-F238E27FC236}">
                <a16:creationId xmlns:a16="http://schemas.microsoft.com/office/drawing/2014/main" id="{ACE83F81-B4AB-AD4B-943F-AC32FE3553EF}"/>
              </a:ext>
            </a:extLst>
          </p:cNvPr>
          <p:cNvSpPr txBox="1"/>
          <p:nvPr/>
        </p:nvSpPr>
        <p:spPr>
          <a:xfrm>
            <a:off x="302400" y="3696040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{{SECOND_POULE_D}}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10F97A4B-2CE6-834E-877B-43D9C8451FA3}"/>
              </a:ext>
            </a:extLst>
          </p:cNvPr>
          <p:cNvSpPr txBox="1"/>
          <p:nvPr/>
        </p:nvSpPr>
        <p:spPr>
          <a:xfrm>
            <a:off x="302400" y="5279933"/>
            <a:ext cx="2520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{{WIN_POULE_A}}</a:t>
            </a:r>
          </a:p>
        </p:txBody>
      </p:sp>
    </p:spTree>
    <p:extLst>
      <p:ext uri="{BB962C8B-B14F-4D97-AF65-F5344CB8AC3E}">
        <p14:creationId xmlns:p14="http://schemas.microsoft.com/office/powerpoint/2010/main" val="4010124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ounded Rectangle 2">
            <a:extLst>
              <a:ext uri="{FF2B5EF4-FFF2-40B4-BE49-F238E27FC236}">
                <a16:creationId xmlns:a16="http://schemas.microsoft.com/office/drawing/2014/main" id="{82803C54-773B-4349-B14E-6F98BBB79F99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7" name="Rounded Rectangle 2">
            <a:extLst>
              <a:ext uri="{FF2B5EF4-FFF2-40B4-BE49-F238E27FC236}">
                <a16:creationId xmlns:a16="http://schemas.microsoft.com/office/drawing/2014/main" id="{B87ADA1F-E13A-5241-889E-9FD829CAD7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71C495D7-526B-3B41-9395-A5783FC816DC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7440224" y="3063383"/>
            <a:ext cx="141479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{{C5_6_TERRAIN}}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28655" y="3077888"/>
            <a:ext cx="27306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{{C7_8_TERRAIN}}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58612" y="4589655"/>
            <a:ext cx="27705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{{C5_8_2_TERRAIN}}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{{C5_8_1_TERRAIN}}</a:t>
            </a:r>
          </a:p>
          <a:p>
            <a:pPr algn="ctr"/>
            <a:endParaRPr lang="fr-FR" sz="1100" b="1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09E25820-F75D-F44E-8354-F6B818527754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71000" y="1446132"/>
            <a:ext cx="12846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95123" y="1446132"/>
            <a:ext cx="13385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{{C5_8_1_HEURE}}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77926" y="4589655"/>
            <a:ext cx="127775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{{C5_8_2_CODE}}</a:t>
            </a: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953000" y="4589655"/>
            <a:ext cx="13807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{{C5_8_2_HEURE}}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{{LOSE_Q4}}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0F01EAA-1B97-1940-B59B-178F11F13438}"/>
              </a:ext>
            </a:extLst>
          </p:cNvPr>
          <p:cNvCxnSpPr>
            <a:cxnSpLocks/>
            <a:stCxn id="91" idx="3"/>
          </p:cNvCxnSpPr>
          <p:nvPr/>
        </p:nvCxnSpPr>
        <p:spPr>
          <a:xfrm flipV="1">
            <a:off x="6333700" y="2214965"/>
            <a:ext cx="249097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eur droit 110">
            <a:extLst>
              <a:ext uri="{FF2B5EF4-FFF2-40B4-BE49-F238E27FC236}">
                <a16:creationId xmlns:a16="http://schemas.microsoft.com/office/drawing/2014/main" id="{05D29F0C-A3D7-A543-87FD-294E9D4CA41F}"/>
              </a:ext>
            </a:extLst>
          </p:cNvPr>
          <p:cNvCxnSpPr>
            <a:cxnSpLocks/>
          </p:cNvCxnSpPr>
          <p:nvPr/>
        </p:nvCxnSpPr>
        <p:spPr>
          <a:xfrm>
            <a:off x="6338264" y="5261452"/>
            <a:ext cx="239968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3239365E-8411-9647-9702-EE4796BCC80A}"/>
              </a:ext>
            </a:extLst>
          </p:cNvPr>
          <p:cNvCxnSpPr>
            <a:cxnSpLocks/>
          </p:cNvCxnSpPr>
          <p:nvPr/>
        </p:nvCxnSpPr>
        <p:spPr>
          <a:xfrm flipV="1">
            <a:off x="6578232" y="2214965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eur droit 112">
            <a:extLst>
              <a:ext uri="{FF2B5EF4-FFF2-40B4-BE49-F238E27FC236}">
                <a16:creationId xmlns:a16="http://schemas.microsoft.com/office/drawing/2014/main" id="{700BC4D2-0E4B-6F4A-AF56-340AECFFAC87}"/>
              </a:ext>
            </a:extLst>
          </p:cNvPr>
          <p:cNvCxnSpPr>
            <a:cxnSpLocks/>
          </p:cNvCxnSpPr>
          <p:nvPr/>
        </p:nvCxnSpPr>
        <p:spPr>
          <a:xfrm>
            <a:off x="6578232" y="3731301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20313" y="3077888"/>
            <a:ext cx="1133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848552" y="3077888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{{C7_8_HEURE}}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2808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2808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{{LOSE_C5_8_2}}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07718" y="3063383"/>
            <a:ext cx="11519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42883" y="3063383"/>
            <a:ext cx="12344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{{C5_6_HEURE}}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{{WIN_C5_8_2}}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eur droit 154">
            <a:extLst>
              <a:ext uri="{FF2B5EF4-FFF2-40B4-BE49-F238E27FC236}">
                <a16:creationId xmlns:a16="http://schemas.microsoft.com/office/drawing/2014/main" id="{FC08E550-265D-B148-A192-46B5AD06923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1482" y="5261780"/>
            <a:ext cx="259200" cy="36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eur droit 155">
            <a:extLst>
              <a:ext uri="{FF2B5EF4-FFF2-40B4-BE49-F238E27FC236}">
                <a16:creationId xmlns:a16="http://schemas.microsoft.com/office/drawing/2014/main" id="{49EA6DB5-9745-4942-8C78-8B8DAAF9CF09}"/>
              </a:ext>
            </a:extLst>
          </p:cNvPr>
          <p:cNvCxnSpPr>
            <a:cxnSpLocks/>
          </p:cNvCxnSpPr>
          <p:nvPr/>
        </p:nvCxnSpPr>
        <p:spPr>
          <a:xfrm rot="10800000">
            <a:off x="3305156" y="2215654"/>
            <a:ext cx="259200" cy="1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EFF62FA7-9260-324C-B8FE-2D2B7DCC3AB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303793" y="2215710"/>
            <a:ext cx="0" cy="3046432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64F6EADD-B1AD-5544-BCA9-43AD505B75A3}"/>
              </a:ext>
            </a:extLst>
          </p:cNvPr>
          <p:cNvCxnSpPr>
            <a:cxnSpLocks/>
          </p:cNvCxnSpPr>
          <p:nvPr/>
        </p:nvCxnSpPr>
        <p:spPr>
          <a:xfrm rot="10800000">
            <a:off x="3078453" y="3745806"/>
            <a:ext cx="225340" cy="0"/>
          </a:xfrm>
          <a:prstGeom prst="line">
            <a:avLst/>
          </a:prstGeom>
          <a:ln w="9525">
            <a:solidFill>
              <a:schemeClr val="tx1"/>
            </a:solidFill>
            <a:tailEnd type="arrow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ZoneTexte 158">
            <a:extLst>
              <a:ext uri="{FF2B5EF4-FFF2-40B4-BE49-F238E27FC236}">
                <a16:creationId xmlns:a16="http://schemas.microsoft.com/office/drawing/2014/main" id="{E3E93809-2DF2-144C-B3CD-C3D80F100F3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7-8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7F22173B-2EC3-D54D-BC73-CD5D8F856F9C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5-6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A84E38A-3BAD-884B-A8A8-696CA264571F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C135C7C7-731C-7F4B-822A-C3FA8C062AD4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5-8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DC64303-1D3D-FA40-A5F2-67D4E0EFD56F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EE2E1D41-10E2-2C4B-9158-BD7E6864398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2A70166-F55B-4848-9344-FE83F2D197F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3077750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ounded Rectangle 2">
            <a:extLst>
              <a:ext uri="{FF2B5EF4-FFF2-40B4-BE49-F238E27FC236}">
                <a16:creationId xmlns:a16="http://schemas.microsoft.com/office/drawing/2014/main" id="{62B7D662-9230-C34F-B8BB-55B7C574B24F}"/>
              </a:ext>
            </a:extLst>
          </p:cNvPr>
          <p:cNvSpPr/>
          <p:nvPr/>
        </p:nvSpPr>
        <p:spPr>
          <a:xfrm>
            <a:off x="6834244" y="528642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6825600" y="5300551"/>
            <a:ext cx="13011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{{C11_12_CODE}}</a:t>
            </a:r>
          </a:p>
        </p:txBody>
      </p: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8222927" y="5300551"/>
            <a:ext cx="138184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{{C11_12_HEURE}}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6838812" y="5300551"/>
            <a:ext cx="27659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{{C11_12_TERRAIN}}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6" name="Rounded Rectangle 2">
            <a:extLst>
              <a:ext uri="{FF2B5EF4-FFF2-40B4-BE49-F238E27FC236}">
                <a16:creationId xmlns:a16="http://schemas.microsoft.com/office/drawing/2014/main" id="{EA606A87-3EFB-2D49-93A3-0BCD9AA4CBE1}"/>
              </a:ext>
            </a:extLst>
          </p:cNvPr>
          <p:cNvSpPr/>
          <p:nvPr/>
        </p:nvSpPr>
        <p:spPr>
          <a:xfrm>
            <a:off x="6824916" y="305098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213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{{C9_10_CODE}}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305800" y="3063383"/>
            <a:ext cx="12874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{{C9_10_HEURE}}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22765" y="3063383"/>
            <a:ext cx="27705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{{C9_10_TERRAIN}}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8" name="Rounded Rectangle 2">
            <a:extLst>
              <a:ext uri="{FF2B5EF4-FFF2-40B4-BE49-F238E27FC236}">
                <a16:creationId xmlns:a16="http://schemas.microsoft.com/office/drawing/2014/main" id="{D00CB057-4C3F-4D41-A38F-AA2D1BFEC803}"/>
              </a:ext>
            </a:extLst>
          </p:cNvPr>
          <p:cNvSpPr/>
          <p:nvPr/>
        </p:nvSpPr>
        <p:spPr>
          <a:xfrm>
            <a:off x="3560751" y="458079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14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{{C9_12_2_CODE}}</a:t>
            </a:r>
          </a:p>
          <a:p>
            <a:endParaRPr lang="fr-FR" sz="1100" dirty="0">
              <a:solidFill>
                <a:schemeClr val="bg1"/>
              </a:solidFill>
              <a:latin typeface="TSL Sans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70451" y="4589655"/>
            <a:ext cx="14632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600" y="4589655"/>
            <a:ext cx="2766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7" name="Rounded Rectangle 2">
            <a:extLst>
              <a:ext uri="{FF2B5EF4-FFF2-40B4-BE49-F238E27FC236}">
                <a16:creationId xmlns:a16="http://schemas.microsoft.com/office/drawing/2014/main" id="{612E6990-8F67-D84E-92C9-43F76CF1996D}"/>
              </a:ext>
            </a:extLst>
          </p:cNvPr>
          <p:cNvSpPr/>
          <p:nvPr/>
        </p:nvSpPr>
        <p:spPr>
          <a:xfrm>
            <a:off x="3560750" y="1429639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600" y="1446132"/>
            <a:ext cx="1381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{{C9_12_1_CODE}}</a:t>
            </a:r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918907" y="1446132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{{C9_12_1_HEURE}}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63173" y="1446132"/>
            <a:ext cx="27705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{{C9_12_1_TERRAIN}}</a:t>
            </a:r>
          </a:p>
        </p:txBody>
      </p:sp>
      <p:sp>
        <p:nvSpPr>
          <p:cNvPr id="163" name="Rounded Rectangle 2">
            <a:extLst>
              <a:ext uri="{FF2B5EF4-FFF2-40B4-BE49-F238E27FC236}">
                <a16:creationId xmlns:a16="http://schemas.microsoft.com/office/drawing/2014/main" id="{A6F29207-9CAD-C142-89D6-74089B269E60}"/>
              </a:ext>
            </a:extLst>
          </p:cNvPr>
          <p:cNvSpPr/>
          <p:nvPr/>
        </p:nvSpPr>
        <p:spPr>
          <a:xfrm>
            <a:off x="324923" y="5416737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66" name="ZoneTexte 65">
            <a:extLst>
              <a:ext uri="{FF2B5EF4-FFF2-40B4-BE49-F238E27FC236}">
                <a16:creationId xmlns:a16="http://schemas.microsoft.com/office/drawing/2014/main" id="{9F8C7379-D30C-F74E-AA5B-63A5F4C6C03E}"/>
              </a:ext>
            </a:extLst>
          </p:cNvPr>
          <p:cNvSpPr txBox="1"/>
          <p:nvPr/>
        </p:nvSpPr>
        <p:spPr>
          <a:xfrm>
            <a:off x="345600" y="5431356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{{C9_16_4_CODE}}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832265AB-9324-A746-87C9-3A9070F6DAC5}"/>
              </a:ext>
            </a:extLst>
          </p:cNvPr>
          <p:cNvSpPr txBox="1"/>
          <p:nvPr/>
        </p:nvSpPr>
        <p:spPr>
          <a:xfrm>
            <a:off x="1683073" y="5431356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{{C9_16_4_HEURE}}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243CB846-14FC-4C46-B83E-0B443436468B}"/>
              </a:ext>
            </a:extLst>
          </p:cNvPr>
          <p:cNvSpPr txBox="1"/>
          <p:nvPr/>
        </p:nvSpPr>
        <p:spPr>
          <a:xfrm>
            <a:off x="322779" y="5431356"/>
            <a:ext cx="27796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{{C9_16_4_TERRAIN}}</a:t>
            </a:r>
          </a:p>
        </p:txBody>
      </p:sp>
      <p:sp>
        <p:nvSpPr>
          <p:cNvPr id="161" name="Rounded Rectangle 2">
            <a:extLst>
              <a:ext uri="{FF2B5EF4-FFF2-40B4-BE49-F238E27FC236}">
                <a16:creationId xmlns:a16="http://schemas.microsoft.com/office/drawing/2014/main" id="{ADF69762-A362-3542-A468-C11A22EC5EBC}"/>
              </a:ext>
            </a:extLst>
          </p:cNvPr>
          <p:cNvSpPr/>
          <p:nvPr/>
        </p:nvSpPr>
        <p:spPr>
          <a:xfrm>
            <a:off x="329484" y="383351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D61BDC4A-E6D4-2F41-B5EF-B4F0A6D23CD2}"/>
              </a:ext>
            </a:extLst>
          </p:cNvPr>
          <p:cNvSpPr txBox="1"/>
          <p:nvPr/>
        </p:nvSpPr>
        <p:spPr>
          <a:xfrm>
            <a:off x="345600" y="3847463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{{C9_16_3_CODE}}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789B6E7D-0ACE-D54A-BEC3-8D124E0FF8E0}"/>
              </a:ext>
            </a:extLst>
          </p:cNvPr>
          <p:cNvSpPr txBox="1"/>
          <p:nvPr/>
        </p:nvSpPr>
        <p:spPr>
          <a:xfrm>
            <a:off x="1687637" y="384746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{{C9_16_3_HEURE}}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1949FF2A-29BE-8242-99DE-1A7686291175}"/>
              </a:ext>
            </a:extLst>
          </p:cNvPr>
          <p:cNvSpPr txBox="1"/>
          <p:nvPr/>
        </p:nvSpPr>
        <p:spPr>
          <a:xfrm>
            <a:off x="336470" y="3847463"/>
            <a:ext cx="27613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{{C9_16_3_TERRAIN}}</a:t>
            </a:r>
          </a:p>
        </p:txBody>
      </p:sp>
      <p:sp>
        <p:nvSpPr>
          <p:cNvPr id="162" name="Rounded Rectangle 2">
            <a:extLst>
              <a:ext uri="{FF2B5EF4-FFF2-40B4-BE49-F238E27FC236}">
                <a16:creationId xmlns:a16="http://schemas.microsoft.com/office/drawing/2014/main" id="{C94CF722-0288-CA4D-8C16-D188F317D098}"/>
              </a:ext>
            </a:extLst>
          </p:cNvPr>
          <p:cNvSpPr/>
          <p:nvPr/>
        </p:nvSpPr>
        <p:spPr>
          <a:xfrm>
            <a:off x="329484" y="225864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736556-A7B3-D943-B9BB-2F01B06592F5}"/>
              </a:ext>
            </a:extLst>
          </p:cNvPr>
          <p:cNvSpPr txBox="1"/>
          <p:nvPr/>
        </p:nvSpPr>
        <p:spPr>
          <a:xfrm>
            <a:off x="345600" y="2271000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{{C9_16_2_CODE}}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04E8E58D-229C-F448-8D80-E5DB0D3C6352}"/>
              </a:ext>
            </a:extLst>
          </p:cNvPr>
          <p:cNvSpPr txBox="1"/>
          <p:nvPr/>
        </p:nvSpPr>
        <p:spPr>
          <a:xfrm>
            <a:off x="1687637" y="2271000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{{C9_16_2_HEURE}}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B1A0634-4D40-F44E-96DD-90CAC34485C7}"/>
              </a:ext>
            </a:extLst>
          </p:cNvPr>
          <p:cNvSpPr txBox="1"/>
          <p:nvPr/>
        </p:nvSpPr>
        <p:spPr>
          <a:xfrm>
            <a:off x="336470" y="2271000"/>
            <a:ext cx="27659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64" name="Rounded Rectangle 2">
            <a:extLst>
              <a:ext uri="{FF2B5EF4-FFF2-40B4-BE49-F238E27FC236}">
                <a16:creationId xmlns:a16="http://schemas.microsoft.com/office/drawing/2014/main" id="{D8E587C7-DA51-0647-9941-54BC01034D61}"/>
              </a:ext>
            </a:extLst>
          </p:cNvPr>
          <p:cNvSpPr/>
          <p:nvPr/>
        </p:nvSpPr>
        <p:spPr>
          <a:xfrm>
            <a:off x="335167" y="687178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912C2F0-2A42-FB4E-A47A-AC7BC56BC50A}"/>
              </a:ext>
            </a:extLst>
          </p:cNvPr>
          <p:cNvSpPr txBox="1"/>
          <p:nvPr/>
        </p:nvSpPr>
        <p:spPr>
          <a:xfrm>
            <a:off x="345600" y="702185"/>
            <a:ext cx="13770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{{C9_16_1_CODE}}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F2AB4DE-8DC9-C241-AB61-34B919DD8121}"/>
              </a:ext>
            </a:extLst>
          </p:cNvPr>
          <p:cNvSpPr txBox="1"/>
          <p:nvPr/>
        </p:nvSpPr>
        <p:spPr>
          <a:xfrm>
            <a:off x="336470" y="702185"/>
            <a:ext cx="27705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{{C9_16_1_TERRAIN}}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58CB23-AA0E-5A46-8B3A-601D41D37DB1}"/>
              </a:ext>
            </a:extLst>
          </p:cNvPr>
          <p:cNvSpPr txBox="1"/>
          <p:nvPr/>
        </p:nvSpPr>
        <p:spPr>
          <a:xfrm>
            <a:off x="1688091" y="702185"/>
            <a:ext cx="14147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{{C9_16_1_HEURE}}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961BC30-BA89-6745-86C8-749B7D565F46}"/>
              </a:ext>
            </a:extLst>
          </p:cNvPr>
          <p:cNvSpPr txBox="1"/>
          <p:nvPr/>
        </p:nvSpPr>
        <p:spPr>
          <a:xfrm>
            <a:off x="1482006" y="125457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ACF35F1D-97C6-EB4E-9F01-79F68ED13BDB}"/>
              </a:ext>
            </a:extLst>
          </p:cNvPr>
          <p:cNvSpPr txBox="1"/>
          <p:nvPr/>
        </p:nvSpPr>
        <p:spPr>
          <a:xfrm>
            <a:off x="1397341" y="178149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" name="Groupe 7">
            <a:extLst>
              <a:ext uri="{FF2B5EF4-FFF2-40B4-BE49-F238E27FC236}">
                <a16:creationId xmlns:a16="http://schemas.microsoft.com/office/drawing/2014/main" id="{0A8F35AF-0BCE-9747-BB17-8C96AB4D9E25}"/>
              </a:ext>
            </a:extLst>
          </p:cNvPr>
          <p:cNvGrpSpPr/>
          <p:nvPr/>
        </p:nvGrpSpPr>
        <p:grpSpPr>
          <a:xfrm>
            <a:off x="336470" y="688826"/>
            <a:ext cx="2770524" cy="1354907"/>
            <a:chOff x="336470" y="583726"/>
            <a:chExt cx="2770524" cy="1354907"/>
          </a:xfrm>
        </p:grpSpPr>
        <p:sp>
          <p:nvSpPr>
            <p:cNvPr id="9" name="Rounded Rectangle 2">
              <a:extLst>
                <a:ext uri="{FF2B5EF4-FFF2-40B4-BE49-F238E27FC236}">
                  <a16:creationId xmlns:a16="http://schemas.microsoft.com/office/drawing/2014/main" id="{7D813874-CB8D-1F41-99FA-6CF8D30E5341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FA62589C-13B3-984A-B486-10A44E98075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0DC2231-6487-B547-9820-7F8195F0808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ZoneTexte 11">
            <a:extLst>
              <a:ext uri="{FF2B5EF4-FFF2-40B4-BE49-F238E27FC236}">
                <a16:creationId xmlns:a16="http://schemas.microsoft.com/office/drawing/2014/main" id="{DE749611-CA8D-C546-8ED3-D694AF18B39D}"/>
              </a:ext>
            </a:extLst>
          </p:cNvPr>
          <p:cNvSpPr txBox="1"/>
          <p:nvPr/>
        </p:nvSpPr>
        <p:spPr>
          <a:xfrm>
            <a:off x="302400" y="10406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{{LOSE_H1}}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49BBF84-F7FD-9646-82CB-64DE5019C715}"/>
              </a:ext>
            </a:extLst>
          </p:cNvPr>
          <p:cNvSpPr txBox="1"/>
          <p:nvPr/>
        </p:nvSpPr>
        <p:spPr>
          <a:xfrm>
            <a:off x="302400" y="146426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{{LOSE_H2}}</a:t>
            </a:r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609771E4-5620-B140-A830-968C3DD33C60}"/>
              </a:ext>
            </a:extLst>
          </p:cNvPr>
          <p:cNvCxnSpPr/>
          <p:nvPr/>
        </p:nvCxnSpPr>
        <p:spPr>
          <a:xfrm>
            <a:off x="475911" y="126242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730E3188-0540-7247-8DAC-6D549DC63D85}"/>
              </a:ext>
            </a:extLst>
          </p:cNvPr>
          <p:cNvCxnSpPr/>
          <p:nvPr/>
        </p:nvCxnSpPr>
        <p:spPr>
          <a:xfrm>
            <a:off x="475911" y="169445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06A5D020-E631-D848-843A-350DB93F6C9D}"/>
              </a:ext>
            </a:extLst>
          </p:cNvPr>
          <p:cNvGrpSpPr/>
          <p:nvPr/>
        </p:nvGrpSpPr>
        <p:grpSpPr>
          <a:xfrm>
            <a:off x="3106994" y="1366279"/>
            <a:ext cx="460743" cy="1572640"/>
            <a:chOff x="3106994" y="4308380"/>
            <a:chExt cx="460743" cy="1572640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916E313C-B7C7-7244-A551-0549310D34D2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02683265-9266-B84C-8BEA-54CF85FF8259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D0E54234-D279-3244-9054-CEABBA6F0C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EDA922D6-B6D0-FC43-8867-DCF0EAFEB1BD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ZoneTexte 32">
            <a:extLst>
              <a:ext uri="{FF2B5EF4-FFF2-40B4-BE49-F238E27FC236}">
                <a16:creationId xmlns:a16="http://schemas.microsoft.com/office/drawing/2014/main" id="{BE860D4B-5FA2-0949-8C1F-DBB6974DD0A4}"/>
              </a:ext>
            </a:extLst>
          </p:cNvPr>
          <p:cNvSpPr txBox="1"/>
          <p:nvPr/>
        </p:nvSpPr>
        <p:spPr>
          <a:xfrm>
            <a:off x="1477442" y="2823393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373BF26C-CB2F-A642-8062-13614E208371}"/>
              </a:ext>
            </a:extLst>
          </p:cNvPr>
          <p:cNvSpPr txBox="1"/>
          <p:nvPr/>
        </p:nvSpPr>
        <p:spPr>
          <a:xfrm>
            <a:off x="1392777" y="3350314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D936EF91-D683-A74E-8FD1-99A5F380683D}"/>
              </a:ext>
            </a:extLst>
          </p:cNvPr>
          <p:cNvGrpSpPr/>
          <p:nvPr/>
        </p:nvGrpSpPr>
        <p:grpSpPr>
          <a:xfrm>
            <a:off x="331906" y="2257641"/>
            <a:ext cx="2770524" cy="1354907"/>
            <a:chOff x="336470" y="583726"/>
            <a:chExt cx="2770524" cy="1354907"/>
          </a:xfrm>
        </p:grpSpPr>
        <p:sp>
          <p:nvSpPr>
            <p:cNvPr id="38" name="Rounded Rectangle 2">
              <a:extLst>
                <a:ext uri="{FF2B5EF4-FFF2-40B4-BE49-F238E27FC236}">
                  <a16:creationId xmlns:a16="http://schemas.microsoft.com/office/drawing/2014/main" id="{1E8A6ECF-50CB-AE43-B7F5-0C853C38A9E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D060424E-58B6-5B41-84AF-3BEEE034C4E1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298C192-E41E-164A-B8C9-99CB5396B93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6E95E34C-38E1-FA41-9B40-FD5D057D482A}"/>
              </a:ext>
            </a:extLst>
          </p:cNvPr>
          <p:cNvSpPr txBox="1"/>
          <p:nvPr/>
        </p:nvSpPr>
        <p:spPr>
          <a:xfrm>
            <a:off x="302400" y="260944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{{LOSE_H3}}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FD56B25F-6EEC-DB4C-BC89-205E72055471}"/>
              </a:ext>
            </a:extLst>
          </p:cNvPr>
          <p:cNvSpPr txBox="1"/>
          <p:nvPr/>
        </p:nvSpPr>
        <p:spPr>
          <a:xfrm>
            <a:off x="302400" y="3033076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{{LOSE_H4}}</a:t>
            </a:r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33C0B027-9788-C544-BECF-24176B4F24C4}"/>
              </a:ext>
            </a:extLst>
          </p:cNvPr>
          <p:cNvCxnSpPr/>
          <p:nvPr/>
        </p:nvCxnSpPr>
        <p:spPr>
          <a:xfrm>
            <a:off x="471347" y="2831243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81371FBE-9BC3-0240-9F39-55DCE61CA48C}"/>
              </a:ext>
            </a:extLst>
          </p:cNvPr>
          <p:cNvCxnSpPr/>
          <p:nvPr/>
        </p:nvCxnSpPr>
        <p:spPr>
          <a:xfrm>
            <a:off x="471347" y="326326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25F25A30-419A-5043-98D2-AB822CC41492}"/>
              </a:ext>
            </a:extLst>
          </p:cNvPr>
          <p:cNvSpPr txBox="1"/>
          <p:nvPr/>
        </p:nvSpPr>
        <p:spPr>
          <a:xfrm>
            <a:off x="1477442" y="439985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7A1E7F85-AC2C-1846-A6D9-8EBE1787AD21}"/>
              </a:ext>
            </a:extLst>
          </p:cNvPr>
          <p:cNvSpPr txBox="1"/>
          <p:nvPr/>
        </p:nvSpPr>
        <p:spPr>
          <a:xfrm>
            <a:off x="1392777" y="492677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54" name="Rounded Rectangle 2">
            <a:extLst>
              <a:ext uri="{FF2B5EF4-FFF2-40B4-BE49-F238E27FC236}">
                <a16:creationId xmlns:a16="http://schemas.microsoft.com/office/drawing/2014/main" id="{B72B1995-9DF8-544F-97A7-3546FF5A18F2}"/>
              </a:ext>
            </a:extLst>
          </p:cNvPr>
          <p:cNvSpPr/>
          <p:nvPr/>
        </p:nvSpPr>
        <p:spPr>
          <a:xfrm>
            <a:off x="331906" y="3834104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936D0852-9F6C-464D-A746-1C8953186F39}"/>
              </a:ext>
            </a:extLst>
          </p:cNvPr>
          <p:cNvCxnSpPr>
            <a:cxnSpLocks/>
          </p:cNvCxnSpPr>
          <p:nvPr/>
        </p:nvCxnSpPr>
        <p:spPr>
          <a:xfrm>
            <a:off x="331906" y="4096779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CE97A6C0-FEBA-D146-AC85-E4C52C9A8DD8}"/>
              </a:ext>
            </a:extLst>
          </p:cNvPr>
          <p:cNvCxnSpPr>
            <a:cxnSpLocks/>
          </p:cNvCxnSpPr>
          <p:nvPr/>
        </p:nvCxnSpPr>
        <p:spPr>
          <a:xfrm>
            <a:off x="331906" y="4930912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ZoneTexte 51">
            <a:extLst>
              <a:ext uri="{FF2B5EF4-FFF2-40B4-BE49-F238E27FC236}">
                <a16:creationId xmlns:a16="http://schemas.microsoft.com/office/drawing/2014/main" id="{C2A9E468-840B-984C-BE1B-7859B1027AA0}"/>
              </a:ext>
            </a:extLst>
          </p:cNvPr>
          <p:cNvSpPr txBox="1"/>
          <p:nvPr/>
        </p:nvSpPr>
        <p:spPr>
          <a:xfrm>
            <a:off x="302400" y="418591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{{LOSE_H5}}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19358C84-D947-9545-A25A-1009F77AD633}"/>
              </a:ext>
            </a:extLst>
          </p:cNvPr>
          <p:cNvSpPr txBox="1"/>
          <p:nvPr/>
        </p:nvSpPr>
        <p:spPr>
          <a:xfrm>
            <a:off x="302400" y="460953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{{LOSE_H6}}</a:t>
            </a:r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2CAE22C-BB05-3F42-8594-8AF82F70CE9F}"/>
              </a:ext>
            </a:extLst>
          </p:cNvPr>
          <p:cNvCxnSpPr/>
          <p:nvPr/>
        </p:nvCxnSpPr>
        <p:spPr>
          <a:xfrm>
            <a:off x="471347" y="440770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43">
            <a:extLst>
              <a:ext uri="{FF2B5EF4-FFF2-40B4-BE49-F238E27FC236}">
                <a16:creationId xmlns:a16="http://schemas.microsoft.com/office/drawing/2014/main" id="{AB84090C-C1EF-E94D-B5C7-3B9DB4D301D8}"/>
              </a:ext>
            </a:extLst>
          </p:cNvPr>
          <p:cNvCxnSpPr/>
          <p:nvPr/>
        </p:nvCxnSpPr>
        <p:spPr>
          <a:xfrm>
            <a:off x="471347" y="483973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EC0BDF-4FD8-1245-B37D-A1657EFB6E08}"/>
              </a:ext>
            </a:extLst>
          </p:cNvPr>
          <p:cNvGrpSpPr/>
          <p:nvPr/>
        </p:nvGrpSpPr>
        <p:grpSpPr>
          <a:xfrm>
            <a:off x="3102430" y="4515272"/>
            <a:ext cx="460743" cy="1572640"/>
            <a:chOff x="3106994" y="4308380"/>
            <a:chExt cx="460743" cy="1572640"/>
          </a:xfrm>
        </p:grpSpPr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EB5C8204-FC14-FE45-9C99-674A1524C257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4308380"/>
              <a:ext cx="239968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58">
              <a:extLst>
                <a:ext uri="{FF2B5EF4-FFF2-40B4-BE49-F238E27FC236}">
                  <a16:creationId xmlns:a16="http://schemas.microsoft.com/office/drawing/2014/main" id="{36D666EE-D2FC-0C48-A064-CBC5C199414E}"/>
                </a:ext>
              </a:extLst>
            </p:cNvPr>
            <p:cNvCxnSpPr>
              <a:cxnSpLocks/>
            </p:cNvCxnSpPr>
            <p:nvPr/>
          </p:nvCxnSpPr>
          <p:spPr>
            <a:xfrm>
              <a:off x="3106994" y="5881019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59">
              <a:extLst>
                <a:ext uri="{FF2B5EF4-FFF2-40B4-BE49-F238E27FC236}">
                  <a16:creationId xmlns:a16="http://schemas.microsoft.com/office/drawing/2014/main" id="{E2149F88-8679-4249-BC98-E186FC189F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42397" y="4308380"/>
              <a:ext cx="0" cy="157264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60">
              <a:extLst>
                <a:ext uri="{FF2B5EF4-FFF2-40B4-BE49-F238E27FC236}">
                  <a16:creationId xmlns:a16="http://schemas.microsoft.com/office/drawing/2014/main" id="{B616E7C2-6DEE-4C45-8024-5F4F5DDC708A}"/>
                </a:ext>
              </a:extLst>
            </p:cNvPr>
            <p:cNvCxnSpPr>
              <a:cxnSpLocks/>
            </p:cNvCxnSpPr>
            <p:nvPr/>
          </p:nvCxnSpPr>
          <p:spPr>
            <a:xfrm>
              <a:off x="3342397" y="5054505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ZoneTexte 69">
            <a:extLst>
              <a:ext uri="{FF2B5EF4-FFF2-40B4-BE49-F238E27FC236}">
                <a16:creationId xmlns:a16="http://schemas.microsoft.com/office/drawing/2014/main" id="{F4AD24E2-FA98-7647-AAB3-B0F46F92039A}"/>
              </a:ext>
            </a:extLst>
          </p:cNvPr>
          <p:cNvSpPr txBox="1"/>
          <p:nvPr/>
        </p:nvSpPr>
        <p:spPr>
          <a:xfrm>
            <a:off x="1472878" y="5983749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8007AE35-7248-DA4B-8C2B-7B22C216CA94}"/>
              </a:ext>
            </a:extLst>
          </p:cNvPr>
          <p:cNvSpPr txBox="1"/>
          <p:nvPr/>
        </p:nvSpPr>
        <p:spPr>
          <a:xfrm>
            <a:off x="1388213" y="6510670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7F761C82-C2B4-DF48-BDBE-901690A5B68B}"/>
              </a:ext>
            </a:extLst>
          </p:cNvPr>
          <p:cNvGrpSpPr/>
          <p:nvPr/>
        </p:nvGrpSpPr>
        <p:grpSpPr>
          <a:xfrm>
            <a:off x="327342" y="5417997"/>
            <a:ext cx="2770524" cy="1354907"/>
            <a:chOff x="336470" y="583726"/>
            <a:chExt cx="2770524" cy="1354907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C63681AC-F35F-5A46-8108-48FC8C3CD8D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76" name="Connecteur droit 75">
              <a:extLst>
                <a:ext uri="{FF2B5EF4-FFF2-40B4-BE49-F238E27FC236}">
                  <a16:creationId xmlns:a16="http://schemas.microsoft.com/office/drawing/2014/main" id="{A4F0A925-A8D3-E14C-A2D6-2498173B07D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droit 76">
              <a:extLst>
                <a:ext uri="{FF2B5EF4-FFF2-40B4-BE49-F238E27FC236}">
                  <a16:creationId xmlns:a16="http://schemas.microsoft.com/office/drawing/2014/main" id="{1C61639B-3737-7E43-9785-0CE10A9F34C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3CDDDA5A-8C0D-B44E-91D5-6F61D8DD533E}"/>
              </a:ext>
            </a:extLst>
          </p:cNvPr>
          <p:cNvSpPr txBox="1"/>
          <p:nvPr/>
        </p:nvSpPr>
        <p:spPr>
          <a:xfrm>
            <a:off x="302400" y="5769803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{{LOSE_H7}}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55C57D4B-AAC5-AD4B-8E2C-6501FB5294AA}"/>
              </a:ext>
            </a:extLst>
          </p:cNvPr>
          <p:cNvSpPr txBox="1"/>
          <p:nvPr/>
        </p:nvSpPr>
        <p:spPr>
          <a:xfrm>
            <a:off x="302400" y="619343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/>
            <a:r>
              <a:rPr lang="fr-FR" sz="800" dirty="0"/>
              <a:t>{{LOSE_H8}}</a:t>
            </a:r>
          </a:p>
        </p:txBody>
      </p: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ABDAC2DB-5B7A-4F43-8744-40E6165584D5}"/>
              </a:ext>
            </a:extLst>
          </p:cNvPr>
          <p:cNvCxnSpPr/>
          <p:nvPr/>
        </p:nvCxnSpPr>
        <p:spPr>
          <a:xfrm>
            <a:off x="466783" y="5991599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A3E2E00-B093-7D4F-BC12-05886C4247D5}"/>
              </a:ext>
            </a:extLst>
          </p:cNvPr>
          <p:cNvCxnSpPr/>
          <p:nvPr/>
        </p:nvCxnSpPr>
        <p:spPr>
          <a:xfrm>
            <a:off x="466783" y="642362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sp>
        <p:nvSpPr>
          <p:cNvPr id="107" name="Rounded Rectangle 2">
            <a:extLst>
              <a:ext uri="{FF2B5EF4-FFF2-40B4-BE49-F238E27FC236}">
                <a16:creationId xmlns:a16="http://schemas.microsoft.com/office/drawing/2014/main" id="{BC35D142-7DC5-0E44-9E75-12B5FC62CD6A}"/>
              </a:ext>
            </a:extLst>
          </p:cNvPr>
          <p:cNvSpPr/>
          <p:nvPr/>
        </p:nvSpPr>
        <p:spPr>
          <a:xfrm>
            <a:off x="3563176" y="4576296"/>
            <a:ext cx="2770524" cy="135490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cxnSp>
        <p:nvCxnSpPr>
          <p:cNvPr id="108" name="Connecteur droit 107">
            <a:extLst>
              <a:ext uri="{FF2B5EF4-FFF2-40B4-BE49-F238E27FC236}">
                <a16:creationId xmlns:a16="http://schemas.microsoft.com/office/drawing/2014/main" id="{FCC8B888-0726-F540-9FE7-57E596B0DBE0}"/>
              </a:ext>
            </a:extLst>
          </p:cNvPr>
          <p:cNvCxnSpPr>
            <a:cxnSpLocks/>
          </p:cNvCxnSpPr>
          <p:nvPr/>
        </p:nvCxnSpPr>
        <p:spPr>
          <a:xfrm>
            <a:off x="3563176" y="4838971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eur droit 108">
            <a:extLst>
              <a:ext uri="{FF2B5EF4-FFF2-40B4-BE49-F238E27FC236}">
                <a16:creationId xmlns:a16="http://schemas.microsoft.com/office/drawing/2014/main" id="{DA52E3C3-6701-3D4F-8377-52AD4FEDC38D}"/>
              </a:ext>
            </a:extLst>
          </p:cNvPr>
          <p:cNvCxnSpPr>
            <a:cxnSpLocks/>
          </p:cNvCxnSpPr>
          <p:nvPr/>
        </p:nvCxnSpPr>
        <p:spPr>
          <a:xfrm>
            <a:off x="3563176" y="5673104"/>
            <a:ext cx="2770524" cy="0"/>
          </a:xfrm>
          <a:prstGeom prst="line">
            <a:avLst/>
          </a:prstGeom>
          <a:ln w="952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rtl="0"/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7979785" y="5852944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7895120" y="6379865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6834249" y="5287192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6786000" y="563899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6786000" y="6062627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dirty="0"/>
              <a:t>{{LOSE_C9_12_2}}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6973690" y="586079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6973690" y="6292820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68305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83640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22769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8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{{WIN_C9_12_2}}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62210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62210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6209EE5-E292-454D-96D6-609304D8CACC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821839A-350D-3149-9B9E-AB3BE8950756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9-12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54" name="ZoneTexte 153">
            <a:extLst>
              <a:ext uri="{FF2B5EF4-FFF2-40B4-BE49-F238E27FC236}">
                <a16:creationId xmlns:a16="http://schemas.microsoft.com/office/drawing/2014/main" id="{0165E965-0AEA-4648-B670-E4F59E4F1F4A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55" name="ZoneTexte 154">
            <a:extLst>
              <a:ext uri="{FF2B5EF4-FFF2-40B4-BE49-F238E27FC236}">
                <a16:creationId xmlns:a16="http://schemas.microsoft.com/office/drawing/2014/main" id="{9B59A20F-3DB6-7F4E-863D-FB9971B334F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56" name="ZoneTexte 155">
            <a:extLst>
              <a:ext uri="{FF2B5EF4-FFF2-40B4-BE49-F238E27FC236}">
                <a16:creationId xmlns:a16="http://schemas.microsoft.com/office/drawing/2014/main" id="{95AB944F-7758-C94C-8C91-4450736E893A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  <p:sp>
        <p:nvSpPr>
          <p:cNvPr id="158" name="ZoneTexte 157">
            <a:extLst>
              <a:ext uri="{FF2B5EF4-FFF2-40B4-BE49-F238E27FC236}">
                <a16:creationId xmlns:a16="http://schemas.microsoft.com/office/drawing/2014/main" id="{54A3E09E-8BDE-254A-BA22-E64B73E7223B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9-10</a:t>
            </a:r>
          </a:p>
        </p:txBody>
      </p:sp>
      <p:sp>
        <p:nvSpPr>
          <p:cNvPr id="160" name="ZoneTexte 159">
            <a:extLst>
              <a:ext uri="{FF2B5EF4-FFF2-40B4-BE49-F238E27FC236}">
                <a16:creationId xmlns:a16="http://schemas.microsoft.com/office/drawing/2014/main" id="{E425B123-80FF-BA45-AAA5-5677BE31A640}"/>
              </a:ext>
            </a:extLst>
          </p:cNvPr>
          <p:cNvSpPr txBox="1"/>
          <p:nvPr/>
        </p:nvSpPr>
        <p:spPr>
          <a:xfrm>
            <a:off x="6483504" y="4770979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11-12</a:t>
            </a:r>
          </a:p>
        </p:txBody>
      </p:sp>
    </p:spTree>
    <p:extLst>
      <p:ext uri="{BB962C8B-B14F-4D97-AF65-F5344CB8AC3E}">
        <p14:creationId xmlns:p14="http://schemas.microsoft.com/office/powerpoint/2010/main" val="3311953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ounded Rectangle 2">
            <a:extLst>
              <a:ext uri="{FF2B5EF4-FFF2-40B4-BE49-F238E27FC236}">
                <a16:creationId xmlns:a16="http://schemas.microsoft.com/office/drawing/2014/main" id="{93E5FC72-315D-6A42-B592-CB50BD28B511}"/>
              </a:ext>
            </a:extLst>
          </p:cNvPr>
          <p:cNvSpPr/>
          <p:nvPr/>
        </p:nvSpPr>
        <p:spPr>
          <a:xfrm>
            <a:off x="6807230" y="3048633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EDDC4BB8-742D-FF4B-BEE0-B58600F99C26}"/>
              </a:ext>
            </a:extLst>
          </p:cNvPr>
          <p:cNvSpPr txBox="1"/>
          <p:nvPr/>
        </p:nvSpPr>
        <p:spPr>
          <a:xfrm>
            <a:off x="6825600" y="3063383"/>
            <a:ext cx="13594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{{C13_14_CODE}}</a:t>
            </a:r>
          </a:p>
        </p:txBody>
      </p:sp>
      <p:sp>
        <p:nvSpPr>
          <p:cNvPr id="76" name="Rounded Rectangle 2">
            <a:extLst>
              <a:ext uri="{FF2B5EF4-FFF2-40B4-BE49-F238E27FC236}">
                <a16:creationId xmlns:a16="http://schemas.microsoft.com/office/drawing/2014/main" id="{9C1E65CC-3E71-2840-A9C9-DA78D2A8308B}"/>
              </a:ext>
            </a:extLst>
          </p:cNvPr>
          <p:cNvSpPr/>
          <p:nvPr/>
        </p:nvSpPr>
        <p:spPr>
          <a:xfrm>
            <a:off x="316080" y="30678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20" name="ZoneTexte 119">
            <a:extLst>
              <a:ext uri="{FF2B5EF4-FFF2-40B4-BE49-F238E27FC236}">
                <a16:creationId xmlns:a16="http://schemas.microsoft.com/office/drawing/2014/main" id="{18EE39A7-0D04-BC48-9A0C-BC57C487F621}"/>
              </a:ext>
            </a:extLst>
          </p:cNvPr>
          <p:cNvSpPr txBox="1"/>
          <p:nvPr/>
        </p:nvSpPr>
        <p:spPr>
          <a:xfrm>
            <a:off x="345600" y="3077888"/>
            <a:ext cx="13758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{{C15_16_CODE}}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910BFB0A-ECDD-4B46-9FD8-3FCF5E218450}"/>
              </a:ext>
            </a:extLst>
          </p:cNvPr>
          <p:cNvSpPr txBox="1"/>
          <p:nvPr/>
        </p:nvSpPr>
        <p:spPr>
          <a:xfrm>
            <a:off x="6803572" y="3063383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{{C13_14_TERRAIN}}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21" name="ZoneTexte 120">
            <a:extLst>
              <a:ext uri="{FF2B5EF4-FFF2-40B4-BE49-F238E27FC236}">
                <a16:creationId xmlns:a16="http://schemas.microsoft.com/office/drawing/2014/main" id="{F4652EAC-16B7-2042-AB26-E5DE4DBD1890}"/>
              </a:ext>
            </a:extLst>
          </p:cNvPr>
          <p:cNvSpPr txBox="1"/>
          <p:nvPr/>
        </p:nvSpPr>
        <p:spPr>
          <a:xfrm>
            <a:off x="307926" y="3077888"/>
            <a:ext cx="27750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{{C15_16_TERRAIN}}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1" name="Rounded Rectangle 2">
            <a:extLst>
              <a:ext uri="{FF2B5EF4-FFF2-40B4-BE49-F238E27FC236}">
                <a16:creationId xmlns:a16="http://schemas.microsoft.com/office/drawing/2014/main" id="{1F28321A-24E9-2841-B6C4-0016AC281328}"/>
              </a:ext>
            </a:extLst>
          </p:cNvPr>
          <p:cNvSpPr/>
          <p:nvPr/>
        </p:nvSpPr>
        <p:spPr>
          <a:xfrm>
            <a:off x="3566527" y="4577635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100" name="ZoneTexte 99">
            <a:extLst>
              <a:ext uri="{FF2B5EF4-FFF2-40B4-BE49-F238E27FC236}">
                <a16:creationId xmlns:a16="http://schemas.microsoft.com/office/drawing/2014/main" id="{9F6CDAD2-D09F-1143-B979-9484EB8A1222}"/>
              </a:ext>
            </a:extLst>
          </p:cNvPr>
          <p:cNvSpPr txBox="1"/>
          <p:nvPr/>
        </p:nvSpPr>
        <p:spPr>
          <a:xfrm>
            <a:off x="4838700" y="4589655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{{C13_16_2_HEURE}}</a:t>
            </a:r>
          </a:p>
        </p:txBody>
      </p:sp>
      <p:sp>
        <p:nvSpPr>
          <p:cNvPr id="99" name="ZoneTexte 98">
            <a:extLst>
              <a:ext uri="{FF2B5EF4-FFF2-40B4-BE49-F238E27FC236}">
                <a16:creationId xmlns:a16="http://schemas.microsoft.com/office/drawing/2014/main" id="{48AD87D9-18D0-B640-BD6D-41EEB45F11B2}"/>
              </a:ext>
            </a:extLst>
          </p:cNvPr>
          <p:cNvSpPr txBox="1"/>
          <p:nvPr/>
        </p:nvSpPr>
        <p:spPr>
          <a:xfrm>
            <a:off x="3567599" y="4589655"/>
            <a:ext cx="27617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{{C13_16_2_TERRAIN}}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2" name="Rounded Rectangle 2">
            <a:extLst>
              <a:ext uri="{FF2B5EF4-FFF2-40B4-BE49-F238E27FC236}">
                <a16:creationId xmlns:a16="http://schemas.microsoft.com/office/drawing/2014/main" id="{ADAD8AF2-6B51-3E4D-BEBC-C5F21C2CFD7F}"/>
              </a:ext>
            </a:extLst>
          </p:cNvPr>
          <p:cNvSpPr/>
          <p:nvPr/>
        </p:nvSpPr>
        <p:spPr>
          <a:xfrm>
            <a:off x="3563555" y="1430524"/>
            <a:ext cx="2772945" cy="265527"/>
          </a:xfrm>
          <a:custGeom>
            <a:avLst/>
            <a:gdLst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225822 w 2770524"/>
              <a:gd name="connsiteY6" fmla="*/ 1354907 h 1354907"/>
              <a:gd name="connsiteX7" fmla="*/ 0 w 2770524"/>
              <a:gd name="connsiteY7" fmla="*/ 1129085 h 1354907"/>
              <a:gd name="connsiteX8" fmla="*/ 0 w 2770524"/>
              <a:gd name="connsiteY8" fmla="*/ 225822 h 1354907"/>
              <a:gd name="connsiteX0" fmla="*/ 0 w 2770524"/>
              <a:gd name="connsiteY0" fmla="*/ 225822 h 1354907"/>
              <a:gd name="connsiteX1" fmla="*/ 225822 w 2770524"/>
              <a:gd name="connsiteY1" fmla="*/ 0 h 1354907"/>
              <a:gd name="connsiteX2" fmla="*/ 2544702 w 2770524"/>
              <a:gd name="connsiteY2" fmla="*/ 0 h 1354907"/>
              <a:gd name="connsiteX3" fmla="*/ 2770524 w 2770524"/>
              <a:gd name="connsiteY3" fmla="*/ 225822 h 1354907"/>
              <a:gd name="connsiteX4" fmla="*/ 2770524 w 2770524"/>
              <a:gd name="connsiteY4" fmla="*/ 1129085 h 1354907"/>
              <a:gd name="connsiteX5" fmla="*/ 2544702 w 2770524"/>
              <a:gd name="connsiteY5" fmla="*/ 1354907 h 1354907"/>
              <a:gd name="connsiteX6" fmla="*/ 0 w 2770524"/>
              <a:gd name="connsiteY6" fmla="*/ 1129085 h 1354907"/>
              <a:gd name="connsiteX7" fmla="*/ 0 w 2770524"/>
              <a:gd name="connsiteY7" fmla="*/ 225822 h 1354907"/>
              <a:gd name="connsiteX0" fmla="*/ 0 w 2770524"/>
              <a:gd name="connsiteY0" fmla="*/ 225822 h 1241993"/>
              <a:gd name="connsiteX1" fmla="*/ 225822 w 2770524"/>
              <a:gd name="connsiteY1" fmla="*/ 0 h 1241993"/>
              <a:gd name="connsiteX2" fmla="*/ 2544702 w 2770524"/>
              <a:gd name="connsiteY2" fmla="*/ 0 h 1241993"/>
              <a:gd name="connsiteX3" fmla="*/ 2770524 w 2770524"/>
              <a:gd name="connsiteY3" fmla="*/ 225822 h 1241993"/>
              <a:gd name="connsiteX4" fmla="*/ 2770524 w 2770524"/>
              <a:gd name="connsiteY4" fmla="*/ 1129085 h 1241993"/>
              <a:gd name="connsiteX5" fmla="*/ 0 w 2770524"/>
              <a:gd name="connsiteY5" fmla="*/ 1129085 h 1241993"/>
              <a:gd name="connsiteX6" fmla="*/ 0 w 2770524"/>
              <a:gd name="connsiteY6" fmla="*/ 225822 h 1241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302918"/>
              <a:gd name="connsiteX1" fmla="*/ 225822 w 2770524"/>
              <a:gd name="connsiteY1" fmla="*/ 0 h 1302918"/>
              <a:gd name="connsiteX2" fmla="*/ 2544702 w 2770524"/>
              <a:gd name="connsiteY2" fmla="*/ 0 h 1302918"/>
              <a:gd name="connsiteX3" fmla="*/ 2770524 w 2770524"/>
              <a:gd name="connsiteY3" fmla="*/ 225822 h 1302918"/>
              <a:gd name="connsiteX4" fmla="*/ 2770524 w 2770524"/>
              <a:gd name="connsiteY4" fmla="*/ 1129085 h 1302918"/>
              <a:gd name="connsiteX5" fmla="*/ 0 w 2770524"/>
              <a:gd name="connsiteY5" fmla="*/ 1129085 h 1302918"/>
              <a:gd name="connsiteX6" fmla="*/ 0 w 2770524"/>
              <a:gd name="connsiteY6" fmla="*/ 225822 h 1302918"/>
              <a:gd name="connsiteX0" fmla="*/ 0 w 2770524"/>
              <a:gd name="connsiteY0" fmla="*/ 225822 h 1195993"/>
              <a:gd name="connsiteX1" fmla="*/ 225822 w 2770524"/>
              <a:gd name="connsiteY1" fmla="*/ 0 h 1195993"/>
              <a:gd name="connsiteX2" fmla="*/ 2544702 w 2770524"/>
              <a:gd name="connsiteY2" fmla="*/ 0 h 1195993"/>
              <a:gd name="connsiteX3" fmla="*/ 2770524 w 2770524"/>
              <a:gd name="connsiteY3" fmla="*/ 225822 h 1195993"/>
              <a:gd name="connsiteX4" fmla="*/ 2770524 w 2770524"/>
              <a:gd name="connsiteY4" fmla="*/ 1129085 h 1195993"/>
              <a:gd name="connsiteX5" fmla="*/ 0 w 2770524"/>
              <a:gd name="connsiteY5" fmla="*/ 1129085 h 1195993"/>
              <a:gd name="connsiteX6" fmla="*/ 0 w 2770524"/>
              <a:gd name="connsiteY6" fmla="*/ 225822 h 1195993"/>
              <a:gd name="connsiteX0" fmla="*/ 0 w 2770524"/>
              <a:gd name="connsiteY0" fmla="*/ 225822 h 1129085"/>
              <a:gd name="connsiteX1" fmla="*/ 225822 w 2770524"/>
              <a:gd name="connsiteY1" fmla="*/ 0 h 1129085"/>
              <a:gd name="connsiteX2" fmla="*/ 2544702 w 2770524"/>
              <a:gd name="connsiteY2" fmla="*/ 0 h 1129085"/>
              <a:gd name="connsiteX3" fmla="*/ 2770524 w 2770524"/>
              <a:gd name="connsiteY3" fmla="*/ 225822 h 1129085"/>
              <a:gd name="connsiteX4" fmla="*/ 2770524 w 2770524"/>
              <a:gd name="connsiteY4" fmla="*/ 1129085 h 1129085"/>
              <a:gd name="connsiteX5" fmla="*/ 0 w 2770524"/>
              <a:gd name="connsiteY5" fmla="*/ 225822 h 1129085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0 w 2770524"/>
              <a:gd name="connsiteY0" fmla="*/ 225822 h 225822"/>
              <a:gd name="connsiteX1" fmla="*/ 225822 w 2770524"/>
              <a:gd name="connsiteY1" fmla="*/ 0 h 225822"/>
              <a:gd name="connsiteX2" fmla="*/ 2544702 w 2770524"/>
              <a:gd name="connsiteY2" fmla="*/ 0 h 225822"/>
              <a:gd name="connsiteX3" fmla="*/ 2770524 w 2770524"/>
              <a:gd name="connsiteY3" fmla="*/ 225822 h 225822"/>
              <a:gd name="connsiteX4" fmla="*/ 0 w 2770524"/>
              <a:gd name="connsiteY4" fmla="*/ 225822 h 225822"/>
              <a:gd name="connsiteX0" fmla="*/ 971 w 2771495"/>
              <a:gd name="connsiteY0" fmla="*/ 225822 h 225822"/>
              <a:gd name="connsiteX1" fmla="*/ 226793 w 2771495"/>
              <a:gd name="connsiteY1" fmla="*/ 0 h 225822"/>
              <a:gd name="connsiteX2" fmla="*/ 2545673 w 2771495"/>
              <a:gd name="connsiteY2" fmla="*/ 0 h 225822"/>
              <a:gd name="connsiteX3" fmla="*/ 2771495 w 2771495"/>
              <a:gd name="connsiteY3" fmla="*/ 225822 h 225822"/>
              <a:gd name="connsiteX4" fmla="*/ 971 w 2771495"/>
              <a:gd name="connsiteY4" fmla="*/ 225822 h 225822"/>
              <a:gd name="connsiteX0" fmla="*/ 971 w 2772945"/>
              <a:gd name="connsiteY0" fmla="*/ 225822 h 225822"/>
              <a:gd name="connsiteX1" fmla="*/ 226793 w 2772945"/>
              <a:gd name="connsiteY1" fmla="*/ 0 h 225822"/>
              <a:gd name="connsiteX2" fmla="*/ 2545673 w 2772945"/>
              <a:gd name="connsiteY2" fmla="*/ 0 h 225822"/>
              <a:gd name="connsiteX3" fmla="*/ 2771495 w 2772945"/>
              <a:gd name="connsiteY3" fmla="*/ 225822 h 225822"/>
              <a:gd name="connsiteX4" fmla="*/ 971 w 2772945"/>
              <a:gd name="connsiteY4" fmla="*/ 225822 h 225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2945" h="225822">
                <a:moveTo>
                  <a:pt x="971" y="225822"/>
                </a:moveTo>
                <a:cubicBezTo>
                  <a:pt x="-11729" y="74102"/>
                  <a:pt x="102075" y="0"/>
                  <a:pt x="226793" y="0"/>
                </a:cubicBezTo>
                <a:lnTo>
                  <a:pt x="2545673" y="0"/>
                </a:lnTo>
                <a:cubicBezTo>
                  <a:pt x="2670391" y="0"/>
                  <a:pt x="2787370" y="87603"/>
                  <a:pt x="2771495" y="225822"/>
                </a:cubicBezTo>
                <a:lnTo>
                  <a:pt x="971" y="225822"/>
                </a:lnTo>
                <a:close/>
              </a:path>
            </a:pathLst>
          </a:custGeom>
          <a:solidFill>
            <a:srgbClr val="00B0F0"/>
          </a:solidFill>
          <a:ln w="635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/>
            </a:pPr>
            <a:endParaRPr sz="907" dirty="0"/>
          </a:p>
        </p:txBody>
      </p:sp>
      <p:sp>
        <p:nvSpPr>
          <p:cNvPr id="84" name="ZoneTexte 83">
            <a:extLst>
              <a:ext uri="{FF2B5EF4-FFF2-40B4-BE49-F238E27FC236}">
                <a16:creationId xmlns:a16="http://schemas.microsoft.com/office/drawing/2014/main" id="{12DCC3BB-AF0E-EB46-B2A1-A596BB18B5D7}"/>
              </a:ext>
            </a:extLst>
          </p:cNvPr>
          <p:cNvSpPr txBox="1"/>
          <p:nvPr/>
        </p:nvSpPr>
        <p:spPr>
          <a:xfrm>
            <a:off x="4838700" y="1446132"/>
            <a:ext cx="1495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{{C13_16_1_HEURE}}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590F566A-D92F-5242-BBDC-F144A710434C}"/>
              </a:ext>
            </a:extLst>
          </p:cNvPr>
          <p:cNvSpPr txBox="1"/>
          <p:nvPr/>
        </p:nvSpPr>
        <p:spPr>
          <a:xfrm>
            <a:off x="3558866" y="1446132"/>
            <a:ext cx="27705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{{C13_16_1_TERRAIN}}</a:t>
            </a:r>
          </a:p>
          <a:p>
            <a:pPr algn="ctr"/>
            <a:endParaRPr lang="fr-FR" sz="11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82" name="ZoneTexte 81">
            <a:extLst>
              <a:ext uri="{FF2B5EF4-FFF2-40B4-BE49-F238E27FC236}">
                <a16:creationId xmlns:a16="http://schemas.microsoft.com/office/drawing/2014/main" id="{3279640A-A774-5742-A7B3-063C0FC4779D}"/>
              </a:ext>
            </a:extLst>
          </p:cNvPr>
          <p:cNvSpPr txBox="1"/>
          <p:nvPr/>
        </p:nvSpPr>
        <p:spPr>
          <a:xfrm>
            <a:off x="3567599" y="1446132"/>
            <a:ext cx="14658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{{C13_16_1_CODE}}</a:t>
            </a:r>
          </a:p>
        </p:txBody>
      </p:sp>
      <p:sp>
        <p:nvSpPr>
          <p:cNvPr id="86" name="ZoneTexte 85">
            <a:extLst>
              <a:ext uri="{FF2B5EF4-FFF2-40B4-BE49-F238E27FC236}">
                <a16:creationId xmlns:a16="http://schemas.microsoft.com/office/drawing/2014/main" id="{26C878EB-707A-7444-9C8A-2B3905975071}"/>
              </a:ext>
            </a:extLst>
          </p:cNvPr>
          <p:cNvSpPr txBox="1"/>
          <p:nvPr/>
        </p:nvSpPr>
        <p:spPr>
          <a:xfrm>
            <a:off x="4708712" y="1998525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87" name="ZoneTexte 86">
            <a:extLst>
              <a:ext uri="{FF2B5EF4-FFF2-40B4-BE49-F238E27FC236}">
                <a16:creationId xmlns:a16="http://schemas.microsoft.com/office/drawing/2014/main" id="{A144670B-58EE-524F-99E5-2B3C81E7289F}"/>
              </a:ext>
            </a:extLst>
          </p:cNvPr>
          <p:cNvSpPr txBox="1"/>
          <p:nvPr/>
        </p:nvSpPr>
        <p:spPr>
          <a:xfrm>
            <a:off x="4624047" y="2525446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88" name="Groupe 87">
            <a:extLst>
              <a:ext uri="{FF2B5EF4-FFF2-40B4-BE49-F238E27FC236}">
                <a16:creationId xmlns:a16="http://schemas.microsoft.com/office/drawing/2014/main" id="{B0F2BD75-4443-D84D-B154-D1057C85CDAE}"/>
              </a:ext>
            </a:extLst>
          </p:cNvPr>
          <p:cNvGrpSpPr/>
          <p:nvPr/>
        </p:nvGrpSpPr>
        <p:grpSpPr>
          <a:xfrm>
            <a:off x="3563176" y="1432773"/>
            <a:ext cx="2770524" cy="1354907"/>
            <a:chOff x="336470" y="583726"/>
            <a:chExt cx="2770524" cy="1354907"/>
          </a:xfrm>
        </p:grpSpPr>
        <p:sp>
          <p:nvSpPr>
            <p:cNvPr id="91" name="Rounded Rectangle 2">
              <a:extLst>
                <a:ext uri="{FF2B5EF4-FFF2-40B4-BE49-F238E27FC236}">
                  <a16:creationId xmlns:a16="http://schemas.microsoft.com/office/drawing/2014/main" id="{9576F30C-0DE9-1E43-8389-A0DA82691D16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92" name="Connecteur droit 91">
              <a:extLst>
                <a:ext uri="{FF2B5EF4-FFF2-40B4-BE49-F238E27FC236}">
                  <a16:creationId xmlns:a16="http://schemas.microsoft.com/office/drawing/2014/main" id="{E52F0D62-D88D-E849-AF92-9A67FFE282C6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eur droit 92">
              <a:extLst>
                <a:ext uri="{FF2B5EF4-FFF2-40B4-BE49-F238E27FC236}">
                  <a16:creationId xmlns:a16="http://schemas.microsoft.com/office/drawing/2014/main" id="{CBB09D14-D29B-AD45-AFF4-A545CC76BC7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ZoneTexte 88">
            <a:extLst>
              <a:ext uri="{FF2B5EF4-FFF2-40B4-BE49-F238E27FC236}">
                <a16:creationId xmlns:a16="http://schemas.microsoft.com/office/drawing/2014/main" id="{781AB9AB-714D-9346-BDD6-E6310837A8C5}"/>
              </a:ext>
            </a:extLst>
          </p:cNvPr>
          <p:cNvSpPr txBox="1"/>
          <p:nvPr/>
        </p:nvSpPr>
        <p:spPr>
          <a:xfrm>
            <a:off x="3528000" y="178457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{{LOSE_C9_16_1}}</a:t>
            </a:r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4C02E111-27AC-2C4E-85B7-073CFBAFFBD2}"/>
              </a:ext>
            </a:extLst>
          </p:cNvPr>
          <p:cNvSpPr txBox="1"/>
          <p:nvPr/>
        </p:nvSpPr>
        <p:spPr>
          <a:xfrm>
            <a:off x="3528000" y="2208208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{{LOSE_C9_16_2}}</a:t>
            </a:r>
          </a:p>
        </p:txBody>
      </p: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A998CE6F-1EAA-464F-A86D-495B88D65B78}"/>
              </a:ext>
            </a:extLst>
          </p:cNvPr>
          <p:cNvCxnSpPr/>
          <p:nvPr/>
        </p:nvCxnSpPr>
        <p:spPr>
          <a:xfrm>
            <a:off x="3702617" y="2006375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80">
            <a:extLst>
              <a:ext uri="{FF2B5EF4-FFF2-40B4-BE49-F238E27FC236}">
                <a16:creationId xmlns:a16="http://schemas.microsoft.com/office/drawing/2014/main" id="{78FF5F94-1E72-D94C-92C9-3BFE3965A1D9}"/>
              </a:ext>
            </a:extLst>
          </p:cNvPr>
          <p:cNvCxnSpPr/>
          <p:nvPr/>
        </p:nvCxnSpPr>
        <p:spPr>
          <a:xfrm>
            <a:off x="3702617" y="243840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ZoneTexte 97">
            <a:extLst>
              <a:ext uri="{FF2B5EF4-FFF2-40B4-BE49-F238E27FC236}">
                <a16:creationId xmlns:a16="http://schemas.microsoft.com/office/drawing/2014/main" id="{169691C6-0FE4-D14B-85B8-7311AEA1CAF9}"/>
              </a:ext>
            </a:extLst>
          </p:cNvPr>
          <p:cNvSpPr txBox="1"/>
          <p:nvPr/>
        </p:nvSpPr>
        <p:spPr>
          <a:xfrm>
            <a:off x="3567600" y="4589655"/>
            <a:ext cx="14658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{{C13_16_2_CODE}}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5D980E67-C0BF-0249-9F9E-D310002ABF91}"/>
              </a:ext>
            </a:extLst>
          </p:cNvPr>
          <p:cNvSpPr txBox="1"/>
          <p:nvPr/>
        </p:nvSpPr>
        <p:spPr>
          <a:xfrm>
            <a:off x="4708712" y="5142048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03" name="ZoneTexte 102">
            <a:extLst>
              <a:ext uri="{FF2B5EF4-FFF2-40B4-BE49-F238E27FC236}">
                <a16:creationId xmlns:a16="http://schemas.microsoft.com/office/drawing/2014/main" id="{EF701DC9-1014-7A40-B565-905EE15D2F0C}"/>
              </a:ext>
            </a:extLst>
          </p:cNvPr>
          <p:cNvSpPr txBox="1"/>
          <p:nvPr/>
        </p:nvSpPr>
        <p:spPr>
          <a:xfrm>
            <a:off x="4624047" y="5668969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B6406194-AC67-234C-A018-959BFA4FBEBF}"/>
              </a:ext>
            </a:extLst>
          </p:cNvPr>
          <p:cNvGrpSpPr/>
          <p:nvPr/>
        </p:nvGrpSpPr>
        <p:grpSpPr>
          <a:xfrm>
            <a:off x="3563176" y="4576296"/>
            <a:ext cx="2770524" cy="1354907"/>
            <a:chOff x="336470" y="583726"/>
            <a:chExt cx="2770524" cy="1354907"/>
          </a:xfrm>
        </p:grpSpPr>
        <p:sp>
          <p:nvSpPr>
            <p:cNvPr id="107" name="Rounded Rectangle 2">
              <a:extLst>
                <a:ext uri="{FF2B5EF4-FFF2-40B4-BE49-F238E27FC236}">
                  <a16:creationId xmlns:a16="http://schemas.microsoft.com/office/drawing/2014/main" id="{BC35D142-7DC5-0E44-9E75-12B5FC62CD6A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08" name="Connecteur droit 107">
              <a:extLst>
                <a:ext uri="{FF2B5EF4-FFF2-40B4-BE49-F238E27FC236}">
                  <a16:creationId xmlns:a16="http://schemas.microsoft.com/office/drawing/2014/main" id="{FCC8B888-0726-F540-9FE7-57E596B0DBE0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eur droit 108">
              <a:extLst>
                <a:ext uri="{FF2B5EF4-FFF2-40B4-BE49-F238E27FC236}">
                  <a16:creationId xmlns:a16="http://schemas.microsoft.com/office/drawing/2014/main" id="{DA52E3C3-6701-3D4F-8377-52AD4FEDC38D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ZoneTexte 104">
            <a:extLst>
              <a:ext uri="{FF2B5EF4-FFF2-40B4-BE49-F238E27FC236}">
                <a16:creationId xmlns:a16="http://schemas.microsoft.com/office/drawing/2014/main" id="{AC2F79E4-32EE-714F-BDE0-2953055CC226}"/>
              </a:ext>
            </a:extLst>
          </p:cNvPr>
          <p:cNvSpPr txBox="1"/>
          <p:nvPr/>
        </p:nvSpPr>
        <p:spPr>
          <a:xfrm>
            <a:off x="3528000" y="4928102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{{LOSE_C9_16_3}}</a:t>
            </a:r>
          </a:p>
        </p:txBody>
      </p:sp>
      <p:sp>
        <p:nvSpPr>
          <p:cNvPr id="106" name="ZoneTexte 105">
            <a:extLst>
              <a:ext uri="{FF2B5EF4-FFF2-40B4-BE49-F238E27FC236}">
                <a16:creationId xmlns:a16="http://schemas.microsoft.com/office/drawing/2014/main" id="{46B92A05-4D0C-2B4A-8FA9-2AF1BD334B79}"/>
              </a:ext>
            </a:extLst>
          </p:cNvPr>
          <p:cNvSpPr txBox="1"/>
          <p:nvPr/>
        </p:nvSpPr>
        <p:spPr>
          <a:xfrm>
            <a:off x="3528000" y="5351731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{{LOSE_C9_16_4}}</a:t>
            </a:r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F6685AC6-3CD7-8847-BB9C-893DB376A67F}"/>
              </a:ext>
            </a:extLst>
          </p:cNvPr>
          <p:cNvCxnSpPr/>
          <p:nvPr/>
        </p:nvCxnSpPr>
        <p:spPr>
          <a:xfrm>
            <a:off x="3702617" y="5149898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8328B16A-FFCF-EE45-BCFB-5E7C6B311672}"/>
              </a:ext>
            </a:extLst>
          </p:cNvPr>
          <p:cNvCxnSpPr/>
          <p:nvPr/>
        </p:nvCxnSpPr>
        <p:spPr>
          <a:xfrm>
            <a:off x="3702617" y="5581924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4FA91640-449A-F445-89C7-3C9E207DE8A7}"/>
              </a:ext>
            </a:extLst>
          </p:cNvPr>
          <p:cNvGrpSpPr/>
          <p:nvPr/>
        </p:nvGrpSpPr>
        <p:grpSpPr>
          <a:xfrm>
            <a:off x="6333700" y="2214965"/>
            <a:ext cx="469872" cy="3046488"/>
            <a:chOff x="6333698" y="2051381"/>
            <a:chExt cx="469872" cy="3046488"/>
          </a:xfrm>
        </p:grpSpPr>
        <p:cxnSp>
          <p:nvCxnSpPr>
            <p:cNvPr id="110" name="Connecteur droit 109">
              <a:extLst>
                <a:ext uri="{FF2B5EF4-FFF2-40B4-BE49-F238E27FC236}">
                  <a16:creationId xmlns:a16="http://schemas.microsoft.com/office/drawing/2014/main" id="{C0F01EAA-1B97-1940-B59B-178F11F13438}"/>
                </a:ext>
              </a:extLst>
            </p:cNvPr>
            <p:cNvCxnSpPr>
              <a:cxnSpLocks/>
              <a:stCxn id="91" idx="3"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05D29F0C-A3D7-A543-87FD-294E9D4CA41F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3239365E-8411-9647-9702-EE4796BCC8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112">
              <a:extLst>
                <a:ext uri="{FF2B5EF4-FFF2-40B4-BE49-F238E27FC236}">
                  <a16:creationId xmlns:a16="http://schemas.microsoft.com/office/drawing/2014/main" id="{700BC4D2-0E4B-6F4A-AF56-340AECFFAC87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2" name="ZoneTexte 121">
            <a:extLst>
              <a:ext uri="{FF2B5EF4-FFF2-40B4-BE49-F238E27FC236}">
                <a16:creationId xmlns:a16="http://schemas.microsoft.com/office/drawing/2014/main" id="{D494BE03-677C-794F-847F-0CDCFE49F103}"/>
              </a:ext>
            </a:extLst>
          </p:cNvPr>
          <p:cNvSpPr txBox="1"/>
          <p:nvPr/>
        </p:nvSpPr>
        <p:spPr>
          <a:xfrm>
            <a:off x="1720997" y="3077888"/>
            <a:ext cx="1362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{{C15_16_HEURE}}</a:t>
            </a:r>
          </a:p>
        </p:txBody>
      </p:sp>
      <p:sp>
        <p:nvSpPr>
          <p:cNvPr id="124" name="ZoneTexte 123">
            <a:extLst>
              <a:ext uri="{FF2B5EF4-FFF2-40B4-BE49-F238E27FC236}">
                <a16:creationId xmlns:a16="http://schemas.microsoft.com/office/drawing/2014/main" id="{7C5DDC0D-D2C5-E643-8550-E5AF436B9DAC}"/>
              </a:ext>
            </a:extLst>
          </p:cNvPr>
          <p:cNvSpPr txBox="1"/>
          <p:nvPr/>
        </p:nvSpPr>
        <p:spPr>
          <a:xfrm>
            <a:off x="1458026" y="3630281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25" name="ZoneTexte 124">
            <a:extLst>
              <a:ext uri="{FF2B5EF4-FFF2-40B4-BE49-F238E27FC236}">
                <a16:creationId xmlns:a16="http://schemas.microsoft.com/office/drawing/2014/main" id="{1C3C531F-EAE8-0B47-8C26-D96F212B92A3}"/>
              </a:ext>
            </a:extLst>
          </p:cNvPr>
          <p:cNvSpPr txBox="1"/>
          <p:nvPr/>
        </p:nvSpPr>
        <p:spPr>
          <a:xfrm>
            <a:off x="1373361" y="4157202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26" name="Groupe 125">
            <a:extLst>
              <a:ext uri="{FF2B5EF4-FFF2-40B4-BE49-F238E27FC236}">
                <a16:creationId xmlns:a16="http://schemas.microsoft.com/office/drawing/2014/main" id="{2473C159-6013-F745-8841-D200E5071813}"/>
              </a:ext>
            </a:extLst>
          </p:cNvPr>
          <p:cNvGrpSpPr/>
          <p:nvPr/>
        </p:nvGrpSpPr>
        <p:grpSpPr>
          <a:xfrm>
            <a:off x="312490" y="3064529"/>
            <a:ext cx="2770524" cy="1354907"/>
            <a:chOff x="336470" y="583726"/>
            <a:chExt cx="2770524" cy="1354907"/>
          </a:xfrm>
        </p:grpSpPr>
        <p:sp>
          <p:nvSpPr>
            <p:cNvPr id="129" name="Rounded Rectangle 2">
              <a:extLst>
                <a:ext uri="{FF2B5EF4-FFF2-40B4-BE49-F238E27FC236}">
                  <a16:creationId xmlns:a16="http://schemas.microsoft.com/office/drawing/2014/main" id="{677F7C61-44EE-6E40-8F6E-A7E52C5936B9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C60CE79D-9730-E542-91BE-18015D5511C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4A0753E7-9E42-6B41-8773-592DC95067B3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7" name="ZoneTexte 126">
            <a:extLst>
              <a:ext uri="{FF2B5EF4-FFF2-40B4-BE49-F238E27FC236}">
                <a16:creationId xmlns:a16="http://schemas.microsoft.com/office/drawing/2014/main" id="{BCC83249-E726-6B4D-BAC5-E85EB2DC6EF5}"/>
              </a:ext>
            </a:extLst>
          </p:cNvPr>
          <p:cNvSpPr txBox="1"/>
          <p:nvPr/>
        </p:nvSpPr>
        <p:spPr>
          <a:xfrm>
            <a:off x="302400" y="3416335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{{LOSE_C13_16_1}}</a:t>
            </a:r>
          </a:p>
        </p:txBody>
      </p:sp>
      <p:sp>
        <p:nvSpPr>
          <p:cNvPr id="128" name="ZoneTexte 127">
            <a:extLst>
              <a:ext uri="{FF2B5EF4-FFF2-40B4-BE49-F238E27FC236}">
                <a16:creationId xmlns:a16="http://schemas.microsoft.com/office/drawing/2014/main" id="{D19D15F8-E49A-5047-A237-D55BBF32D126}"/>
              </a:ext>
            </a:extLst>
          </p:cNvPr>
          <p:cNvSpPr txBox="1"/>
          <p:nvPr/>
        </p:nvSpPr>
        <p:spPr>
          <a:xfrm>
            <a:off x="302400" y="3839964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{{LOSE_C13_16_2}}</a:t>
            </a:r>
          </a:p>
        </p:txBody>
      </p: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127FC127-C7D1-574A-B48C-8D6AB458E5D4}"/>
              </a:ext>
            </a:extLst>
          </p:cNvPr>
          <p:cNvCxnSpPr/>
          <p:nvPr/>
        </p:nvCxnSpPr>
        <p:spPr>
          <a:xfrm>
            <a:off x="451931" y="3638131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eur droit 118">
            <a:extLst>
              <a:ext uri="{FF2B5EF4-FFF2-40B4-BE49-F238E27FC236}">
                <a16:creationId xmlns:a16="http://schemas.microsoft.com/office/drawing/2014/main" id="{98E3D683-DFDF-5443-B0E4-720EAF0A1CBE}"/>
              </a:ext>
            </a:extLst>
          </p:cNvPr>
          <p:cNvCxnSpPr/>
          <p:nvPr/>
        </p:nvCxnSpPr>
        <p:spPr>
          <a:xfrm>
            <a:off x="451931" y="4070157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ZoneTexte 143">
            <a:extLst>
              <a:ext uri="{FF2B5EF4-FFF2-40B4-BE49-F238E27FC236}">
                <a16:creationId xmlns:a16="http://schemas.microsoft.com/office/drawing/2014/main" id="{C461CD0F-189D-4249-AC96-125DD326BD5B}"/>
              </a:ext>
            </a:extLst>
          </p:cNvPr>
          <p:cNvSpPr txBox="1"/>
          <p:nvPr/>
        </p:nvSpPr>
        <p:spPr>
          <a:xfrm>
            <a:off x="8162552" y="3063383"/>
            <a:ext cx="14147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1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{{C13_14_HEURE}}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08300B0F-C0E3-A244-A7FD-E72C98388DAD}"/>
              </a:ext>
            </a:extLst>
          </p:cNvPr>
          <p:cNvSpPr txBox="1"/>
          <p:nvPr/>
        </p:nvSpPr>
        <p:spPr>
          <a:xfrm>
            <a:off x="7952357" y="3615776"/>
            <a:ext cx="39052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vs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3F382E53-E534-BF46-9E92-D6DEEA03A331}"/>
              </a:ext>
            </a:extLst>
          </p:cNvPr>
          <p:cNvSpPr txBox="1"/>
          <p:nvPr/>
        </p:nvSpPr>
        <p:spPr>
          <a:xfrm>
            <a:off x="7867692" y="4142697"/>
            <a:ext cx="59347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score:</a:t>
            </a:r>
          </a:p>
        </p:txBody>
      </p:sp>
      <p:grpSp>
        <p:nvGrpSpPr>
          <p:cNvPr id="148" name="Groupe 147">
            <a:extLst>
              <a:ext uri="{FF2B5EF4-FFF2-40B4-BE49-F238E27FC236}">
                <a16:creationId xmlns:a16="http://schemas.microsoft.com/office/drawing/2014/main" id="{1AF2CC3B-4304-6341-A985-F78CDE3CAEF1}"/>
              </a:ext>
            </a:extLst>
          </p:cNvPr>
          <p:cNvGrpSpPr/>
          <p:nvPr/>
        </p:nvGrpSpPr>
        <p:grpSpPr>
          <a:xfrm>
            <a:off x="6806821" y="3050024"/>
            <a:ext cx="2770524" cy="1354907"/>
            <a:chOff x="336470" y="583726"/>
            <a:chExt cx="2770524" cy="1354907"/>
          </a:xfrm>
        </p:grpSpPr>
        <p:sp>
          <p:nvSpPr>
            <p:cNvPr id="151" name="Rounded Rectangle 2">
              <a:extLst>
                <a:ext uri="{FF2B5EF4-FFF2-40B4-BE49-F238E27FC236}">
                  <a16:creationId xmlns:a16="http://schemas.microsoft.com/office/drawing/2014/main" id="{6EB1D16C-420F-7E40-A829-B13E274D54B0}"/>
                </a:ext>
              </a:extLst>
            </p:cNvPr>
            <p:cNvSpPr/>
            <p:nvPr/>
          </p:nvSpPr>
          <p:spPr>
            <a:xfrm>
              <a:off x="336470" y="583726"/>
              <a:ext cx="2770524" cy="135490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000"/>
              </a:pPr>
              <a:endParaRPr sz="907" dirty="0"/>
            </a:p>
          </p:txBody>
        </p:sp>
        <p:cxnSp>
          <p:nvCxnSpPr>
            <p:cNvPr id="152" name="Connecteur droit 151">
              <a:extLst>
                <a:ext uri="{FF2B5EF4-FFF2-40B4-BE49-F238E27FC236}">
                  <a16:creationId xmlns:a16="http://schemas.microsoft.com/office/drawing/2014/main" id="{B867D87F-3076-B446-92FF-B64F53ECC09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846401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necteur droit 152">
              <a:extLst>
                <a:ext uri="{FF2B5EF4-FFF2-40B4-BE49-F238E27FC236}">
                  <a16:creationId xmlns:a16="http://schemas.microsoft.com/office/drawing/2014/main" id="{D546E548-70FC-234F-A8B1-93CD1ABC4088}"/>
                </a:ext>
              </a:extLst>
            </p:cNvPr>
            <p:cNvCxnSpPr>
              <a:cxnSpLocks/>
            </p:cNvCxnSpPr>
            <p:nvPr/>
          </p:nvCxnSpPr>
          <p:spPr>
            <a:xfrm>
              <a:off x="336470" y="1680534"/>
              <a:ext cx="2770524" cy="0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ZoneTexte 148">
            <a:extLst>
              <a:ext uri="{FF2B5EF4-FFF2-40B4-BE49-F238E27FC236}">
                <a16:creationId xmlns:a16="http://schemas.microsoft.com/office/drawing/2014/main" id="{2E9D8ACE-3A81-8F46-8DF9-12EB6F8703A7}"/>
              </a:ext>
            </a:extLst>
          </p:cNvPr>
          <p:cNvSpPr txBox="1"/>
          <p:nvPr/>
        </p:nvSpPr>
        <p:spPr>
          <a:xfrm>
            <a:off x="6786000" y="3401830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{{WIN_C13_16_1}}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BD41D5E5-CF43-C149-8EAD-1C673202AB44}"/>
              </a:ext>
            </a:extLst>
          </p:cNvPr>
          <p:cNvSpPr txBox="1"/>
          <p:nvPr/>
        </p:nvSpPr>
        <p:spPr>
          <a:xfrm>
            <a:off x="6786000" y="3825459"/>
            <a:ext cx="25191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00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fr-FR" sz="800" dirty="0"/>
              <a:t>{{WIN_</a:t>
            </a:r>
            <a:r>
              <a:rPr lang="fr-FR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C13_16</a:t>
            </a:r>
            <a:r>
              <a:rPr lang="fr-FR" sz="800" dirty="0"/>
              <a:t>_2}}</a:t>
            </a:r>
          </a:p>
        </p:txBody>
      </p:sp>
      <p:cxnSp>
        <p:nvCxnSpPr>
          <p:cNvPr id="140" name="Connecteur droit 139">
            <a:extLst>
              <a:ext uri="{FF2B5EF4-FFF2-40B4-BE49-F238E27FC236}">
                <a16:creationId xmlns:a16="http://schemas.microsoft.com/office/drawing/2014/main" id="{13C8F888-C63D-ED4F-AE8A-70A488DC45B7}"/>
              </a:ext>
            </a:extLst>
          </p:cNvPr>
          <p:cNvCxnSpPr/>
          <p:nvPr/>
        </p:nvCxnSpPr>
        <p:spPr>
          <a:xfrm>
            <a:off x="6946262" y="3623626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140">
            <a:extLst>
              <a:ext uri="{FF2B5EF4-FFF2-40B4-BE49-F238E27FC236}">
                <a16:creationId xmlns:a16="http://schemas.microsoft.com/office/drawing/2014/main" id="{9E33C42C-662B-264D-AE4B-F7C4DA6983DF}"/>
              </a:ext>
            </a:extLst>
          </p:cNvPr>
          <p:cNvCxnSpPr/>
          <p:nvPr/>
        </p:nvCxnSpPr>
        <p:spPr>
          <a:xfrm>
            <a:off x="6946262" y="4055652"/>
            <a:ext cx="2514600" cy="0"/>
          </a:xfrm>
          <a:prstGeom prst="line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>
            <a:extLst>
              <a:ext uri="{FF2B5EF4-FFF2-40B4-BE49-F238E27FC236}">
                <a16:creationId xmlns:a16="http://schemas.microsoft.com/office/drawing/2014/main" id="{663EBACE-D0FB-8E43-9D99-3D87DCAF21E0}"/>
              </a:ext>
            </a:extLst>
          </p:cNvPr>
          <p:cNvGrpSpPr/>
          <p:nvPr/>
        </p:nvGrpSpPr>
        <p:grpSpPr>
          <a:xfrm rot="10800000">
            <a:off x="3078453" y="2215654"/>
            <a:ext cx="469872" cy="3046488"/>
            <a:chOff x="6333698" y="2051381"/>
            <a:chExt cx="469872" cy="3046488"/>
          </a:xfrm>
        </p:grpSpPr>
        <p:cxnSp>
          <p:nvCxnSpPr>
            <p:cNvPr id="155" name="Connecteur droit 154">
              <a:extLst>
                <a:ext uri="{FF2B5EF4-FFF2-40B4-BE49-F238E27FC236}">
                  <a16:creationId xmlns:a16="http://schemas.microsoft.com/office/drawing/2014/main" id="{FC08E550-265D-B148-A192-46B5AD0692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33698" y="2051381"/>
              <a:ext cx="249097" cy="36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necteur droit 155">
              <a:extLst>
                <a:ext uri="{FF2B5EF4-FFF2-40B4-BE49-F238E27FC236}">
                  <a16:creationId xmlns:a16="http://schemas.microsoft.com/office/drawing/2014/main" id="{49EA6DB5-9745-4942-8C78-8B8DAAF9CF09}"/>
                </a:ext>
              </a:extLst>
            </p:cNvPr>
            <p:cNvCxnSpPr>
              <a:cxnSpLocks/>
            </p:cNvCxnSpPr>
            <p:nvPr/>
          </p:nvCxnSpPr>
          <p:spPr>
            <a:xfrm>
              <a:off x="6338262" y="5097868"/>
              <a:ext cx="239968" cy="1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necteur droit 156">
              <a:extLst>
                <a:ext uri="{FF2B5EF4-FFF2-40B4-BE49-F238E27FC236}">
                  <a16:creationId xmlns:a16="http://schemas.microsoft.com/office/drawing/2014/main" id="{EFF62FA7-9260-324C-B8FE-2D2B7DCC3A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78230" y="2051381"/>
              <a:ext cx="0" cy="3046432"/>
            </a:xfrm>
            <a:prstGeom prst="line">
              <a:avLst/>
            </a:prstGeom>
            <a:ln w="9525"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necteur droit 157">
              <a:extLst>
                <a:ext uri="{FF2B5EF4-FFF2-40B4-BE49-F238E27FC236}">
                  <a16:creationId xmlns:a16="http://schemas.microsoft.com/office/drawing/2014/main" id="{64F6EADD-B1AD-5544-BCA9-43AD505B75A3}"/>
                </a:ext>
              </a:extLst>
            </p:cNvPr>
            <p:cNvCxnSpPr>
              <a:cxnSpLocks/>
            </p:cNvCxnSpPr>
            <p:nvPr/>
          </p:nvCxnSpPr>
          <p:spPr>
            <a:xfrm>
              <a:off x="6578230" y="3567717"/>
              <a:ext cx="225340" cy="0"/>
            </a:xfrm>
            <a:prstGeom prst="line">
              <a:avLst/>
            </a:prstGeom>
            <a:ln w="9525">
              <a:solidFill>
                <a:schemeClr val="tx1"/>
              </a:solidFill>
              <a:tailEnd type="arrow" w="sm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3" name="ZoneTexte 72">
            <a:extLst>
              <a:ext uri="{FF2B5EF4-FFF2-40B4-BE49-F238E27FC236}">
                <a16:creationId xmlns:a16="http://schemas.microsoft.com/office/drawing/2014/main" id="{904A0942-903D-9742-93EA-B8F37445DDA4}"/>
              </a:ext>
            </a:extLst>
          </p:cNvPr>
          <p:cNvSpPr txBox="1"/>
          <p:nvPr/>
        </p:nvSpPr>
        <p:spPr>
          <a:xfrm>
            <a:off x="-21446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15-16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65FC3FC6-EEBC-3048-9EFF-A7A6397DB16A}"/>
              </a:ext>
            </a:extLst>
          </p:cNvPr>
          <p:cNvSpPr txBox="1"/>
          <p:nvPr/>
        </p:nvSpPr>
        <p:spPr>
          <a:xfrm>
            <a:off x="6472885" y="2520000"/>
            <a:ext cx="33830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13-14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7CB271E-7CD3-6245-AD55-53A543E737B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31DF1842-41B2-7B44-ADE0-CA30EB7B3FBC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13-16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79" name="ZoneTexte 78">
            <a:extLst>
              <a:ext uri="{FF2B5EF4-FFF2-40B4-BE49-F238E27FC236}">
                <a16:creationId xmlns:a16="http://schemas.microsoft.com/office/drawing/2014/main" id="{7B34F9C7-4452-FD46-80C2-26E19D3F290B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85" name="ZoneTexte 84">
            <a:extLst>
              <a:ext uri="{FF2B5EF4-FFF2-40B4-BE49-F238E27FC236}">
                <a16:creationId xmlns:a16="http://schemas.microsoft.com/office/drawing/2014/main" id="{CF7A0267-61F4-2E4E-B8FA-D0C2F045C21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94" name="ZoneTexte 93">
            <a:extLst>
              <a:ext uri="{FF2B5EF4-FFF2-40B4-BE49-F238E27FC236}">
                <a16:creationId xmlns:a16="http://schemas.microsoft.com/office/drawing/2014/main" id="{C1D14E81-30AB-664A-943D-C07DF5D27ECB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23118982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683520"/>
              </p:ext>
            </p:extLst>
          </p:nvPr>
        </p:nvGraphicFramePr>
        <p:xfrm>
          <a:off x="148524" y="1847843"/>
          <a:ext cx="9608952" cy="3177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3623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5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5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{{J1_PL3_EQ2}}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{{J1_PL4_EQ2}}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{{J1_PL5_EQ2}}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{{J1_PL7_EQ2}}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{{J1_PL9_EQ2}}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{{J1_PL10_EQ2}}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{{J1_PL12_TERRAIN}}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{{J1_PL12_EQ2}}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2746254-493E-AC47-98CC-A21F9954181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3DF2DB27-5137-084B-865E-66F279326F62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1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998749F-4DDB-6240-8AD7-BF0FD2E952ED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C7E7BBC-8296-5E47-BB0F-DB9529057060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093590C-DBF2-4647-A026-BBF95921DBA3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329646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1833253"/>
              </p:ext>
            </p:extLst>
          </p:nvPr>
        </p:nvGraphicFramePr>
        <p:xfrm>
          <a:off x="148524" y="1847843"/>
          <a:ext cx="9608952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3623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{{J2_PL3_EQ2}}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{{J2_PL4_EQ2}}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{{J2_PL5_EQ2}}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{{J2_PL7_EQ2}}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{{J2_PL9_EQ1}}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{{J2_PL9_EQ2}}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{{J2_PL10_EQ1}}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{{J2_PL10_EQ2}}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{{J2_PL11_EQ2}}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{{J2_PL12_TERRAIN}}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{{J2_PL12_EQ2}}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56FEA9E-2FF3-BB44-B6BC-E47A9E3A11A0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2B1F09B-6342-C446-BAE9-20663843D640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48BAA3C-8A54-E746-8EE9-6F328B0884B0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76B8C29-458A-0E40-927A-08B2779C990A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4AE14DD-171E-624E-9E7E-5B83940DFB94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6155845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122399"/>
              </p:ext>
            </p:extLst>
          </p:nvPr>
        </p:nvGraphicFramePr>
        <p:xfrm>
          <a:off x="148524" y="1360163"/>
          <a:ext cx="960895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3623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{{J3_PL3_EQ1}}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{{J3_PL4_EQ1}}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{{J3_PL5_EQ1}}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{{J3_PL5_EQ2}}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{{J3_PL6_EQ1}}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{{J3_PL6_EQ2}}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{{J3_PL7_EQ2}}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{{J3_PL8_EQ2}}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{{J3_PL9_EQ1}}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{{J3_PL9_EQ2}}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{{J3_PL10_EQ1}}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{{J3_PL10_EQ2}}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{{J3_PL11_EQ1}}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{{J3_PL11_EQ2}}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{{J3_PL12_EQ1}}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{{J3_PL12_EQ2}}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{{J3_PL13_EQ1}}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{{J3_PL13_EQ2}}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{{J3_PL14_EQ1}}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{{J3_PL14_EQ2}}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414589" rtl="0" eaLnBrk="1" latinLnBrk="0" hangingPunct="1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{{J3_PL16_EQ2}}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E8FCEFAF-17DF-3F4D-A344-D0621EAE0BE3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3590B6C-4EA4-114A-954D-537911EB3352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3 – 1/2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1D750EE-8870-234F-A7A1-CEA7DE1C1117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58DAECF-831D-4B47-95AC-C600E5E469C4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2FCCB14-2C0E-2248-B2DD-C925A07431A0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772556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267742"/>
              </p:ext>
            </p:extLst>
          </p:nvPr>
        </p:nvGraphicFramePr>
        <p:xfrm>
          <a:off x="148524" y="1390591"/>
          <a:ext cx="9608952" cy="409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1377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1146875">
                  <a:extLst>
                    <a:ext uri="{9D8B030D-6E8A-4147-A177-3AD203B41FA5}">
                      <a16:colId xmlns:a16="http://schemas.microsoft.com/office/drawing/2014/main" val="259936016"/>
                    </a:ext>
                  </a:extLst>
                </a:gridCol>
                <a:gridCol w="1518834">
                  <a:extLst>
                    <a:ext uri="{9D8B030D-6E8A-4147-A177-3AD203B41FA5}">
                      <a16:colId xmlns:a16="http://schemas.microsoft.com/office/drawing/2014/main" val="701658697"/>
                    </a:ext>
                  </a:extLst>
                </a:gridCol>
                <a:gridCol w="2262752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433234">
                  <a:extLst>
                    <a:ext uri="{9D8B030D-6E8A-4147-A177-3AD203B41FA5}">
                      <a16:colId xmlns:a16="http://schemas.microsoft.com/office/drawing/2014/main" val="4294460350"/>
                    </a:ext>
                  </a:extLst>
                </a:gridCol>
                <a:gridCol w="1115880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36233"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MATCH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HEURE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TERRAIN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1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ÉQUIPE 2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1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TERMINÉ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{{J3_PL17_EQ1}}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{{J3_PL17_EQ2}}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182626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{{J3_PL18_EQ1}}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{{J3_PL18_EQ2}}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12914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{{J3_PL19_CODE}}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{{J3_PL19_TERRAIN}}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{{J3_PL19_EQ2}}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90873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14001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588432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89702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{{J3_PL23_CODE}}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{{J3_PL23_HEURE}}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{{J3_PL23_TERRAIN}}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{{J3_PL23_EQ1}}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{{J3_PL23_EQ2}}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393147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{{J3_PL24_CODE}}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{{J3_PL24_HEURE}}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{{J3_PL24_TERRAIN}}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{{J3_PL24_EQ1}}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{{J3_PL24_EQ2}}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000" dirty="0"/>
                        <a:t>☐</a:t>
                      </a:r>
                      <a:endParaRPr lang="fr-FR" sz="10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721676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{{J3_PL25_CODE}}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{{J3_PL25_HEURE}}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{{J3_PL25_TERRAIN}}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J3_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PL25_EQ1}}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J3_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PL25_EQ2}}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20506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{{J3_PL26_CODE}}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{{J3_PL26_HEURE}}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{{J3_PL26_TERRAIN}}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J3_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PL26_EQ1}}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J3_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PL26_EQ2}}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711848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{{J3_PL27_CODE}}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{{J3_PL27_HEURE}}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{{J3_PL27_TERRAIN}}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J3_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PL27_EQ1}}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J3_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PL27_EQ2}}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6969797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{{J3_PL28_CODE}}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{{J3_PL28_HEURE}}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{{J3_PL28_TERRAIN}}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J3_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PL28_EQ1}}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{{</a:t>
                      </a:r>
                      <a:r>
                        <a:rPr lang="fr-FR" sz="700" dirty="0">
                          <a:latin typeface="TSL Sans" pitchFamily="2" charset="0"/>
                        </a:rPr>
                        <a:t>J3_</a:t>
                      </a:r>
                      <a:r>
                        <a:rPr lang="fr-FR" sz="7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PL28_EQ2}}</a:t>
                      </a:r>
                      <a:endParaRPr lang="fr-FR" sz="7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6967559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{{J3_PL29_CODE}}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{{J3_PL29_HEURE}}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{{J3_PL29_TERRAIN}}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{{J3_PL29_EQ1}}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{{J3_PL29_EQ2}}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5487420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{{J3_PL30_CODE}}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{{J3_PL30_HEURE}}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{{J3_PL30_TERRAIN}}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{{J3_PL30_EQ1}}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{{J3_PL30_EQ2}}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54638975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{{J3_PL31_CODE}}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{{J3_PL31_HEURE}}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{{J3_PL31_TERRAIN}}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{{J3_PL31_EQ1}}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{{J3_PL31_EQ2}}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0945902"/>
                  </a:ext>
                </a:extLst>
              </a:tr>
              <a:tr h="236233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{{J3_PL32_CODE}}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{{J3_PL32_HEURE}}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{{J3_PL32_TERRAIN}}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{{J3_PL32_EQ1}}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700" dirty="0">
                          <a:latin typeface="TSL Sans" pitchFamily="2" charset="0"/>
                        </a:rPr>
                        <a:t>{{J3_PL32_EQ2}}</a:t>
                      </a:r>
                      <a:endParaRPr lang="fr-FR" sz="7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800" dirty="0"/>
                        <a:t>☐</a:t>
                      </a:r>
                      <a:endParaRPr lang="fr-FR" sz="8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58372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581A59C-67D6-AC41-9882-6D9B05F1BBAA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0E7F18F-7EA2-7742-A25E-620AD3466B95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PLANNING – JOUR 3 - 2/2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29DE4BD-D0C8-A443-8D5F-BD3A77DD0DAC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848B113-BF17-6C45-8401-FF02895E00D2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297F6460-773F-0F44-AF34-0D8806161207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0798826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4" name="Tableau 154">
            <a:extLst>
              <a:ext uri="{FF2B5EF4-FFF2-40B4-BE49-F238E27FC236}">
                <a16:creationId xmlns:a16="http://schemas.microsoft.com/office/drawing/2014/main" id="{B43E9CA0-AE64-2741-903E-F250B7F83814}"/>
              </a:ext>
            </a:extLst>
          </p:cNvPr>
          <p:cNvGraphicFramePr>
            <a:graphicFrameLocks noGrp="1"/>
          </p:cNvGraphicFramePr>
          <p:nvPr/>
        </p:nvGraphicFramePr>
        <p:xfrm>
          <a:off x="179521" y="732572"/>
          <a:ext cx="9546957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340">
                  <a:extLst>
                    <a:ext uri="{9D8B030D-6E8A-4147-A177-3AD203B41FA5}">
                      <a16:colId xmlns:a16="http://schemas.microsoft.com/office/drawing/2014/main" val="478490207"/>
                    </a:ext>
                  </a:extLst>
                </a:gridCol>
                <a:gridCol w="5712480">
                  <a:extLst>
                    <a:ext uri="{9D8B030D-6E8A-4147-A177-3AD203B41FA5}">
                      <a16:colId xmlns:a16="http://schemas.microsoft.com/office/drawing/2014/main" val="3799556434"/>
                    </a:ext>
                  </a:extLst>
                </a:gridCol>
                <a:gridCol w="2362137">
                  <a:extLst>
                    <a:ext uri="{9D8B030D-6E8A-4147-A177-3AD203B41FA5}">
                      <a16:colId xmlns:a16="http://schemas.microsoft.com/office/drawing/2014/main" val="3390452781"/>
                    </a:ext>
                  </a:extLst>
                </a:gridCol>
              </a:tblGrid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PLACE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É</a:t>
                      </a:r>
                      <a:r>
                        <a:rPr lang="fr-FR" sz="90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QUIPE </a:t>
                      </a:r>
                      <a:endParaRPr lang="fr-FR" sz="900" dirty="0">
                        <a:latin typeface="Noto Sans" panose="020B0502040504020204" pitchFamily="34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POINTS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44695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🥇 1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🥇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432299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r>
                        <a:rPr lang="fr-FR" sz="900" dirty="0">
                          <a:latin typeface="TSL Sans" pitchFamily="2" charset="0"/>
                        </a:rPr>
                        <a:t> 2 </a:t>
                      </a:r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🥈</a:t>
                      </a:r>
                      <a:endParaRPr lang="fr-FR" sz="900" kern="1200" dirty="0">
                        <a:solidFill>
                          <a:schemeClr val="dk1"/>
                        </a:solidFill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07765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kern="1200" dirty="0">
                          <a:solidFill>
                            <a:schemeClr val="dk1"/>
                          </a:solidFill>
                          <a:latin typeface="TSL Sans" pitchFamily="2" charset="0"/>
                        </a:rPr>
                        <a:t>🥉</a:t>
                      </a:r>
                      <a:r>
                        <a:rPr lang="fr-FR" sz="900" dirty="0">
                          <a:latin typeface="TSL Sans" pitchFamily="2" charset="0"/>
                        </a:rPr>
                        <a:t> 3 🥉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{{PTS3}}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088069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442606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160659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057398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569538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344132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188907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7762425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3445424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2770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3476191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91187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15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{{PTS15}}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0718563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16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{{PTS16}}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895143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17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{{PTS17}}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577431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18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{{PTS18}}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23317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19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{{PTS19}}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4654135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20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{{PTS20}}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104827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21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{{PTS21}}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816236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22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{{PTS22}}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0560290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23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{{PTS23}}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2532672"/>
                  </a:ext>
                </a:extLst>
              </a:tr>
              <a:tr h="224204">
                <a:tc>
                  <a:txBody>
                    <a:bodyPr/>
                    <a:lstStyle/>
                    <a:p>
                      <a:pPr algn="ctr"/>
                      <a:r>
                        <a:rPr lang="fr-FR" sz="900" dirty="0">
                          <a:latin typeface="TSL Sans" pitchFamily="2" charset="0"/>
                        </a:rPr>
                        <a:t>24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1458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900" dirty="0">
                          <a:latin typeface="TSL Sans" pitchFamily="2" charset="0"/>
                        </a:rPr>
                        <a:t>{{PTS24}}</a:t>
                      </a:r>
                      <a:endParaRPr lang="fr-FR" sz="900" dirty="0">
                        <a:latin typeface="TSL Sans" pitchFamily="2" charset="0"/>
                        <a:ea typeface="Noto Sans" panose="020B0502040504020204" pitchFamily="34" charset="0"/>
                        <a:cs typeface="Noto Sans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0486508"/>
                  </a:ext>
                </a:extLst>
              </a:tr>
            </a:tbl>
          </a:graphicData>
        </a:graphic>
      </p:graphicFrame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969D7D54-6428-B64B-8CA5-025EF6497F61}"/>
              </a:ext>
            </a:extLst>
          </p:cNvPr>
          <p:cNvCxnSpPr>
            <a:cxnSpLocks/>
          </p:cNvCxnSpPr>
          <p:nvPr/>
        </p:nvCxnSpPr>
        <p:spPr>
          <a:xfrm>
            <a:off x="0" y="569147"/>
            <a:ext cx="9906000" cy="0"/>
          </a:xfrm>
          <a:prstGeom prst="line">
            <a:avLst/>
          </a:prstGeom>
          <a:ln w="158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2D64F24-CE98-3945-8EE7-E7C681137E62}"/>
              </a:ext>
            </a:extLst>
          </p:cNvPr>
          <p:cNvSpPr/>
          <p:nvPr/>
        </p:nvSpPr>
        <p:spPr>
          <a:xfrm>
            <a:off x="-30997" y="-10510"/>
            <a:ext cx="9972000" cy="588328"/>
          </a:xfrm>
          <a:prstGeom prst="rect">
            <a:avLst/>
          </a:prstGeom>
          <a:solidFill>
            <a:srgbClr val="00B0F0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9B71997-3F5A-3B4F-821A-6BD64F09D44D}"/>
              </a:ext>
            </a:extLst>
          </p:cNvPr>
          <p:cNvSpPr txBox="1"/>
          <p:nvPr/>
        </p:nvSpPr>
        <p:spPr>
          <a:xfrm>
            <a:off x="21060" y="38299"/>
            <a:ext cx="98638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chemeClr val="bg1"/>
                </a:solidFill>
                <a:latin typeface="Grindy Brush" panose="02000500000000000000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CLASSEMENT FINAL</a:t>
            </a:r>
            <a:endParaRPr lang="fr-FR" sz="4800" dirty="0">
              <a:solidFill>
                <a:schemeClr val="bg1"/>
              </a:solidFill>
              <a:latin typeface="Grindy Brush" panose="02000500000000000000" pitchFamily="2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3A604D68-0191-2745-ACFE-BC2603246FD9}"/>
              </a:ext>
            </a:extLst>
          </p:cNvPr>
          <p:cNvSpPr txBox="1"/>
          <p:nvPr/>
        </p:nvSpPr>
        <p:spPr>
          <a:xfrm>
            <a:off x="-1" y="100594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{{TYPE}}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8CEFFD1-B89A-1A49-81E4-B8831C4ED2D5}"/>
              </a:ext>
            </a:extLst>
          </p:cNvPr>
          <p:cNvSpPr txBox="1"/>
          <p:nvPr/>
        </p:nvSpPr>
        <p:spPr>
          <a:xfrm>
            <a:off x="6664017" y="98988"/>
            <a:ext cx="32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800" dirty="0">
                <a:solidFill>
                  <a:schemeClr val="bg1"/>
                </a:solidFill>
                <a:latin typeface="TSL Sans" pitchFamily="2" charset="0"/>
                <a:ea typeface="Noto Sans" panose="020B0502040504020204" pitchFamily="34" charset="0"/>
                <a:cs typeface="Noto Sans" panose="020B0502040504020204" pitchFamily="34" charset="0"/>
              </a:rPr>
              <a:t>{{DATE}}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0C59F73-E6B8-7749-91DB-F643670D41C2}"/>
              </a:ext>
            </a:extLst>
          </p:cNvPr>
          <p:cNvSpPr txBox="1"/>
          <p:nvPr/>
        </p:nvSpPr>
        <p:spPr>
          <a:xfrm>
            <a:off x="3699019" y="6623203"/>
            <a:ext cx="2375338" cy="200055"/>
          </a:xfrm>
          <a:prstGeom prst="rect">
            <a:avLst/>
          </a:prstGeom>
          <a:noFill/>
          <a:ln w="0">
            <a:solidFill>
              <a:schemeClr val="accent1">
                <a:shade val="95000"/>
                <a:satMod val="105000"/>
              </a:schemeClr>
            </a:solidFill>
          </a:ln>
          <a:effectLst/>
        </p:spPr>
        <p:txBody>
          <a:bodyPr wrap="square" rtlCol="0" anchor="ctr">
            <a:spAutoFit/>
          </a:bodyPr>
          <a:lstStyle/>
          <a:p>
            <a:pPr algn="ctr"/>
            <a:r>
              <a:rPr lang="fr-FR" sz="700" dirty="0"/>
              <a:t>{{LOGO}}</a:t>
            </a:r>
          </a:p>
        </p:txBody>
      </p:sp>
    </p:spTree>
    <p:extLst>
      <p:ext uri="{BB962C8B-B14F-4D97-AF65-F5344CB8AC3E}">
        <p14:creationId xmlns:p14="http://schemas.microsoft.com/office/powerpoint/2010/main" val="12804608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2506</TotalTime>
  <Words>4700</Words>
  <Application>Microsoft Macintosh PowerPoint</Application>
  <PresentationFormat>Format A4 (210 x 297 mm)</PresentationFormat>
  <Paragraphs>963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4" baseType="lpstr">
      <vt:lpstr>Arial</vt:lpstr>
      <vt:lpstr>Calibri</vt:lpstr>
      <vt:lpstr>Grindy Brush</vt:lpstr>
      <vt:lpstr>Noto Sans</vt:lpstr>
      <vt:lpstr>TSL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Rémi Di Francia</cp:lastModifiedBy>
  <cp:revision>103</cp:revision>
  <dcterms:created xsi:type="dcterms:W3CDTF">2013-01-27T09:14:16Z</dcterms:created>
  <dcterms:modified xsi:type="dcterms:W3CDTF">2026-07-05T13:44:23Z</dcterms:modified>
  <cp:category/>
</cp:coreProperties>
</file>