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9" r:id="rId2"/>
    <p:sldId id="279" r:id="rId3"/>
    <p:sldId id="311" r:id="rId4"/>
    <p:sldId id="312" r:id="rId5"/>
    <p:sldId id="264" r:id="rId6"/>
    <p:sldId id="260" r:id="rId7"/>
    <p:sldId id="282" r:id="rId8"/>
    <p:sldId id="283" r:id="rId9"/>
    <p:sldId id="285" r:id="rId10"/>
    <p:sldId id="274" r:id="rId11"/>
    <p:sldId id="302" r:id="rId12"/>
    <p:sldId id="304" r:id="rId13"/>
    <p:sldId id="294" r:id="rId14"/>
    <p:sldId id="289" r:id="rId15"/>
    <p:sldId id="295" r:id="rId16"/>
    <p:sldId id="298" r:id="rId17"/>
    <p:sldId id="300" r:id="rId18"/>
    <p:sldId id="262" r:id="rId19"/>
    <p:sldId id="307" r:id="rId20"/>
    <p:sldId id="306" r:id="rId21"/>
    <p:sldId id="308" r:id="rId22"/>
    <p:sldId id="309" r:id="rId23"/>
    <p:sldId id="263" r:id="rId24"/>
    <p:sldId id="269" r:id="rId25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280329"/>
              </p:ext>
            </p:extLst>
          </p:nvPr>
        </p:nvGraphicFramePr>
        <p:xfrm>
          <a:off x="176286" y="741862"/>
          <a:ext cx="9553428" cy="4419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1381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0045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057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099477"/>
              </p:ext>
            </p:extLst>
          </p:nvPr>
        </p:nvGraphicFramePr>
        <p:xfrm>
          <a:off x="176286" y="741862"/>
          <a:ext cx="9553428" cy="4419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1381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0045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842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699600"/>
              </p:ext>
            </p:extLst>
          </p:nvPr>
        </p:nvGraphicFramePr>
        <p:xfrm>
          <a:off x="1203866" y="695310"/>
          <a:ext cx="7498268" cy="45559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4474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588585"/>
              </p:ext>
            </p:extLst>
          </p:nvPr>
        </p:nvGraphicFramePr>
        <p:xfrm>
          <a:off x="1203866" y="695310"/>
          <a:ext cx="7498268" cy="45559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0178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8501" y="3063383"/>
            <a:ext cx="27604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737" y="4589655"/>
            <a:ext cx="27659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5" y="5431356"/>
            <a:ext cx="2761396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{{S4_TERRAIN}}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4399" y="384746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{{S3_TERRAIN}}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4399" y="2271000"/>
            <a:ext cx="27680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4399" y="702185"/>
            <a:ext cx="27634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3" y="702185"/>
            <a:ext cx="10233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872532" y="702185"/>
            <a:ext cx="12323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{{S1_EQ1}}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7" y="2271000"/>
            <a:ext cx="10505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0209" y="2271000"/>
            <a:ext cx="11222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{{S2_EQ1}}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39" y="3847463"/>
            <a:ext cx="1091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2011185" y="3847463"/>
            <a:ext cx="1091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{{S3_EQ1}}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5" y="5431356"/>
            <a:ext cx="1095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2011185" y="5431356"/>
            <a:ext cx="10866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{{S4_EQ1}}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446132"/>
            <a:ext cx="1055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45657" y="1446132"/>
            <a:ext cx="11880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08" y="4589655"/>
            <a:ext cx="11503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26650" y="4589655"/>
            <a:ext cx="1107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1" y="3063383"/>
            <a:ext cx="11311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57817" y="3063383"/>
            <a:ext cx="11311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ZoneTexte 155">
            <a:extLst>
              <a:ext uri="{FF2B5EF4-FFF2-40B4-BE49-F238E27FC236}">
                <a16:creationId xmlns:a16="http://schemas.microsoft.com/office/drawing/2014/main" id="{C8B05B2F-1A8A-ED4F-A019-10790955F18B}"/>
              </a:ext>
            </a:extLst>
          </p:cNvPr>
          <p:cNvSpPr txBox="1"/>
          <p:nvPr/>
        </p:nvSpPr>
        <p:spPr>
          <a:xfrm>
            <a:off x="349200" y="14642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{{S1_EQ2}}</a:t>
            </a:r>
          </a:p>
        </p:txBody>
      </p:sp>
      <p:sp>
        <p:nvSpPr>
          <p:cNvPr id="157" name="ZoneTexte 156">
            <a:extLst>
              <a:ext uri="{FF2B5EF4-FFF2-40B4-BE49-F238E27FC236}">
                <a16:creationId xmlns:a16="http://schemas.microsoft.com/office/drawing/2014/main" id="{ABCF2704-F7B6-754A-B693-FE702FB21384}"/>
              </a:ext>
            </a:extLst>
          </p:cNvPr>
          <p:cNvSpPr txBox="1"/>
          <p:nvPr/>
        </p:nvSpPr>
        <p:spPr>
          <a:xfrm>
            <a:off x="349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{{S2_EQ2}}</a:t>
            </a:r>
          </a:p>
        </p:txBody>
      </p:sp>
      <p:sp>
        <p:nvSpPr>
          <p:cNvPr id="158" name="ZoneTexte 157">
            <a:extLst>
              <a:ext uri="{FF2B5EF4-FFF2-40B4-BE49-F238E27FC236}">
                <a16:creationId xmlns:a16="http://schemas.microsoft.com/office/drawing/2014/main" id="{CFA93A0B-4EB9-6049-9DAE-EAB3496ED8C9}"/>
              </a:ext>
            </a:extLst>
          </p:cNvPr>
          <p:cNvSpPr txBox="1"/>
          <p:nvPr/>
        </p:nvSpPr>
        <p:spPr>
          <a:xfrm>
            <a:off x="349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{{S3_EQ2}}</a:t>
            </a:r>
          </a:p>
        </p:txBody>
      </p:sp>
      <p:sp>
        <p:nvSpPr>
          <p:cNvPr id="159" name="ZoneTexte 158">
            <a:extLst>
              <a:ext uri="{FF2B5EF4-FFF2-40B4-BE49-F238E27FC236}">
                <a16:creationId xmlns:a16="http://schemas.microsoft.com/office/drawing/2014/main" id="{6B86357C-3BA2-C248-B38B-34849A00A2F6}"/>
              </a:ext>
            </a:extLst>
          </p:cNvPr>
          <p:cNvSpPr txBox="1"/>
          <p:nvPr/>
        </p:nvSpPr>
        <p:spPr>
          <a:xfrm>
            <a:off x="349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{{S4_EQ2}}</a:t>
            </a:r>
          </a:p>
        </p:txBody>
      </p:sp>
    </p:spTree>
    <p:extLst>
      <p:ext uri="{BB962C8B-B14F-4D97-AF65-F5344CB8AC3E}">
        <p14:creationId xmlns:p14="http://schemas.microsoft.com/office/powerpoint/2010/main" val="2579710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8501" y="2790683"/>
            <a:ext cx="2764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316955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4" y="1173432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7" y="5158656"/>
            <a:ext cx="2761394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{{S8_TERRAIN}}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4396" y="3574763"/>
            <a:ext cx="2763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{{S7_TERRAIN}}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2202" y="1998300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4396" y="42948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{{S5_TERRAIN}}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3" y="429485"/>
            <a:ext cx="10460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{{S5_CODE}}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923691" y="429485"/>
            <a:ext cx="1181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9818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5087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4161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7679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{{S5_EQ1}}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11915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{{S5_EQ2}}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9897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4217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109357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66621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109357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83970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9" y="1998300"/>
            <a:ext cx="1059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{{S6_CODE}}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90816" y="199830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5506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0776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9849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3367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{{S6_EQ1}}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5585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9905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40" y="3574763"/>
            <a:ext cx="1059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{{S7_CODE}}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81688" y="3574763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1271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6540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5614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8240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6582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39132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{{S7_EQ1}}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3368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{{S7_EQ2}}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1350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5670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24257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81521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24257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98869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4" y="5158656"/>
            <a:ext cx="1064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{{S8_CODE}}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81688" y="5158656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7110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2379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1452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4971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{{S8_EQ1}}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9207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{{S8_EQ2}}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7188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1509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173432"/>
            <a:ext cx="1055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117343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7258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2527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1600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5118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9355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</a:t>
            </a:r>
            <a:r>
              <a:rPr lang="fr-FR" dirty="0"/>
              <a:t>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7336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1657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316955"/>
            <a:ext cx="10979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3169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8693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3962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3035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5662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4004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6554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</a:t>
            </a:r>
            <a:r>
              <a:rPr lang="fr-FR" dirty="0"/>
              <a:t>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0790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</a:t>
            </a:r>
            <a:r>
              <a:rPr lang="fr-FR" dirty="0"/>
              <a:t>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8771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3092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9422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9887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9422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4586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1" y="2790683"/>
            <a:ext cx="1023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32321" y="2790683"/>
            <a:ext cx="11609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3430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8699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7773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1291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</a:t>
            </a:r>
            <a:r>
              <a:rPr lang="fr-FR" dirty="0"/>
              <a:t>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5527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</a:t>
            </a:r>
            <a:r>
              <a:rPr lang="fr-FR" dirty="0"/>
              <a:t>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3509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7829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ZoneTexte 134">
            <a:extLst>
              <a:ext uri="{FF2B5EF4-FFF2-40B4-BE49-F238E27FC236}">
                <a16:creationId xmlns:a16="http://schemas.microsoft.com/office/drawing/2014/main" id="{3906E6BC-7A3C-6647-9B49-F3EBBA2B07AA}"/>
              </a:ext>
            </a:extLst>
          </p:cNvPr>
          <p:cNvSpPr txBox="1"/>
          <p:nvPr/>
        </p:nvSpPr>
        <p:spPr>
          <a:xfrm>
            <a:off x="349200" y="277057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{{S6_EQ2}}</a:t>
            </a:r>
          </a:p>
        </p:txBody>
      </p:sp>
    </p:spTree>
    <p:extLst>
      <p:ext uri="{BB962C8B-B14F-4D97-AF65-F5344CB8AC3E}">
        <p14:creationId xmlns:p14="http://schemas.microsoft.com/office/powerpoint/2010/main" val="557843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8501" y="2790683"/>
            <a:ext cx="2764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316955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4" y="1173432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{{H5_TERRAIN}}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7" y="5158656"/>
            <a:ext cx="2761394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{{S12_TERRAIN}}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4396" y="3574763"/>
            <a:ext cx="2763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{{S11_TERRAIN}}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2202" y="1998300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4396" y="42948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{{S9_TERRAIN}}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3" y="429485"/>
            <a:ext cx="10460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{{S9_CODE}}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923691" y="429485"/>
            <a:ext cx="1181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{{S9_HEURE}}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9818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5087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4161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7679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{{S9_EQ1}}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11915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{{S9_EQ2}}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9897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4217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109357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66621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109357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83970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9" y="1998300"/>
            <a:ext cx="1059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{{S10_CODE}}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23691" y="1998300"/>
            <a:ext cx="117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{{S10_HEURE}}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5506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0776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9849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3367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{{S10_EQ1}}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5585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9905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40" y="3574763"/>
            <a:ext cx="1059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{{S11_CODE}}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57476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{{S11_HEURE}}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1271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6540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5614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8240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6582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39132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{{S11_EQ1}}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3368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{{S11_EQ2}}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1350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5670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24257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81521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24257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98869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4" y="5158656"/>
            <a:ext cx="1064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{{S12_CODE}}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23691" y="5158656"/>
            <a:ext cx="1174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{{S12_HEURE}}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7110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2379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1452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4971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{{S12_EQ1}}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9207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{{S12_EQ2}}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7188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1509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173432"/>
            <a:ext cx="1055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117343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7258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2527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1600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5118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{{WIN_S9}}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9355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{{WIN_S10}}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7336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1657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316955"/>
            <a:ext cx="10979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3169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8693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3962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3035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5662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4004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6554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{{WIN_S11}}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0790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{{WIN_S12}}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8771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3092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9422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9887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9422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4586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1" y="2790683"/>
            <a:ext cx="1023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32321" y="2790683"/>
            <a:ext cx="11609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3430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8699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7773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1291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{{WIN_H5}}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5527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{{WIN_H6}}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3509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7829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ZoneTexte 134">
            <a:extLst>
              <a:ext uri="{FF2B5EF4-FFF2-40B4-BE49-F238E27FC236}">
                <a16:creationId xmlns:a16="http://schemas.microsoft.com/office/drawing/2014/main" id="{3906E6BC-7A3C-6647-9B49-F3EBBA2B07AA}"/>
              </a:ext>
            </a:extLst>
          </p:cNvPr>
          <p:cNvSpPr txBox="1"/>
          <p:nvPr/>
        </p:nvSpPr>
        <p:spPr>
          <a:xfrm>
            <a:off x="349200" y="277057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{{S10_EQ2}}</a:t>
            </a:r>
          </a:p>
        </p:txBody>
      </p:sp>
    </p:spTree>
    <p:extLst>
      <p:ext uri="{BB962C8B-B14F-4D97-AF65-F5344CB8AC3E}">
        <p14:creationId xmlns:p14="http://schemas.microsoft.com/office/powerpoint/2010/main" val="1292564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8501" y="2790683"/>
            <a:ext cx="2764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316955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4" y="1173432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{{H7_TERRAIN}}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7" y="5158656"/>
            <a:ext cx="2761394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{{S16_TERRAIN}}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4396" y="3574763"/>
            <a:ext cx="2763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{{S15_TERRAIN}}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2202" y="1998300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4396" y="42948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{{S13_TERRAIN}}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3" y="429485"/>
            <a:ext cx="1130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{{S13_CODE}}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923691" y="429485"/>
            <a:ext cx="1181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{{S13_HEURE}}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9818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5087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4161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7679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{{S13_EQ1}}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11915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{{S13_EQ2}}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9897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4217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109357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66621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109357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83970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9" y="1998300"/>
            <a:ext cx="1059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{{S14_CODE}}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23691" y="1998300"/>
            <a:ext cx="117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{{S14_HEURE}}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5506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0776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9849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3367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{{S14_EQ1}}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5585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9905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40" y="3574763"/>
            <a:ext cx="1059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{{S15_CODE}}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57476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{{S15_HEURE}}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1271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6540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5614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8240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6582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39132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{{S15_EQ1}}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3368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{{S15_EQ2}}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1350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5670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24257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81521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24257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98869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4" y="5158656"/>
            <a:ext cx="1064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23691" y="5158656"/>
            <a:ext cx="1174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{{S16_HEURE}}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7110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2379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1452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4971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{{S16_EQ1}}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9207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{{S16_EQ2}}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7188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1509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173432"/>
            <a:ext cx="1055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117343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7258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2527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1600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5118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{{WIN_S13}}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9355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{{WIN_S1</a:t>
            </a:r>
            <a:r>
              <a:rPr lang="fr-FR" dirty="0"/>
              <a:t>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7336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1657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316955"/>
            <a:ext cx="10979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3169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8693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3962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3035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5662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4004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6554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{{WIN_S1</a:t>
            </a:r>
            <a:r>
              <a:rPr lang="fr-FR" dirty="0"/>
              <a:t>5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0790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{{WIN_S1</a:t>
            </a:r>
            <a:r>
              <a:rPr lang="fr-FR" dirty="0"/>
              <a:t>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8771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3092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9422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9887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9422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4586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1" y="2790683"/>
            <a:ext cx="1023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32321" y="2790683"/>
            <a:ext cx="11609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3430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8699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7773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1291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</a:t>
            </a:r>
            <a:r>
              <a:rPr lang="fr-FR" dirty="0"/>
              <a:t>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5527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</a:t>
            </a:r>
            <a:r>
              <a:rPr lang="fr-FR" dirty="0"/>
              <a:t>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3509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7829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ZoneTexte 134">
            <a:extLst>
              <a:ext uri="{FF2B5EF4-FFF2-40B4-BE49-F238E27FC236}">
                <a16:creationId xmlns:a16="http://schemas.microsoft.com/office/drawing/2014/main" id="{3906E6BC-7A3C-6647-9B49-F3EBBA2B07AA}"/>
              </a:ext>
            </a:extLst>
          </p:cNvPr>
          <p:cNvSpPr txBox="1"/>
          <p:nvPr/>
        </p:nvSpPr>
        <p:spPr>
          <a:xfrm>
            <a:off x="349200" y="277057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{{S14_EQ2}}</a:t>
            </a:r>
          </a:p>
        </p:txBody>
      </p:sp>
    </p:spTree>
    <p:extLst>
      <p:ext uri="{BB962C8B-B14F-4D97-AF65-F5344CB8AC3E}">
        <p14:creationId xmlns:p14="http://schemas.microsoft.com/office/powerpoint/2010/main" val="2548571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599" y="1446132"/>
            <a:ext cx="10564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4196579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53026" y="1446132"/>
            <a:ext cx="10806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4196579" y="4589655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5896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3781" y="5300551"/>
            <a:ext cx="1029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7467652" y="5300551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5" y="5300551"/>
            <a:ext cx="11080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7298" y="3063383"/>
            <a:ext cx="937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56172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614348" y="3063383"/>
            <a:ext cx="9789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854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8" y="1446132"/>
            <a:ext cx="13308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08" y="4589655"/>
            <a:ext cx="13308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909" y="3077888"/>
            <a:ext cx="12043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98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98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2554" y="3063383"/>
            <a:ext cx="14731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285672" y="3063383"/>
            <a:ext cx="12916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99228" y="5261780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3793" y="2215654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</p:spTree>
    <p:extLst>
      <p:ext uri="{BB962C8B-B14F-4D97-AF65-F5344CB8AC3E}">
        <p14:creationId xmlns:p14="http://schemas.microsoft.com/office/powerpoint/2010/main" val="4098994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6" y="5431356"/>
            <a:ext cx="1452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2209" y="3847463"/>
            <a:ext cx="27510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56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8" y="702185"/>
            <a:ext cx="1521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5" y="5300551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4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670" y="5300551"/>
            <a:ext cx="12910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0" y="3063383"/>
            <a:ext cx="14340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589655"/>
            <a:ext cx="14525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  <a:p>
            <a:pPr algn="ct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446132"/>
            <a:ext cx="1436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39" y="3847463"/>
            <a:ext cx="1448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{{C9_16_3_CODE}}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8" y="2271000"/>
            <a:ext cx="1448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570009" y="2271000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{{C9_16_2_HEURE}}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2208" y="702185"/>
            <a:ext cx="27556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{{C9_16_1_TERRAIN}}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22167" y="4589655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570009" y="5431356"/>
            <a:ext cx="15278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{{C9_16_4_HEURE}}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570009" y="702185"/>
            <a:ext cx="1534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2988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988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988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988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570009" y="3847463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988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988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988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2988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22166" y="1446132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12348" y="5300551"/>
            <a:ext cx="13924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081319" y="3063383"/>
            <a:ext cx="1511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ZoneTexte 138">
            <a:extLst>
              <a:ext uri="{FF2B5EF4-FFF2-40B4-BE49-F238E27FC236}">
                <a16:creationId xmlns:a16="http://schemas.microsoft.com/office/drawing/2014/main" id="{1529D893-32BE-4A4D-AC6E-98DAA0EE6AA7}"/>
              </a:ext>
            </a:extLst>
          </p:cNvPr>
          <p:cNvSpPr txBox="1"/>
          <p:nvPr/>
        </p:nvSpPr>
        <p:spPr>
          <a:xfrm>
            <a:off x="651648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B2CB6ED3-9FE1-AE42-906B-06077CDDB582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</p:spTree>
    <p:extLst>
      <p:ext uri="{BB962C8B-B14F-4D97-AF65-F5344CB8AC3E}">
        <p14:creationId xmlns:p14="http://schemas.microsoft.com/office/powerpoint/2010/main" val="1892361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70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597" y="1446132"/>
            <a:ext cx="1447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39419" y="1446132"/>
            <a:ext cx="149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599" y="4589655"/>
            <a:ext cx="14473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39419" y="4589655"/>
            <a:ext cx="149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909" y="3077888"/>
            <a:ext cx="1291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604996" y="3077888"/>
            <a:ext cx="14737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98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98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13-16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2555" y="3063383"/>
            <a:ext cx="1286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62552" y="306338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{{WIN_C13_16_1}}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C13_16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15-16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13-14</a:t>
            </a:r>
          </a:p>
        </p:txBody>
      </p:sp>
    </p:spTree>
    <p:extLst>
      <p:ext uri="{BB962C8B-B14F-4D97-AF65-F5344CB8AC3E}">
        <p14:creationId xmlns:p14="http://schemas.microsoft.com/office/powerpoint/2010/main" val="1330508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{{C17_32_4_TERRAIN}}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6" y="5431356"/>
            <a:ext cx="1452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{{C17_32_4_CODE}}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8" y="702185"/>
            <a:ext cx="1521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{{C17_32_1_CODE}}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670" y="5300551"/>
            <a:ext cx="12910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{{C17_18_CODE}}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0" y="3063383"/>
            <a:ext cx="14340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{{C17_20_1_CODE}}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589655"/>
            <a:ext cx="14525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{{C17_24_2_CODE}}</a:t>
            </a:r>
          </a:p>
          <a:p>
            <a:pPr algn="ct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446132"/>
            <a:ext cx="1436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{{C17_24_1_CODE}}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39" y="3847463"/>
            <a:ext cx="1448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{{C17_32_3_CODE}}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8" y="2271000"/>
            <a:ext cx="1448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570009" y="2271000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{{C17_32_2_HEURE}}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2208" y="702185"/>
            <a:ext cx="27556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{{C17_32_1_TERRAIN}}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5" y="5300551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4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22167" y="4589655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{{C17_24_2_HEURE}}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{{C17_24_1_TERRAIN}}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570009" y="5431356"/>
            <a:ext cx="15278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{{C17_32_4_HEURE}}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2209" y="3847463"/>
            <a:ext cx="27510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{{C17_32_3_TERRAIN}}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56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570009" y="702185"/>
            <a:ext cx="1534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2988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988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988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988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570009" y="3847463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988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988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988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2988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22166" y="1446132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{{WIN_C17_32_1}}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{{WIN_C17_32_2}}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{{WIN_C17_32_3}}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{{WIN_C17_32_4}}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12348" y="5300551"/>
            <a:ext cx="13924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{{WIN_C17_20_1}}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{{WIN_C17_20_2}}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17-20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081319" y="3063383"/>
            <a:ext cx="1511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ZoneTexte 144">
            <a:extLst>
              <a:ext uri="{FF2B5EF4-FFF2-40B4-BE49-F238E27FC236}">
                <a16:creationId xmlns:a16="http://schemas.microsoft.com/office/drawing/2014/main" id="{445C2159-329C-3D4C-B6CA-63384BC6CD65}"/>
              </a:ext>
            </a:extLst>
          </p:cNvPr>
          <p:cNvSpPr txBox="1"/>
          <p:nvPr/>
        </p:nvSpPr>
        <p:spPr>
          <a:xfrm>
            <a:off x="716799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17-18</a:t>
            </a:r>
          </a:p>
        </p:txBody>
      </p: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3EF9943D-5393-EB44-B0E6-8C43D50980C6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BCED7AA2-6425-574F-BC73-84635054FDB2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7566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956262"/>
            <a:ext cx="14731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{{C17_24_3_CODE}}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671" y="5297796"/>
            <a:ext cx="13255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{{C19_20_CODE}}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1" y="2573513"/>
            <a:ext cx="15303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099785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099785"/>
            <a:ext cx="16098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{{C17_24_4_CODE}}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4" y="956262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{{C17_24_3_TERRAIN}}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18011" y="956262"/>
            <a:ext cx="15156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{{C17_24_3_HEURE}}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4" y="4941486"/>
            <a:ext cx="1449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{{C17_32_8_CODE}}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40" y="3357593"/>
            <a:ext cx="1418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{{C17_32_7_CODE}}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9" y="1781130"/>
            <a:ext cx="14454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{{C17_32_6_CODE}}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3" y="212315"/>
            <a:ext cx="1448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{{C17_32_5_CODE}}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4" y="5297796"/>
            <a:ext cx="27544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8501" y="2573513"/>
            <a:ext cx="2764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7" y="4941486"/>
            <a:ext cx="2761394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{{C17_32_8_TERRAIN}}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4396" y="3357593"/>
            <a:ext cx="2763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{{C17_32_7_TERRAIN}}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2202" y="1781130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4396" y="21231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{{C17_32_5_TERRAIN}}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482007" y="212315"/>
            <a:ext cx="1622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76470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29162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19895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298800" y="55076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{{LOSE_S9}}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98800" y="97439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{{LOSE_S10}}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77255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20458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87640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44904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87640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62253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606609" y="1781130"/>
            <a:ext cx="14958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33352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286044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76777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98800" y="211957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98800" y="254320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34137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7733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606609" y="3357593"/>
            <a:ext cx="14958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390998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43690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34423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60690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44104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98800" y="369604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{{LOSE_S13}}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98800" y="411966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{{LOSE_S14}}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391783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34986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02540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59804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02540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77152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576708" y="4941486"/>
            <a:ext cx="15211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4938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0208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492812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98800" y="527993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{{LOSE_S15}}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298800" y="570356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{{LOSE_S16}}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5017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59337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50865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03557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94290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29470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{{WIN_C17_32_5}}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71833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{{WIN_C17_32_</a:t>
            </a:r>
            <a:r>
              <a:rPr lang="fr-FR" dirty="0"/>
              <a:t>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51650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19485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18011" y="4099785"/>
            <a:ext cx="15156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6521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1790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08642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34910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18323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4382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{{WIN_C17_32_</a:t>
            </a:r>
            <a:r>
              <a:rPr lang="fr-FR" dirty="0"/>
              <a:t>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48618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{{WIN_C17_32_</a:t>
            </a:r>
            <a:r>
              <a:rPr lang="fr-FR" dirty="0"/>
              <a:t>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6600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0920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72509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77158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72509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24143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24024" y="5297796"/>
            <a:ext cx="13807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01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71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4437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624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{{LOSE_C17_20_1}}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5987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{{LOSE_C17_20_2}}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580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00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062963" y="2573513"/>
            <a:ext cx="15303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12590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65282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56015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291196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</a:t>
            </a:r>
            <a:r>
              <a:rPr lang="fr-FR" dirty="0"/>
              <a:t>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33558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</a:t>
            </a:r>
            <a:r>
              <a:rPr lang="fr-FR" dirty="0"/>
              <a:t>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13375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5657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78C47B13-87DA-A148-B71C-CED01D171CDC}"/>
              </a:ext>
            </a:extLst>
          </p:cNvPr>
          <p:cNvCxnSpPr>
            <a:cxnSpLocks/>
          </p:cNvCxnSpPr>
          <p:nvPr/>
        </p:nvCxnSpPr>
        <p:spPr>
          <a:xfrm flipV="1">
            <a:off x="8161200" y="0"/>
            <a:ext cx="0" cy="2556000"/>
          </a:xfrm>
          <a:prstGeom prst="line">
            <a:avLst/>
          </a:prstGeom>
          <a:ln w="9525">
            <a:solidFill>
              <a:schemeClr val="tx1"/>
            </a:solidFill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ZoneTexte 122">
            <a:extLst>
              <a:ext uri="{FF2B5EF4-FFF2-40B4-BE49-F238E27FC236}">
                <a16:creationId xmlns:a16="http://schemas.microsoft.com/office/drawing/2014/main" id="{ED2B679D-01D3-284B-920B-E3F44143B5F0}"/>
              </a:ext>
            </a:extLst>
          </p:cNvPr>
          <p:cNvSpPr txBox="1"/>
          <p:nvPr/>
        </p:nvSpPr>
        <p:spPr>
          <a:xfrm>
            <a:off x="651648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19-20</a:t>
            </a:r>
          </a:p>
        </p:txBody>
      </p:sp>
    </p:spTree>
    <p:extLst>
      <p:ext uri="{BB962C8B-B14F-4D97-AF65-F5344CB8AC3E}">
        <p14:creationId xmlns:p14="http://schemas.microsoft.com/office/powerpoint/2010/main" val="1470740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597" y="1446132"/>
            <a:ext cx="1447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39419" y="1446132"/>
            <a:ext cx="149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{{LOSE_C17_24_1}}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{{LOSE_C17_24_2}}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599" y="4589655"/>
            <a:ext cx="14473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39419" y="4589655"/>
            <a:ext cx="149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{{LOSE_C17_24_3}}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{{LOSE_C17_24_4}}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909" y="3077888"/>
            <a:ext cx="1291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{{C23_24_CODE}}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{{C23_24_TERRAIN}}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604996" y="3077888"/>
            <a:ext cx="14737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{{C23_24_HEURE}}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98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{{LOSE_C21_24_1}}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98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{{LOSE_C21_24_2}}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21-24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2555" y="3063383"/>
            <a:ext cx="1286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{{C21_22_CODE}}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70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62552" y="306338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{{WIN_C21_24_1}}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C21_24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23-24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21-22</a:t>
            </a:r>
          </a:p>
        </p:txBody>
      </p:sp>
    </p:spTree>
    <p:extLst>
      <p:ext uri="{BB962C8B-B14F-4D97-AF65-F5344CB8AC3E}">
        <p14:creationId xmlns:p14="http://schemas.microsoft.com/office/powerpoint/2010/main" val="671131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4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5" y="5300551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{{C27_28_</a:t>
            </a:r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446132"/>
            <a:ext cx="1436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{{C25_28_1_CODE}}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0" y="3063383"/>
            <a:ext cx="14340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{{C25_26_CODE}}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670" y="5300551"/>
            <a:ext cx="12910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{{C27_28_CODE}}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589655"/>
            <a:ext cx="14525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{{C25_28_2_CODE}}</a:t>
            </a:r>
          </a:p>
          <a:p>
            <a:pPr algn="ct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{{C25_28_2_TERRAIN}}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22167" y="4589655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{{C25_28_2_HEURE}}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{{C25_28_1_TERRAIN}}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570009" y="5431356"/>
            <a:ext cx="15278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{{C25_32_4_HEURE}}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2209" y="3847463"/>
            <a:ext cx="27510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{{C25_32_3_TERRAIN}}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56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570009" y="702185"/>
            <a:ext cx="1534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{{C25_32_1_HEURE}}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8" y="702185"/>
            <a:ext cx="1521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2208" y="702185"/>
            <a:ext cx="27556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{{C25_32_1_TERRAIN}}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2988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{{LOSE_C17_32_1}}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988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{{LOSE_C17_32_2}}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8" y="2271000"/>
            <a:ext cx="1448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570009" y="2271000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988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{{LOSE_C17_32_3}}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988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{{LOSE_C17_32_4}}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39" y="3847463"/>
            <a:ext cx="1448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570009" y="3847463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988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{{LOSE_C17_32_5}}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988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{{LOSE_C17_32_6}}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6" y="5431356"/>
            <a:ext cx="1452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{{C25_32_4_CODE}}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988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{{LOSE_C17_32_7}}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2988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{{LOSE_C17_32_8}}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22166" y="1446132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{{WIN_C25_32_1}}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{{WIN_C25_32_2}}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{{WIN_C25_32_3}}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{{WIN_C25_32_4}}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12348" y="5300551"/>
            <a:ext cx="13924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{{C27_28_HEURE}}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{{LOSE_C25_28_1}}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{{LOSE_C25_28_2}}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25-28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081319" y="3063383"/>
            <a:ext cx="1511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{{WIN_C25_28_1}}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{{WIN_C25_28_2}}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ZoneTexte 138">
            <a:extLst>
              <a:ext uri="{FF2B5EF4-FFF2-40B4-BE49-F238E27FC236}">
                <a16:creationId xmlns:a16="http://schemas.microsoft.com/office/drawing/2014/main" id="{D58F1422-BDBB-4141-B9F5-3FFF96C638E0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25-26</a:t>
            </a:r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AFD007EE-B602-BE49-B395-1D5A66E3B164}"/>
              </a:ext>
            </a:extLst>
          </p:cNvPr>
          <p:cNvSpPr txBox="1"/>
          <p:nvPr/>
        </p:nvSpPr>
        <p:spPr>
          <a:xfrm>
            <a:off x="651648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27-28</a:t>
            </a:r>
          </a:p>
        </p:txBody>
      </p:sp>
    </p:spTree>
    <p:extLst>
      <p:ext uri="{BB962C8B-B14F-4D97-AF65-F5344CB8AC3E}">
        <p14:creationId xmlns:p14="http://schemas.microsoft.com/office/powerpoint/2010/main" val="4163708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{{C31_32_TERRAIN}}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70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{{C29_32_1_TERRAIN}}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597" y="1446132"/>
            <a:ext cx="1447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{{C29_32_1_CODE}}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39419" y="1446132"/>
            <a:ext cx="149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{{C29_32_1_HEURE}}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{{LOSE_C25_32_1}}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{{LOSE_C25_32_2}}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599" y="4589655"/>
            <a:ext cx="14473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{{C29_32_2_CODE}}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39419" y="4589655"/>
            <a:ext cx="149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{{C29_32_2_HEURE}}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{{LOSE_C25_32_3}}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{{LOSE_C25_32_4}}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909" y="3077888"/>
            <a:ext cx="1291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{{C31_32_CODE}}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604996" y="3077888"/>
            <a:ext cx="14737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{{C31_32_HEURE}}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98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{{LOSE_C29_32_1}}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98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{{LOSE_C29_32_2}}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29-32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2555" y="3063383"/>
            <a:ext cx="1286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{{C29_30_CODE}}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62552" y="306338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{{C29_30_HEURE}}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{{WIN_C29_32_1}}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C29_32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31-32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29-30</a:t>
            </a:r>
          </a:p>
        </p:txBody>
      </p:sp>
    </p:spTree>
    <p:extLst>
      <p:ext uri="{BB962C8B-B14F-4D97-AF65-F5344CB8AC3E}">
        <p14:creationId xmlns:p14="http://schemas.microsoft.com/office/powerpoint/2010/main" val="29111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1/5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16867"/>
              </p:ext>
            </p:extLst>
          </p:nvPr>
        </p:nvGraphicFramePr>
        <p:xfrm>
          <a:off x="154982" y="808735"/>
          <a:ext cx="9608952" cy="566425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8599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940635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5218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10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2/5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334388"/>
              </p:ext>
            </p:extLst>
          </p:nvPr>
        </p:nvGraphicFramePr>
        <p:xfrm>
          <a:off x="154982" y="808735"/>
          <a:ext cx="9608952" cy="566425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8599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940635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5218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8251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3/5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297639"/>
              </p:ext>
            </p:extLst>
          </p:nvPr>
        </p:nvGraphicFramePr>
        <p:xfrm>
          <a:off x="154982" y="808735"/>
          <a:ext cx="9608952" cy="566425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8599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940635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5218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0511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4/5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192544"/>
              </p:ext>
            </p:extLst>
          </p:nvPr>
        </p:nvGraphicFramePr>
        <p:xfrm>
          <a:off x="154982" y="808735"/>
          <a:ext cx="9608952" cy="566425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8599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940635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5218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399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5/5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016237"/>
              </p:ext>
            </p:extLst>
          </p:nvPr>
        </p:nvGraphicFramePr>
        <p:xfrm>
          <a:off x="154982" y="808735"/>
          <a:ext cx="9608952" cy="566425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8599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859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940635"/>
                  </a:ext>
                </a:extLst>
              </a:tr>
              <a:tr h="40062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5218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4021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478924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8" name="Tableau 154">
            <a:extLst>
              <a:ext uri="{FF2B5EF4-FFF2-40B4-BE49-F238E27FC236}">
                <a16:creationId xmlns:a16="http://schemas.microsoft.com/office/drawing/2014/main" id="{7A067D63-4967-8848-B2B1-E16127429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388055"/>
              </p:ext>
            </p:extLst>
          </p:nvPr>
        </p:nvGraphicFramePr>
        <p:xfrm>
          <a:off x="154982" y="964195"/>
          <a:ext cx="9546957" cy="48463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1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2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3 </a:t>
                      </a:r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3582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5943D54-404B-C94D-BE56-313466E1BEA9}"/>
              </a:ext>
            </a:extLst>
          </p:cNvPr>
          <p:cNvSpPr txBox="1"/>
          <p:nvPr/>
        </p:nvSpPr>
        <p:spPr>
          <a:xfrm>
            <a:off x="3195145" y="105103"/>
            <a:ext cx="3478924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 2/2</a:t>
            </a:r>
          </a:p>
        </p:txBody>
      </p:sp>
      <p:graphicFrame>
        <p:nvGraphicFramePr>
          <p:cNvPr id="9" name="Tableau 154">
            <a:extLst>
              <a:ext uri="{FF2B5EF4-FFF2-40B4-BE49-F238E27FC236}">
                <a16:creationId xmlns:a16="http://schemas.microsoft.com/office/drawing/2014/main" id="{AAB0891E-0630-2342-9584-F35E57542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310880"/>
              </p:ext>
            </p:extLst>
          </p:nvPr>
        </p:nvGraphicFramePr>
        <p:xfrm>
          <a:off x="154982" y="964195"/>
          <a:ext cx="9546957" cy="46634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17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18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3832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4398</TotalTime>
  <Words>4828</Words>
  <Application>Microsoft Macintosh PowerPoint</Application>
  <PresentationFormat>Format A4 (210 x 297 mm)</PresentationFormat>
  <Paragraphs>1270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Arial</vt:lpstr>
      <vt:lpstr>Calibri</vt:lpstr>
      <vt:lpstr>Noto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119</cp:revision>
  <dcterms:created xsi:type="dcterms:W3CDTF">2013-01-27T09:14:16Z</dcterms:created>
  <dcterms:modified xsi:type="dcterms:W3CDTF">2026-06-25T15:48:21Z</dcterms:modified>
  <cp:category/>
</cp:coreProperties>
</file>