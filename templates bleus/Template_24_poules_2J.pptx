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7" r:id="rId2"/>
    <p:sldId id="288" r:id="rId3"/>
    <p:sldId id="289" r:id="rId4"/>
    <p:sldId id="286" r:id="rId5"/>
    <p:sldId id="271" r:id="rId6"/>
    <p:sldId id="272" r:id="rId7"/>
    <p:sldId id="273" r:id="rId8"/>
    <p:sldId id="274" r:id="rId9"/>
    <p:sldId id="264" r:id="rId10"/>
    <p:sldId id="260" r:id="rId11"/>
    <p:sldId id="279" r:id="rId12"/>
    <p:sldId id="265" r:id="rId13"/>
    <p:sldId id="261" r:id="rId14"/>
    <p:sldId id="290" r:id="rId15"/>
    <p:sldId id="284" r:id="rId16"/>
    <p:sldId id="291" r:id="rId17"/>
    <p:sldId id="292" r:id="rId18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55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22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06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/>
        </p:nvGraphicFramePr>
        <p:xfrm>
          <a:off x="176286" y="829887"/>
          <a:ext cx="95534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8956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7789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Nom 1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TS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132464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/>
        </p:nvGraphicFramePr>
        <p:xfrm>
          <a:off x="1203866" y="895642"/>
          <a:ext cx="74982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{{CONV_NOMS}}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{{CONV_HORAIRE}}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07150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/>
        </p:nvGraphicFramePr>
        <p:xfrm>
          <a:off x="4952999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/>
        </p:nvGraphicFramePr>
        <p:xfrm>
          <a:off x="1183112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/>
        </p:nvGraphicFramePr>
        <p:xfrm>
          <a:off x="4964252" y="4514525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/>
        </p:nvGraphicFramePr>
        <p:xfrm>
          <a:off x="1183111" y="4514523"/>
          <a:ext cx="3648515" cy="1713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B8CE1D3-5C06-2340-9DA0-5DCEFE1BB5D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19B7F7D-FEF5-7449-B713-CD39C962DB3F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C16794A-E883-8E44-B19F-8498F90B303D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4D35865-32BF-ED42-999D-580271FAF338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FB36E-6047-FE44-8083-48F0DAF080A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696936"/>
              </p:ext>
            </p:extLst>
          </p:nvPr>
        </p:nvGraphicFramePr>
        <p:xfrm>
          <a:off x="1183111" y="926439"/>
          <a:ext cx="7418404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202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  <a:gridCol w="3709202">
                  <a:extLst>
                    <a:ext uri="{9D8B030D-6E8A-4147-A177-3AD203B41FA5}">
                      <a16:colId xmlns:a16="http://schemas.microsoft.com/office/drawing/2014/main" val="1283114295"/>
                    </a:ext>
                  </a:extLst>
                </a:gridCol>
              </a:tblGrid>
              <a:tr h="351048"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{{EXEMPT_5_EQ}}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{{EXEMPT_6_EQ}}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{{EXEMPT_7_EQ}}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{{EXEMPT_8_EQ}}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18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D86E969-1638-CE41-92EB-A1B18910ED33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2D69CAA2-9594-364A-9937-2C7CF498FB4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3294A423-2E19-3D4C-B831-5DF151F80A11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49A39DD-9723-7544-AA40-D5C4D051748C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69454CC2-9D63-014E-9CE9-C258AB8EC22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7895E4D7-7894-2440-89E1-9C22B66C7465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987874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856DF613-D889-D745-AAF5-2D9DE1C611C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91B86B0A-F860-B444-9F06-A84595401109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2ACB8B7D-BF08-5141-854D-15C94D59163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A4A646C-A965-274E-BECE-707FF1F51DC7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13A16C87-D6D2-6C46-A745-38E4F2F3D37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31820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0DCC79F-C718-3045-B953-EF631919CC6F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EE25AB87-A129-BB42-A831-B40EBC26ECE5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780E29EE-20BD-E547-92E1-A356CEE1D2A0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66BDE1C-8935-D146-AC5D-20DB8374E04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3D78BDFF-7166-6144-917C-F5D6697DAD53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CFE559D-A7ED-5C4E-931A-36E9582F531F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00313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CD08BCAD-450E-9742-93C3-1A2B685B3E5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01C27448-1B7A-E845-9EA6-8FDA238C3DB2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C4F7DAD7-DD8F-9346-8888-4AA1049AE60A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740FEED5-F67D-E545-AD6F-9590ACAC37C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CEDB5CE9-6FC8-3341-8094-AC86CDCD9D35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3161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AD142AC9-AC68-8A46-863E-F7EC8F0EE5BB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A91694B3-184F-EA4B-801A-0E80EDB08D1B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5A3B776A-31FF-B946-9FD4-BF6E48C9FA5D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CF2CCE46-4EC8-0D4E-9185-573F3D4A93EE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27BB03F2-5922-2047-BEEF-F6C8CD14EA4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E1334237-4609-1541-A297-FAFC010E16B9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87949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B88BA659-7F9D-C049-90D7-0F0A866BE0B6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A0E81C57-4D5F-FF48-8896-226FDCEA3230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0E6A30D-005D-3A46-AFDC-C557BD1C56D3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9E695E9-396A-3649-8D8F-77FC3002E2A4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34832D52-B2D4-AA41-BA8A-6CF434C6822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12645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002AA61B-FD29-B442-A2C2-C5D4E7F63E17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77792EE0-47B5-5843-91B0-8431EEBCF19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F22F789A-66FE-F04F-9376-F2E6E8CD0463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AFDB4ACD-C780-7D47-A2FC-6AE80D6F7E9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6C838-B032-6C4F-AA58-746608C7DDA2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D9FE340-429F-7E44-A3B1-BE4FA5C14302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1585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F996FBDF-4C23-1442-B9B7-22130AC9D3AD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899F69B3-F927-5F44-9A96-3E6DFA11E2AC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A4596BCF-42D4-4444-9503-96497C95CF5C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15FD013-5530-524E-B2BF-1C464F6E0FCE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9207BFE6-26B6-E242-A7E4-CEDBE91887B7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27002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4BC6069C-76B3-CC47-9CBB-BF5A4E7F6097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{{SECOND_POULE_A}}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D66B1426-F948-5745-A151-9FC7C11BC9D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EAD8767B-116A-8946-A9DA-2E1224F0A91B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{{SECOND_POULE_B}}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DDE25A8E-BD05-0640-88AC-C8E8D4E8FA7B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33BB0805-2C5F-454F-994E-E361F5314AF3}"/>
              </a:ext>
            </a:extLst>
          </p:cNvPr>
          <p:cNvSpPr txBox="1"/>
          <p:nvPr/>
        </p:nvSpPr>
        <p:spPr>
          <a:xfrm>
            <a:off x="7144077" y="478024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243092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2">
            <a:extLst>
              <a:ext uri="{FF2B5EF4-FFF2-40B4-BE49-F238E27FC236}">
                <a16:creationId xmlns:a16="http://schemas.microsoft.com/office/drawing/2014/main" id="{51A79124-D721-3646-B607-3AE57AD63688}"/>
              </a:ext>
            </a:extLst>
          </p:cNvPr>
          <p:cNvSpPr/>
          <p:nvPr/>
        </p:nvSpPr>
        <p:spPr>
          <a:xfrm>
            <a:off x="332976" y="334280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C010C2E0-25B6-4C44-9967-265563552BA7}"/>
              </a:ext>
            </a:extLst>
          </p:cNvPr>
          <p:cNvSpPr/>
          <p:nvPr/>
        </p:nvSpPr>
        <p:spPr>
          <a:xfrm>
            <a:off x="327342" y="492556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85FFB306-37CA-594B-A5D5-A0FA09A122AF}"/>
              </a:ext>
            </a:extLst>
          </p:cNvPr>
          <p:cNvSpPr/>
          <p:nvPr/>
        </p:nvSpPr>
        <p:spPr>
          <a:xfrm>
            <a:off x="329484" y="176645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8" name="Rounded Rectangle 2">
            <a:extLst>
              <a:ext uri="{FF2B5EF4-FFF2-40B4-BE49-F238E27FC236}">
                <a16:creationId xmlns:a16="http://schemas.microsoft.com/office/drawing/2014/main" id="{7C23C49C-1178-5E4F-A902-B5D4929C88EA}"/>
              </a:ext>
            </a:extLst>
          </p:cNvPr>
          <p:cNvSpPr/>
          <p:nvPr/>
        </p:nvSpPr>
        <p:spPr>
          <a:xfrm>
            <a:off x="336470" y="19944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134" name="Rounded Rectangle 2">
            <a:extLst>
              <a:ext uri="{FF2B5EF4-FFF2-40B4-BE49-F238E27FC236}">
                <a16:creationId xmlns:a16="http://schemas.microsoft.com/office/drawing/2014/main" id="{BCCF675B-127D-9943-8709-0670B12D64BD}"/>
              </a:ext>
            </a:extLst>
          </p:cNvPr>
          <p:cNvSpPr/>
          <p:nvPr/>
        </p:nvSpPr>
        <p:spPr>
          <a:xfrm>
            <a:off x="3558612" y="40864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5" name="Rounded Rectangle 2">
            <a:extLst>
              <a:ext uri="{FF2B5EF4-FFF2-40B4-BE49-F238E27FC236}">
                <a16:creationId xmlns:a16="http://schemas.microsoft.com/office/drawing/2014/main" id="{CC1C45E8-913D-3449-98FE-33BB8332BC65}"/>
              </a:ext>
            </a:extLst>
          </p:cNvPr>
          <p:cNvSpPr/>
          <p:nvPr/>
        </p:nvSpPr>
        <p:spPr>
          <a:xfrm>
            <a:off x="3563173" y="94640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133" name="Rounded Rectangle 2">
            <a:extLst>
              <a:ext uri="{FF2B5EF4-FFF2-40B4-BE49-F238E27FC236}">
                <a16:creationId xmlns:a16="http://schemas.microsoft.com/office/drawing/2014/main" id="{83DDE776-535E-E445-B7FA-170652B0E906}"/>
              </a:ext>
            </a:extLst>
          </p:cNvPr>
          <p:cNvSpPr/>
          <p:nvPr/>
        </p:nvSpPr>
        <p:spPr>
          <a:xfrm>
            <a:off x="6821462" y="256111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2" name="Rounded Rectangle 2">
            <a:extLst>
              <a:ext uri="{FF2B5EF4-FFF2-40B4-BE49-F238E27FC236}">
                <a16:creationId xmlns:a16="http://schemas.microsoft.com/office/drawing/2014/main" id="{24746EC4-EABC-3247-BF74-D358BAB46950}"/>
              </a:ext>
            </a:extLst>
          </p:cNvPr>
          <p:cNvSpPr/>
          <p:nvPr/>
        </p:nvSpPr>
        <p:spPr>
          <a:xfrm>
            <a:off x="6834244" y="528228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698051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698051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7200" y="324143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748A93C-8EDD-D547-B5E0-E18AB67A836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322C657-E9E2-BA47-ABE7-4D2A442C8EB9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A4B32F6-E259-DF45-B579-591FA5DC8685}"/>
              </a:ext>
            </a:extLst>
          </p:cNvPr>
          <p:cNvSpPr txBox="1"/>
          <p:nvPr/>
        </p:nvSpPr>
        <p:spPr>
          <a:xfrm>
            <a:off x="3024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{{SECOND_POULE_C}}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70E49385-2DE0-5548-A664-5A8641467DE0}"/>
              </a:ext>
            </a:extLst>
          </p:cNvPr>
          <p:cNvSpPr txBox="1"/>
          <p:nvPr/>
        </p:nvSpPr>
        <p:spPr>
          <a:xfrm>
            <a:off x="3024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ACE83F81-B4AB-AD4B-943F-AC32FE3553EF}"/>
              </a:ext>
            </a:extLst>
          </p:cNvPr>
          <p:cNvSpPr txBox="1"/>
          <p:nvPr/>
        </p:nvSpPr>
        <p:spPr>
          <a:xfrm>
            <a:off x="302400" y="369604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{{SECOND_POULE_D}}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10F97A4B-2CE6-834E-877B-43D9C8451FA3}"/>
              </a:ext>
            </a:extLst>
          </p:cNvPr>
          <p:cNvSpPr txBox="1"/>
          <p:nvPr/>
        </p:nvSpPr>
        <p:spPr>
          <a:xfrm>
            <a:off x="3024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</p:spTree>
    <p:extLst>
      <p:ext uri="{BB962C8B-B14F-4D97-AF65-F5344CB8AC3E}">
        <p14:creationId xmlns:p14="http://schemas.microsoft.com/office/powerpoint/2010/main" val="4010124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077750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62B7D662-9230-C34F-B8BB-55B7C574B24F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EA606A87-3EFB-2D49-93A3-0BCD9AA4CBE1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D00CB057-4C3F-4D41-A38F-AA2D1BFEC803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612E6990-8F67-D84E-92C9-43F76CF1996D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163" name="Rounded Rectangle 2">
            <a:extLst>
              <a:ext uri="{FF2B5EF4-FFF2-40B4-BE49-F238E27FC236}">
                <a16:creationId xmlns:a16="http://schemas.microsoft.com/office/drawing/2014/main" id="{A6F29207-9CAD-C142-89D6-74089B269E60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ADF69762-A362-3542-A468-C11A22EC5EBC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C94CF722-0288-CA4D-8C16-D188F317D098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D8E587C7-DA51-0647-9941-54BC01034D61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6209EE5-E292-454D-96D6-609304D8CACC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821839A-350D-3149-9B9E-AB3BE895075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0165E965-0AEA-4648-B670-E4F59E4F1F4A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9B59A20F-3DB6-7F4E-863D-FB9971B334F0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95AB944F-7758-C94C-8C91-4450736E893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54A3E09E-8BDE-254A-BA22-E64B73E7223B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E425B123-80FF-BA45-AAA5-5677BE31A640}"/>
              </a:ext>
            </a:extLst>
          </p:cNvPr>
          <p:cNvSpPr txBox="1"/>
          <p:nvPr/>
        </p:nvSpPr>
        <p:spPr>
          <a:xfrm>
            <a:off x="6483504" y="4770979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3311953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93E5FC72-315D-6A42-B592-CB50BD28B511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9C1E65CC-3E71-2840-A9C9-DA78D2A8308B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1" name="Rounded Rectangle 2">
            <a:extLst>
              <a:ext uri="{FF2B5EF4-FFF2-40B4-BE49-F238E27FC236}">
                <a16:creationId xmlns:a16="http://schemas.microsoft.com/office/drawing/2014/main" id="{1F28321A-24E9-2841-B6C4-0016AC2813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Rounded Rectangle 2">
            <a:extLst>
              <a:ext uri="{FF2B5EF4-FFF2-40B4-BE49-F238E27FC236}">
                <a16:creationId xmlns:a16="http://schemas.microsoft.com/office/drawing/2014/main" id="{ADAD8AF2-6B51-3E4D-BEBC-C5F21C2CFD7F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904A0942-903D-9742-93EA-B8F37445DDA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65FC3FC6-EEBC-3048-9EFF-A7A6397DB16A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CB271E-7CD3-6245-AD55-53A543E737B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31DF1842-41B2-7B44-ADE0-CA30EB7B3FB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7B34F9C7-4452-FD46-80C2-26E19D3F290B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CF7A0267-61F4-2E4E-B8FA-D0C2F045C21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C1D14E81-30AB-664A-943D-C07DF5D27EC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311898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57812"/>
              </p:ext>
            </p:extLst>
          </p:nvPr>
        </p:nvGraphicFramePr>
        <p:xfrm>
          <a:off x="154982" y="685904"/>
          <a:ext cx="9608952" cy="6088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{{J1_PL19_EQ1}}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{{J1_PL19_EQ2}}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{{J1_PL20_EQ1}}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{{J1_PL20_EQ2}}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1489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932843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2200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7979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514A402-DF8E-9E4B-BD15-DE0D7FDFFD3D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7EB3F7F-7A0F-2C47-8FA4-B950DA68E54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C9B14B9-BEC6-AD4E-B187-22D5255A5CE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A405A4A-E91C-4443-9AEB-950492A0F47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4189969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147008"/>
              </p:ext>
            </p:extLst>
          </p:nvPr>
        </p:nvGraphicFramePr>
        <p:xfrm>
          <a:off x="148524" y="1360163"/>
          <a:ext cx="96089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{{J2_PL9_EQ1}}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{{J2_PL9_EQ2}}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{{J2_PL10_EQ1}}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{{J2_PL10_EQ2}}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{{J2_PL11_EQ1}}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{{J2_PL11_EQ2}}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{{J2_PL12_EQ1}}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{{J2_PL12_EQ2}}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{{J2_PL13_EQ1}}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{{J2_PL13_EQ2}}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{{J2_PL14_EQ1}}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{{J2_PL14_EQ2}}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A6E0BCF-3A57-CB45-B63A-40DBB6B52A17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8A02845-F44E-3043-A384-5420EAF5FFD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2 - 1/2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7413C9F-0515-E644-8732-8C9371A55DE2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F22F9AE-3C99-D24F-BA93-829EBA7F45DB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42356B0-5EE6-8047-9047-8CB9E8DE3148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528219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853092"/>
              </p:ext>
            </p:extLst>
          </p:nvPr>
        </p:nvGraphicFramePr>
        <p:xfrm>
          <a:off x="148524" y="1528050"/>
          <a:ext cx="9608952" cy="409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{{J2_PL17_EQ2}}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{{J2_PL18_EQ2}}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J2_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J2_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J2_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J2_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J2_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J2_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J2_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700" dirty="0">
                          <a:latin typeface="TSL Sans" pitchFamily="2" charset="0"/>
                        </a:rPr>
                        <a:t>J2_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{{J2_PL29_EQ2}}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{{J2_PL30_EQ1}}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{{J2_PL30_EQ2}}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{{J2_PL31_EQ1}}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{{J2_PL31_EQ2}}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{{J2_PL32_EQ1}}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{{J2_PL32_EQ2}}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F8EB139-D3AE-6F44-917A-40F4A2B74E5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E436B4A-0901-C242-8D19-A6DF724897C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 – 2/2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0CEC099-369E-4146-8C28-F9EED6272615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F6BBE2-A250-D340-9E74-EE8C6C8F4CF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2D14F1-CAC2-AE43-B014-9BC020AE95B4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703525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/>
        </p:nvGraphicFramePr>
        <p:xfrm>
          <a:off x="179521" y="732572"/>
          <a:ext cx="9546957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9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🥇 1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900" dirty="0">
                          <a:latin typeface="TSL Sans" pitchFamily="2" charset="0"/>
                        </a:rPr>
                        <a:t> 2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900" dirty="0">
                          <a:latin typeface="TSL Sans" pitchFamily="2" charset="0"/>
                        </a:rPr>
                        <a:t> 3 🥉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1623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560290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53267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486508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280460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2488</TotalTime>
  <Words>4676</Words>
  <Application>Microsoft Macintosh PowerPoint</Application>
  <PresentationFormat>Format A4 (210 x 297 mm)</PresentationFormat>
  <Paragraphs>952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101</cp:revision>
  <dcterms:created xsi:type="dcterms:W3CDTF">2013-01-27T09:14:16Z</dcterms:created>
  <dcterms:modified xsi:type="dcterms:W3CDTF">2026-07-07T21:21:30Z</dcterms:modified>
  <cp:category/>
</cp:coreProperties>
</file>