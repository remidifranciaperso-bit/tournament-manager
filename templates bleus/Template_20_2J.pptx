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6" r:id="rId2"/>
    <p:sldId id="286" r:id="rId3"/>
    <p:sldId id="287" r:id="rId4"/>
    <p:sldId id="281" r:id="rId5"/>
    <p:sldId id="282" r:id="rId6"/>
    <p:sldId id="283" r:id="rId7"/>
    <p:sldId id="279" r:id="rId8"/>
    <p:sldId id="265" r:id="rId9"/>
    <p:sldId id="261" r:id="rId10"/>
    <p:sldId id="269" r:id="rId11"/>
    <p:sldId id="284" r:id="rId12"/>
    <p:sldId id="285" r:id="rId13"/>
    <p:sldId id="263" r:id="rId14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3BE362C0-ECF4-1B42-98AF-438577F0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4272530-0649-BD4A-A7D8-7C7792BB1E94}"/>
              </a:ext>
            </a:extLst>
          </p:cNvPr>
          <p:cNvSpPr txBox="1"/>
          <p:nvPr/>
        </p:nvSpPr>
        <p:spPr>
          <a:xfrm>
            <a:off x="2713126" y="380761"/>
            <a:ext cx="43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200" dirty="0">
                <a:solidFill>
                  <a:schemeClr val="bg1"/>
                </a:solidFill>
                <a:latin typeface="TSL Sans" pitchFamily="2" charset="0"/>
                <a:cs typeface="Oriya MN" pitchFamily="2" charset="0"/>
              </a:rPr>
              <a:t>{{LOGO}}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994338" y="5382572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{{NB_EQUIPES}}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994338" y="4262590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994338" y="4823648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{{HEURE}}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994338" y="5941496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{{NB_TERRAINS}}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132362"/>
            <a:ext cx="5087257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688774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517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au 154">
            <a:extLst>
              <a:ext uri="{FF2B5EF4-FFF2-40B4-BE49-F238E27FC236}">
                <a16:creationId xmlns:a16="http://schemas.microsoft.com/office/drawing/2014/main" id="{3A20A996-66AA-8749-88BD-781F6E97301F}"/>
              </a:ext>
            </a:extLst>
          </p:cNvPr>
          <p:cNvGraphicFramePr>
            <a:graphicFrameLocks noGrp="1"/>
          </p:cNvGraphicFramePr>
          <p:nvPr/>
        </p:nvGraphicFramePr>
        <p:xfrm>
          <a:off x="176286" y="894751"/>
          <a:ext cx="955342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31404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PAIRE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1404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Nom 1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1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Nom 2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2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Poids 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TS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{{PARTICIPANTS}}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7E27EE6-87C4-AC41-AB5B-32129656A246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438745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14" name="Tableau 154">
            <a:extLst>
              <a:ext uri="{FF2B5EF4-FFF2-40B4-BE49-F238E27FC236}">
                <a16:creationId xmlns:a16="http://schemas.microsoft.com/office/drawing/2014/main" id="{9AAB0331-425B-D24A-9A42-AFE074634216}"/>
              </a:ext>
            </a:extLst>
          </p:cNvPr>
          <p:cNvGraphicFramePr>
            <a:graphicFrameLocks noGrp="1"/>
          </p:cNvGraphicFramePr>
          <p:nvPr/>
        </p:nvGraphicFramePr>
        <p:xfrm>
          <a:off x="1203866" y="902798"/>
          <a:ext cx="749826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{{CONV_NOMS}}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{{CONV_HORAIRE}}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69E3F15C-97CA-9E4B-8D41-8DBFC01A744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911105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ounded Rectangle 2">
            <a:extLst>
              <a:ext uri="{FF2B5EF4-FFF2-40B4-BE49-F238E27FC236}">
                <a16:creationId xmlns:a16="http://schemas.microsoft.com/office/drawing/2014/main" id="{4D79718C-7C1C-FD44-9EB7-46A559D04521}"/>
              </a:ext>
            </a:extLst>
          </p:cNvPr>
          <p:cNvSpPr/>
          <p:nvPr/>
        </p:nvSpPr>
        <p:spPr>
          <a:xfrm>
            <a:off x="3415514" y="54156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421848" y="5431356"/>
            <a:ext cx="2764190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4049022D-7225-A14E-BB67-CF88DC019EC4}"/>
              </a:ext>
            </a:extLst>
          </p:cNvPr>
          <p:cNvSpPr/>
          <p:nvPr/>
        </p:nvSpPr>
        <p:spPr>
          <a:xfrm>
            <a:off x="3421036" y="383366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5104" y="384746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{{P3_TERRAIN}}</a:t>
            </a:r>
          </a:p>
        </p:txBody>
      </p:sp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9D7558A0-5F6F-304B-987A-728F4C6DA630}"/>
              </a:ext>
            </a:extLst>
          </p:cNvPr>
          <p:cNvSpPr/>
          <p:nvPr/>
        </p:nvSpPr>
        <p:spPr>
          <a:xfrm>
            <a:off x="3420458" y="225626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5103" y="2271000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3" name="Rounded Rectangle 2">
            <a:extLst>
              <a:ext uri="{FF2B5EF4-FFF2-40B4-BE49-F238E27FC236}">
                <a16:creationId xmlns:a16="http://schemas.microsoft.com/office/drawing/2014/main" id="{CF24B87F-EB5A-6247-8B2F-F8C0ECDF1097}"/>
              </a:ext>
            </a:extLst>
          </p:cNvPr>
          <p:cNvSpPr/>
          <p:nvPr/>
        </p:nvSpPr>
        <p:spPr>
          <a:xfrm>
            <a:off x="3423891" y="68597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39730" y="702185"/>
            <a:ext cx="27571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39730" y="702185"/>
            <a:ext cx="1015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5071630" y="702185"/>
            <a:ext cx="1114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4571947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4487282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426411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45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45200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3565852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3565852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25103" y="2271000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5080757" y="227100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4567383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4482718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421847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45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45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3561288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3561288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25103" y="3847463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5080757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4567383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4482718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421847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421847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421847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45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45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3561288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3561288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27024" y="5431356"/>
            <a:ext cx="1019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5079739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4562819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4478154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417283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45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45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3556724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3556724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6500BD04-4530-EA4E-A9B7-663A5A061B7A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3CAA8990-FA9F-A34D-84E3-842890DCD95F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 PRÉLIMINAIRE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62DFFD57-F003-7240-AA54-384EAAFDA66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A819C7F1-4EB4-5541-8E9D-CB11271F0169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</p:spTree>
    <p:extLst>
      <p:ext uri="{BB962C8B-B14F-4D97-AF65-F5344CB8AC3E}">
        <p14:creationId xmlns:p14="http://schemas.microsoft.com/office/powerpoint/2010/main" val="4133438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710BB4D9-EAC3-ED4E-9DD0-B6331558BA9D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4" name="Rounded Rectangle 2">
            <a:extLst>
              <a:ext uri="{FF2B5EF4-FFF2-40B4-BE49-F238E27FC236}">
                <a16:creationId xmlns:a16="http://schemas.microsoft.com/office/drawing/2014/main" id="{877A799A-D27B-1A42-9BD7-75C6E2E46F58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1" name="Rounded Rectangle 2">
            <a:extLst>
              <a:ext uri="{FF2B5EF4-FFF2-40B4-BE49-F238E27FC236}">
                <a16:creationId xmlns:a16="http://schemas.microsoft.com/office/drawing/2014/main" id="{D12134FA-D26C-144C-A14B-99A7659CB296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471ADDD3-926F-974F-B0EF-C01E0CC69EB6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4249" y="5300551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612" y="1446132"/>
            <a:ext cx="27796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159" name="Rounded Rectangle 2">
            <a:extLst>
              <a:ext uri="{FF2B5EF4-FFF2-40B4-BE49-F238E27FC236}">
                <a16:creationId xmlns:a16="http://schemas.microsoft.com/office/drawing/2014/main" id="{FDF80FD5-6A2F-1A44-84B4-F2FD9CD739D3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8" name="Rounded Rectangle 2">
            <a:extLst>
              <a:ext uri="{FF2B5EF4-FFF2-40B4-BE49-F238E27FC236}">
                <a16:creationId xmlns:a16="http://schemas.microsoft.com/office/drawing/2014/main" id="{584582A1-F19D-1B42-8732-2B4B3C739BB0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0" name="Rounded Rectangle 2">
            <a:extLst>
              <a:ext uri="{FF2B5EF4-FFF2-40B4-BE49-F238E27FC236}">
                <a16:creationId xmlns:a16="http://schemas.microsoft.com/office/drawing/2014/main" id="{4DE882FA-BE96-6B4A-BF36-4DFBD92E8BD2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7" name="Rounded Rectangle 2">
            <a:extLst>
              <a:ext uri="{FF2B5EF4-FFF2-40B4-BE49-F238E27FC236}">
                <a16:creationId xmlns:a16="http://schemas.microsoft.com/office/drawing/2014/main" id="{10E15BB4-066B-5245-8AA9-38153C09FEE8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029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6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1" y="2271000"/>
            <a:ext cx="275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1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6045"/>
            <a:ext cx="2736000" cy="24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5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895869" y="2271000"/>
            <a:ext cx="120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8474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895869" y="5431356"/>
            <a:ext cx="1201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96532" cy="3046488"/>
            <a:chOff x="6333698" y="2051381"/>
            <a:chExt cx="49653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5200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037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77115" y="5300551"/>
            <a:ext cx="1127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069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93648" y="3063383"/>
            <a:ext cx="1199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27B9E77-9183-264A-B3CB-F0447273F623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803E8B64-5A09-8F46-ADE6-DAFF9B614B0E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32346571-6150-F540-9B81-CFFEBCF4D4AF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63" name="ZoneTexte 162">
            <a:extLst>
              <a:ext uri="{FF2B5EF4-FFF2-40B4-BE49-F238E27FC236}">
                <a16:creationId xmlns:a16="http://schemas.microsoft.com/office/drawing/2014/main" id="{79796AF0-46A3-A448-A976-FCBF26C44760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274DAEDD-3F50-9C4C-B867-D6044680F3BA}"/>
              </a:ext>
            </a:extLst>
          </p:cNvPr>
          <p:cNvSpPr txBox="1"/>
          <p:nvPr/>
        </p:nvSpPr>
        <p:spPr>
          <a:xfrm>
            <a:off x="280800" y="1464261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{{H1_EQ2}}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827CAA76-FF0F-DF4F-A50F-E4E569CC72EE}"/>
              </a:ext>
            </a:extLst>
          </p:cNvPr>
          <p:cNvSpPr txBox="1"/>
          <p:nvPr/>
        </p:nvSpPr>
        <p:spPr>
          <a:xfrm>
            <a:off x="280800" y="4609539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{{H3_EQ2}}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1176DE6B-72E1-3541-A6E2-9D4E6AB200D2}"/>
              </a:ext>
            </a:extLst>
          </p:cNvPr>
          <p:cNvSpPr txBox="1"/>
          <p:nvPr/>
        </p:nvSpPr>
        <p:spPr>
          <a:xfrm>
            <a:off x="7144077" y="4815238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1-2</a:t>
            </a:r>
          </a:p>
        </p:txBody>
      </p:sp>
    </p:spTree>
    <p:extLst>
      <p:ext uri="{BB962C8B-B14F-4D97-AF65-F5344CB8AC3E}">
        <p14:creationId xmlns:p14="http://schemas.microsoft.com/office/powerpoint/2010/main" val="2784595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ounded Rectangle 2">
            <a:extLst>
              <a:ext uri="{FF2B5EF4-FFF2-40B4-BE49-F238E27FC236}">
                <a16:creationId xmlns:a16="http://schemas.microsoft.com/office/drawing/2014/main" id="{51A79124-D721-3646-B607-3AE57AD63688}"/>
              </a:ext>
            </a:extLst>
          </p:cNvPr>
          <p:cNvSpPr/>
          <p:nvPr/>
        </p:nvSpPr>
        <p:spPr>
          <a:xfrm>
            <a:off x="332976" y="334280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4" name="Rounded Rectangle 2">
            <a:extLst>
              <a:ext uri="{FF2B5EF4-FFF2-40B4-BE49-F238E27FC236}">
                <a16:creationId xmlns:a16="http://schemas.microsoft.com/office/drawing/2014/main" id="{C010C2E0-25B6-4C44-9967-265563552BA7}"/>
              </a:ext>
            </a:extLst>
          </p:cNvPr>
          <p:cNvSpPr/>
          <p:nvPr/>
        </p:nvSpPr>
        <p:spPr>
          <a:xfrm>
            <a:off x="327342" y="492556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4941486"/>
            <a:ext cx="2770523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599" y="3357593"/>
            <a:ext cx="2756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139" name="Rounded Rectangle 2">
            <a:extLst>
              <a:ext uri="{FF2B5EF4-FFF2-40B4-BE49-F238E27FC236}">
                <a16:creationId xmlns:a16="http://schemas.microsoft.com/office/drawing/2014/main" id="{85FFB306-37CA-594B-A5D5-A0FA09A122AF}"/>
              </a:ext>
            </a:extLst>
          </p:cNvPr>
          <p:cNvSpPr/>
          <p:nvPr/>
        </p:nvSpPr>
        <p:spPr>
          <a:xfrm>
            <a:off x="329484" y="176645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5599" y="1781130"/>
            <a:ext cx="27477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8" name="Rounded Rectangle 2">
            <a:extLst>
              <a:ext uri="{FF2B5EF4-FFF2-40B4-BE49-F238E27FC236}">
                <a16:creationId xmlns:a16="http://schemas.microsoft.com/office/drawing/2014/main" id="{7C23C49C-1178-5E4F-A902-B5D4929C88EA}"/>
              </a:ext>
            </a:extLst>
          </p:cNvPr>
          <p:cNvSpPr/>
          <p:nvPr/>
        </p:nvSpPr>
        <p:spPr>
          <a:xfrm>
            <a:off x="336470" y="19944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5599" y="212315"/>
            <a:ext cx="2752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134" name="Rounded Rectangle 2">
            <a:extLst>
              <a:ext uri="{FF2B5EF4-FFF2-40B4-BE49-F238E27FC236}">
                <a16:creationId xmlns:a16="http://schemas.microsoft.com/office/drawing/2014/main" id="{BCCF675B-127D-9943-8709-0670B12D64BD}"/>
              </a:ext>
            </a:extLst>
          </p:cNvPr>
          <p:cNvSpPr/>
          <p:nvPr/>
        </p:nvSpPr>
        <p:spPr>
          <a:xfrm>
            <a:off x="3558612" y="4086426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1" y="4099785"/>
            <a:ext cx="27660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5" name="Rounded Rectangle 2">
            <a:extLst>
              <a:ext uri="{FF2B5EF4-FFF2-40B4-BE49-F238E27FC236}">
                <a16:creationId xmlns:a16="http://schemas.microsoft.com/office/drawing/2014/main" id="{CC1C45E8-913D-3449-98FE-33BB8332BC65}"/>
              </a:ext>
            </a:extLst>
          </p:cNvPr>
          <p:cNvSpPr/>
          <p:nvPr/>
        </p:nvSpPr>
        <p:spPr>
          <a:xfrm>
            <a:off x="3563173" y="94640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956262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133" name="Rounded Rectangle 2">
            <a:extLst>
              <a:ext uri="{FF2B5EF4-FFF2-40B4-BE49-F238E27FC236}">
                <a16:creationId xmlns:a16="http://schemas.microsoft.com/office/drawing/2014/main" id="{83DDE776-535E-E445-B7FA-170652B0E906}"/>
              </a:ext>
            </a:extLst>
          </p:cNvPr>
          <p:cNvSpPr/>
          <p:nvPr/>
        </p:nvSpPr>
        <p:spPr>
          <a:xfrm>
            <a:off x="6821462" y="256111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4249" y="2573513"/>
            <a:ext cx="2759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2" name="Rounded Rectangle 2">
            <a:extLst>
              <a:ext uri="{FF2B5EF4-FFF2-40B4-BE49-F238E27FC236}">
                <a16:creationId xmlns:a16="http://schemas.microsoft.com/office/drawing/2014/main" id="{24746EC4-EABC-3247-BF74-D358BAB46950}"/>
              </a:ext>
            </a:extLst>
          </p:cNvPr>
          <p:cNvSpPr/>
          <p:nvPr/>
        </p:nvSpPr>
        <p:spPr>
          <a:xfrm>
            <a:off x="6834244" y="528228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3" y="5297796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599" y="212315"/>
            <a:ext cx="1019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3" y="212315"/>
            <a:ext cx="1230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5507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97439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1781130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178113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357593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35759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70743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4941486"/>
            <a:ext cx="10107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71540" y="4941486"/>
            <a:ext cx="1126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7035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95626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09978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09978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7200" y="3241431"/>
            <a:ext cx="25200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297796"/>
            <a:ext cx="103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3" y="5297796"/>
            <a:ext cx="11080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2573513"/>
            <a:ext cx="1026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513223" y="2573513"/>
            <a:ext cx="108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ZoneTexte 122">
            <a:extLst>
              <a:ext uri="{FF2B5EF4-FFF2-40B4-BE49-F238E27FC236}">
                <a16:creationId xmlns:a16="http://schemas.microsoft.com/office/drawing/2014/main" id="{4748A93C-8EDD-D547-B5E0-E18AB67A836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E322C657-E9E2-BA47-ABE7-4D2A442C8EB9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3-4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EA5E5D8A-A772-8346-AA9E-CFEC984FA1D6}"/>
              </a:ext>
            </a:extLst>
          </p:cNvPr>
          <p:cNvSpPr txBox="1"/>
          <p:nvPr/>
        </p:nvSpPr>
        <p:spPr>
          <a:xfrm>
            <a:off x="280800" y="2119577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{{H6_EQ1}}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F755DA52-A54C-124F-9128-F09AB7E0DE3C}"/>
              </a:ext>
            </a:extLst>
          </p:cNvPr>
          <p:cNvSpPr txBox="1"/>
          <p:nvPr/>
        </p:nvSpPr>
        <p:spPr>
          <a:xfrm>
            <a:off x="280800" y="527993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{{H8_EQ1}}</a:t>
            </a:r>
          </a:p>
        </p:txBody>
      </p:sp>
    </p:spTree>
    <p:extLst>
      <p:ext uri="{BB962C8B-B14F-4D97-AF65-F5344CB8AC3E}">
        <p14:creationId xmlns:p14="http://schemas.microsoft.com/office/powerpoint/2010/main" val="2254630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ed Rectangle 2">
            <a:extLst>
              <a:ext uri="{FF2B5EF4-FFF2-40B4-BE49-F238E27FC236}">
                <a16:creationId xmlns:a16="http://schemas.microsoft.com/office/drawing/2014/main" id="{09E25820-F75D-F44E-8354-F6B818527754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82803C54-773B-4349-B14E-6F98BBB79F99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B87ADA1F-E13A-5241-889E-9FD829CAD728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1C495D7-526B-3B41-9395-A5783FC816DC}"/>
              </a:ext>
            </a:extLst>
          </p:cNvPr>
          <p:cNvSpPr/>
          <p:nvPr/>
        </p:nvSpPr>
        <p:spPr>
          <a:xfrm>
            <a:off x="3563555" y="14305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82" y="5261780"/>
            <a:ext cx="2592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5156" y="2215654"/>
            <a:ext cx="2592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A84E38A-3BAD-884B-A8A8-696CA264571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C135C7C7-731C-7F4B-822A-C3FA8C062AD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ADC64303-1D3D-FA40-A5F2-67D4E0EFD56F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EE2E1D41-10E2-2C4B-9158-BD7E6864398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2A70166-F55B-4848-9344-FE83F2D197F0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203343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06CFD2EC-67BE-EC4E-B342-DC0402D7B0F6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6" name="Rounded Rectangle 2">
            <a:extLst>
              <a:ext uri="{FF2B5EF4-FFF2-40B4-BE49-F238E27FC236}">
                <a16:creationId xmlns:a16="http://schemas.microsoft.com/office/drawing/2014/main" id="{5FA13620-536A-C04E-ACA1-FC55793EE686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7" name="Rounded Rectangle 2">
            <a:extLst>
              <a:ext uri="{FF2B5EF4-FFF2-40B4-BE49-F238E27FC236}">
                <a16:creationId xmlns:a16="http://schemas.microsoft.com/office/drawing/2014/main" id="{F16AC139-9AAA-3543-8591-476EE32C1D35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9" name="Rounded Rectangle 2">
            <a:extLst>
              <a:ext uri="{FF2B5EF4-FFF2-40B4-BE49-F238E27FC236}">
                <a16:creationId xmlns:a16="http://schemas.microsoft.com/office/drawing/2014/main" id="{34E078CC-F3E5-A54C-A7D4-ED90BD0DDD8B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70" name="Rounded Rectangle 2">
            <a:extLst>
              <a:ext uri="{FF2B5EF4-FFF2-40B4-BE49-F238E27FC236}">
                <a16:creationId xmlns:a16="http://schemas.microsoft.com/office/drawing/2014/main" id="{8569EFB1-7C68-914E-B6DF-03BD4C4C0387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71" name="Rounded Rectangle 2">
            <a:extLst>
              <a:ext uri="{FF2B5EF4-FFF2-40B4-BE49-F238E27FC236}">
                <a16:creationId xmlns:a16="http://schemas.microsoft.com/office/drawing/2014/main" id="{7656C7C3-1232-2342-B024-1C42594A1D61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72" name="Rounded Rectangle 2">
            <a:extLst>
              <a:ext uri="{FF2B5EF4-FFF2-40B4-BE49-F238E27FC236}">
                <a16:creationId xmlns:a16="http://schemas.microsoft.com/office/drawing/2014/main" id="{A403F163-CE9E-DB47-8673-6F60D44293C3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3204" y="2271000"/>
            <a:ext cx="13413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87637" y="2271000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3204" y="3847463"/>
            <a:ext cx="1389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87637" y="384746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218" y="5431356"/>
            <a:ext cx="13524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4" y="1446132"/>
            <a:ext cx="13458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4" y="4589655"/>
            <a:ext cx="13544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10338" y="4589655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42124" y="5300551"/>
            <a:ext cx="1284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31496" y="5300551"/>
            <a:ext cx="1373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646" y="3063383"/>
            <a:ext cx="12279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1963" y="3063383"/>
            <a:ext cx="12913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5869" y="2271000"/>
            <a:ext cx="27574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5868" y="3847463"/>
            <a:ext cx="276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8" y="5431356"/>
            <a:ext cx="27739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74504" y="5431356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4616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3172" y="4589655"/>
            <a:ext cx="27796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6" y="5300551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0645" y="3063383"/>
            <a:ext cx="27626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8" name="Rounded Rectangle 2">
            <a:extLst>
              <a:ext uri="{FF2B5EF4-FFF2-40B4-BE49-F238E27FC236}">
                <a16:creationId xmlns:a16="http://schemas.microsoft.com/office/drawing/2014/main" id="{97963696-68DE-5441-81C1-86086DF74933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4348" y="702185"/>
            <a:ext cx="1378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92803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5869" y="702185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9725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96532" cy="3046488"/>
            <a:chOff x="6333698" y="2051381"/>
            <a:chExt cx="49653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5200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E0E74F4-EDC9-8148-877B-706DAA072CF5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3130CD66-F177-484A-930A-FEF348DC5F46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6CEF3A86-D8E6-FB4A-BA52-409D4D3554A8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BA1A741D-850A-9B4F-AE42-A0C98906B3B1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BE354FF4-53C8-6748-AFD7-B682D18921A2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73" name="ZoneTexte 172">
            <a:extLst>
              <a:ext uri="{FF2B5EF4-FFF2-40B4-BE49-F238E27FC236}">
                <a16:creationId xmlns:a16="http://schemas.microsoft.com/office/drawing/2014/main" id="{8C60F54D-32CF-1044-A8EC-987B013E348B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74" name="ZoneTexte 173">
            <a:extLst>
              <a:ext uri="{FF2B5EF4-FFF2-40B4-BE49-F238E27FC236}">
                <a16:creationId xmlns:a16="http://schemas.microsoft.com/office/drawing/2014/main" id="{8B31BD2B-B1CF-0844-B9E8-36E1834AE6A7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2754628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07021F60-780A-3241-A29E-31F946F15349}"/>
              </a:ext>
            </a:extLst>
          </p:cNvPr>
          <p:cNvSpPr/>
          <p:nvPr/>
        </p:nvSpPr>
        <p:spPr>
          <a:xfrm>
            <a:off x="3563555" y="143739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3" y="1446132"/>
            <a:ext cx="1461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9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4D9DE45-2062-C94C-A159-D46E9D5CF6FC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C84F6DD4-2EBF-FD4A-944E-A1CD4F197FB2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9" name="Rounded Rectangle 2">
            <a:extLst>
              <a:ext uri="{FF2B5EF4-FFF2-40B4-BE49-F238E27FC236}">
                <a16:creationId xmlns:a16="http://schemas.microsoft.com/office/drawing/2014/main" id="{256A5753-6B8D-2F44-951F-299D986E0101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41715" y="1446132"/>
            <a:ext cx="1491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589655"/>
            <a:ext cx="1461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7" y="3077888"/>
            <a:ext cx="1291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8119" y="3063383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95657" y="3063383"/>
            <a:ext cx="1381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3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41715" y="4589655"/>
            <a:ext cx="1491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1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D005783D-ACD3-8A4E-B44F-81D010B4CB60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C85C5887-5148-4E40-8666-E964DA5915B7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1ADC9B02-6860-F241-842A-84FD4F211CC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A498FBCA-D418-CA49-A8C6-69F680B0DDE2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0F549DE6-A450-7547-98BA-45EB1AEF3113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205FB11A-6906-DD4B-94B3-EE8190B7D022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2CEF717E-0EDC-1445-9C42-6F9F2973DCDF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2870948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B3D68174-D5B7-E64A-A2B6-52E54FC82BDE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C1331A9E-3019-2E44-84AA-E146FF409D45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E1BF21B4-A1FB-CD49-AAE4-968EF68496B4}"/>
              </a:ext>
            </a:extLst>
          </p:cNvPr>
          <p:cNvSpPr/>
          <p:nvPr/>
        </p:nvSpPr>
        <p:spPr>
          <a:xfrm>
            <a:off x="3563555" y="143739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9" name="Rounded Rectangle 2">
            <a:extLst>
              <a:ext uri="{FF2B5EF4-FFF2-40B4-BE49-F238E27FC236}">
                <a16:creationId xmlns:a16="http://schemas.microsoft.com/office/drawing/2014/main" id="{B76F088F-CC59-8243-AF07-41D6F78E9AB3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2" y="1446132"/>
            <a:ext cx="14548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{{C17_20_1_CODE}}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589655"/>
            <a:ext cx="14548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1980" y="4589655"/>
            <a:ext cx="1511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{{C17_20_2_HEURE}}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7" y="3077888"/>
            <a:ext cx="1291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{{C19_20_CODE}}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8119" y="3063383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{{C17_18_CODE}}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95657" y="3063383"/>
            <a:ext cx="1381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{{C17_18_HEURE}}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9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1980" y="1446132"/>
            <a:ext cx="1511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{{C17_20_1_HEURE}}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3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67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{{C19_20_HEURE}}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{{WIN_C17_20_1}}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C17_20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19048565-D151-2A40-BF93-C70A247B2FC9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6AB77A35-1139-D442-BDA4-D8C0CBDC4D3E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17-20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3E3D6533-66AE-FD4A-BE3F-553CAC9334C2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95573BA9-3877-794C-AAFB-41F81BF8B576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F0A171FE-DA96-F14E-A582-17FE952E3291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42917BF4-80BA-B246-9493-5920EEFE332D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19-20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6BD5DF96-BCE9-AB42-848F-E8A6DC49CB01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17-18</a:t>
            </a:r>
          </a:p>
        </p:txBody>
      </p:sp>
    </p:spTree>
    <p:extLst>
      <p:ext uri="{BB962C8B-B14F-4D97-AF65-F5344CB8AC3E}">
        <p14:creationId xmlns:p14="http://schemas.microsoft.com/office/powerpoint/2010/main" val="4054534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84927"/>
              </p:ext>
            </p:extLst>
          </p:nvPr>
        </p:nvGraphicFramePr>
        <p:xfrm>
          <a:off x="154982" y="633355"/>
          <a:ext cx="9608952" cy="594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56775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{{J1_PL1_CODE}}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{{J1_PL1_EQ1}}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{{J1_PL1_EQ2}}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{{J1_PL2_CODE}}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{{J1_PL2_HEURE}}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{{J1_PL2_TERRAIN}}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{{J1_PL2_EQ1}}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{{J1_PL2_EQ2}}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{{J1_PL3_CODE}}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{{J1_PL3_HEURE}}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{{J1_PL3_TERRAIN}}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{{J1_PL3_EQ1}}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{{J1_PL3_EQ2}}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{{J1_PL4_CODE}}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{{J1_PL4_HEURE}}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{{J1_PL4_TERRAIN}}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{{J1_PL4_EQ1}}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{{J1_PL4_EQ2}}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{{J1_PL5_CODE}}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{{J1_PL5_HEURE}}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{{J1_PL5_TERRAIN}}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{{J1_PL5_EQ1}}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{{J1_PL5_EQ2}}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{{J1_PL6_CODE}}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{{J1_PL6_HEURE}}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{{J1_PL6_TERRAIN}}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{{J1_PL6_EQ1}}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{{J1_PL6_EQ2}}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{{J1_PL7_CODE}}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{{J1_PL7_HEURE}}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{{J1_PL7_TERRAIN}}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{{J1_PL7_EQ1}}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{{J1_PL7_EQ2}}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{{J1_PL8_CODE}}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{{J1_PL8_HEURE}}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{{J1_PL8_TERRAIN}}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{{J1_PL8_EQ1}}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{{J1_PL8_EQ2}}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☐</a:t>
                      </a:r>
                      <a:endParaRPr lang="fr-FR" sz="8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{{J1_PL9_CODE}}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{{J1_PL9_HEURE}}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{{J1_PL9_TERRAIN}}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{{J1_PL9_EQ1}}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{{J1_PL9_EQ2}}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{{J1_PL10_CODE}}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{{J1_PL10_HEURE}}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{{J1_PL10_TERRAIN}}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{{J1_PL10_EQ1}}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{{J1_PL10_EQ2}}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{{J1_PL11_CODE}}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{{J1_PL11_HEURE}}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{{J1_PL11_TERRAIN}}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{{J1_PL11_EQ1}}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{{J1_PL11_EQ2}}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{{J1_PL12_CODE}}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{{J1_PL12_HEURE}}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{{J1_PL12_TERRAIN}}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{{J1_PL12_EQ1}}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{{J1_PL12_EQ2}}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{{J1_PL13_CODE}}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{{J1_PL13_HEURE}}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{{J1_PL13_TERRAIN}}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{{J1_PL13_EQ1}}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{{J1_PL13_EQ2}}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{{J1_PL14_CODE}}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{{J1_PL14_HEURE}}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{{J1_PL14_TERRAIN}}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{{J1_PL14_EQ1}}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{{J1_PL14_EQ2}}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{{J1_PL15_CODE}}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{{J1_PL15_HEURE}}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{{J1_PL15_TERRAIN}}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{{J1_PL15_EQ1}}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{{J1_PL15_EQ2}}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{{J1_PL16_CODE}}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{{J1_PL16_HEURE}}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{{J1_PL16_TERRAIN}}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{{J1_PL16_EQ1}}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{{J1_PL16_EQ2}}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{{J1_PL17_CODE}}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{{J1_PL17_HEURE}}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{{J1_PL17_TERRAIN}}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{{J1_PL17_EQ1}}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{{J1_PL17_EQ2}}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{{J1_PL18_CODE}}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{{J1_PL18_HEURE}}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{{J1_PL18_TERRAIN}}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{{J1_PL18_EQ1}}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{{J1_PL18_EQ2}}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{{J1_PL19_CODE}}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{{J1_PL19_HEURE}}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{{J1_PL19_TERRAIN}}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{{J1_PL19_EQ1}}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{{J1_PL19_EQ2}}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{{J1_PL20_CODE}}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{{J1_PL20_HEURE}}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{{J1_PL20_TERRAIN}}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{{J1_PL20_EQ1}}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{{J1_PL20_EQ2}}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{{J1_PL21_CODE}}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{{J1_PL21_HEURE}}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{{J1_PL21_TERRAIN}}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600" dirty="0">
                          <a:latin typeface="TSL Sans" pitchFamily="2" charset="0"/>
                        </a:rPr>
                        <a:t>J1_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PL21_EQ1}}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600" dirty="0">
                          <a:latin typeface="TSL Sans" pitchFamily="2" charset="0"/>
                        </a:rPr>
                        <a:t>J1_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PL21_EQ2}}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642209"/>
                  </a:ext>
                </a:extLst>
              </a:tr>
              <a:tr h="25677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{{J1_PL22_CODE}}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{{J1_PL22_HEURE}}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{{J1_PL22_TERRAIN}}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600" dirty="0">
                          <a:latin typeface="TSL Sans" pitchFamily="2" charset="0"/>
                        </a:rPr>
                        <a:t>J1_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PL22_EQ1}}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</a:t>
                      </a:r>
                      <a:r>
                        <a:rPr lang="fr-FR" sz="600" dirty="0">
                          <a:latin typeface="TSL Sans" pitchFamily="2" charset="0"/>
                        </a:rPr>
                        <a:t>J1_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PL22_EQ2}}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913232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B2469D3-7C5C-4949-A75E-1A3E89D7EFE3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6488D79-18B5-4943-A3BD-3E8AB2658A23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1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51521BC-0F99-7B4F-918C-CA092D874505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BC1BA26-88CD-F24C-A1B0-9020073374B7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71AB181-65D1-1B4C-BB79-7255377BCDB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128145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005761"/>
              </p:ext>
            </p:extLst>
          </p:nvPr>
        </p:nvGraphicFramePr>
        <p:xfrm>
          <a:off x="148524" y="1004549"/>
          <a:ext cx="9608952" cy="5237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{{J2_PL1_CODE}}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{{J2_PL2_CODE}}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{{J2_PL2_HEURE}}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{{J2_PL2_TERRAIN}}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{{J2_PL2_EQ1}}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{{J2_PL2_EQ2}}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{{J2_PL3_CODE}}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{{J2_PL3_HEURE}}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{{J2_PL3_TERRAIN}}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{{J2_PL3_EQ1}}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{{J2_PL3_EQ2}}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{{J2_PL4_CODE}}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{{J2_PL4_HEURE}}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{{J2_PL4_TERRAIN}}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{{J2_PL4_EQ1}}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{{J2_PL4_EQ2}}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{{J2_PL5_CODE}}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{{J2_PL5_HEURE}}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{{J2_PL5_TERRAIN}}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{{J2_PL5_EQ1}}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{{J2_PL5_EQ2}}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{{J2_PL6_CODE}}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{{J2_PL6_HEURE}}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{{J2_PL6_TERRAIN}}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{{J2_PL6_EQ1}}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{{J2_PL6_EQ2}}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{{J2_PL7_CODE}}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{{J2_PL7_HEURE}}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{{J2_PL7_TERRAIN}}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{{J2_PL7_EQ1}}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{{J2_PL7_EQ2}}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{{J2_PL8_CODE}}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{{J2_PL8_HEURE}}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{{J2_PL8_TERRAIN}}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{{J2_PL8_EQ1}}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{{J2_PL8_EQ2}}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{{J2_PL9_CODE}}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{{J2_PL9_HEURE}}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{{J2_PL9_TERRAIN}}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TSL Sans" pitchFamily="2" charset="0"/>
                        </a:rPr>
                        <a:t>{{J2_PL9_EQ1}}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{{J2_PL9_EQ2}}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{{J2_PL10_CODE}}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{{J2_PL10_HEURE}}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{{J2_PL10_TERRAIN}}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{{J2_PL10_EQ1}}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{{J2_PL10_EQ2}}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{{J2_PL11_CODE}}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{{J2_PL11_HEURE}}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{{J2_PL11_TERRAIN}}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{{J2_PL11_EQ1}}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{{J2_PL11_EQ2}}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{{J2_PL12_CODE}}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{{J2_PL12_HEURE}}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{{J2_PL12_TERRAIN}}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{{J2_PL12_EQ1}}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{{J2_PL12_EQ2}}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{{J2_PL13_CODE}}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{{J2_PL13_HEURE}}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{{J2_PL13_TERRAIN}}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{{J2_PL13_EQ1}}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{{J2_PL13_EQ2}}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{{J2_PL14_CODE}}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{{J2_PL14_HEURE}}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{{J2_PL14_TERRAIN}}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{{J2_PL14_EQ1}}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{{J2_PL14_EQ2}}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{{J2_PL15_CODE}}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{{J2_PL15_HEURE}}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{{J2_PL15_TERRAIN}}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{{J2_PL15_EQ1}}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{{J2_PL15_EQ2}}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{{J2_PL16_CODE}}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{{J2_PL16_HEURE}}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{{J2_PL16_TERRAIN}}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{{J2_PL16_EQ1}}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{{J2_PL16_EQ2}}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{{J2_PL17_CODE}}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{{J2_PL17_HEURE}}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{{J2_PL17_TERRAIN}}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{{J2_PL17_EQ1}}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{{J2_PL17_EQ2}}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{{J2_PL18_CODE}}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{{J2_PL18_HEURE}}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TSL Sans" pitchFamily="2" charset="0"/>
                        </a:rPr>
                        <a:t>{{J2_PL18_TERRAIN}}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{{J2_PL18_EQ1}}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{{J2_PL18_EQ2}}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08C7C6C-590B-E34A-8FBE-4C21984575A4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31A508D-13CA-2D43-B116-44EB7B50FDC0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B430DBF-0E22-4641-8225-F3ED17417551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8311290-0E30-D54E-BFA1-FBCF7F1F5422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3DC7157-1307-8E4C-8FF9-BE2D36B7149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4247064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062295"/>
              </p:ext>
            </p:extLst>
          </p:nvPr>
        </p:nvGraphicFramePr>
        <p:xfrm>
          <a:off x="154982" y="844449"/>
          <a:ext cx="9546957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</a:t>
                      </a:r>
                      <a:r>
                        <a:rPr lang="fr-FR" sz="11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QUIPE 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TSL Sans" pitchFamily="2" charset="0"/>
                        </a:rPr>
                        <a:t>🥇</a:t>
                      </a:r>
                      <a:r>
                        <a:rPr lang="fr-FR" sz="1100" dirty="0">
                          <a:latin typeface="TSL Sans" pitchFamily="2" charset="0"/>
                        </a:rPr>
                        <a:t> 1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🥇</a:t>
                      </a:r>
                      <a:endParaRPr lang="fr-FR" sz="14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{{PTS1}}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r>
                        <a:rPr lang="fr-FR" sz="1100" dirty="0">
                          <a:latin typeface="TSL Sans" pitchFamily="2" charset="0"/>
                        </a:rPr>
                        <a:t> 2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endParaRPr lang="fr-FR" sz="14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{{PTS2}}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🥉</a:t>
                      </a:r>
                      <a:r>
                        <a:rPr lang="fr-FR" sz="1100" dirty="0">
                          <a:latin typeface="TSL Sans" pitchFamily="2" charset="0"/>
                        </a:rPr>
                        <a:t> 3 </a:t>
                      </a:r>
                      <a:r>
                        <a:rPr lang="fr-FR" sz="1400" dirty="0">
                          <a:latin typeface="TSL Sans" pitchFamily="2" charset="0"/>
                        </a:rPr>
                        <a:t>🥉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{{PTS3}}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4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{{PTS4}}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5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{{PTS5}}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6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{{PTS6}}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7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{{PTS7}}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8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{{PTS8}}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9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{{PTS9}}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10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{{PTS10}}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11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{{PTS11}}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12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{{PTS12}}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13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{{PTS13}}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14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{{PTS14}}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15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{{PTS15}}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16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{{PTS16}}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17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{{PTS17}}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77431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18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{{PTS18}}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23317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19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{{PTS19}}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654135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20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{{PTS20}}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04827"/>
                  </a:ext>
                </a:extLst>
              </a:tr>
            </a:tbl>
          </a:graphicData>
        </a:graphic>
      </p:graphicFrame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69D7D54-6428-B64B-8CA5-025EF6497F61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2D64F24-CE98-3945-8EE7-E7C681137E62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B71997-3F5A-3B4F-821A-6BD64F09D44D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A604D68-0191-2745-ACFE-BC2603246FD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8CEFFD1-B89A-1A49-81E4-B8831C4ED2D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0C59F73-E6B8-7749-91DB-F643670D41C2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168491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2950</TotalTime>
  <Words>2855</Words>
  <Application>Microsoft Macintosh PowerPoint</Application>
  <PresentationFormat>Format A4 (210 x 297 mm)</PresentationFormat>
  <Paragraphs>651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Calibri</vt:lpstr>
      <vt:lpstr>Grindy Brush</vt:lpstr>
      <vt:lpstr>Noto Sans</vt:lpstr>
      <vt:lpstr>TSL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89</cp:revision>
  <dcterms:created xsi:type="dcterms:W3CDTF">2013-01-27T09:14:16Z</dcterms:created>
  <dcterms:modified xsi:type="dcterms:W3CDTF">2026-07-07T20:56:55Z</dcterms:modified>
  <cp:category/>
</cp:coreProperties>
</file>