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76" r:id="rId2"/>
    <p:sldId id="277" r:id="rId3"/>
    <p:sldId id="278" r:id="rId4"/>
    <p:sldId id="264" r:id="rId5"/>
    <p:sldId id="280" r:id="rId6"/>
    <p:sldId id="279" r:id="rId7"/>
    <p:sldId id="268" r:id="rId8"/>
    <p:sldId id="267" r:id="rId9"/>
    <p:sldId id="263" r:id="rId10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 descr="Une image contenant balle de tennis, équipement sportif, balle, Sport de raquette&#10;&#10;Description générée automatiquement">
            <a:extLst>
              <a:ext uri="{FF2B5EF4-FFF2-40B4-BE49-F238E27FC236}">
                <a16:creationId xmlns:a16="http://schemas.microsoft.com/office/drawing/2014/main" id="{3BE362C0-ECF4-1B42-98AF-438577F0B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5597" y="-40878"/>
            <a:ext cx="10531222" cy="699677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64272530-0649-BD4A-A7D8-7C7792BB1E94}"/>
              </a:ext>
            </a:extLst>
          </p:cNvPr>
          <p:cNvSpPr txBox="1"/>
          <p:nvPr/>
        </p:nvSpPr>
        <p:spPr>
          <a:xfrm>
            <a:off x="2713126" y="380761"/>
            <a:ext cx="43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200" dirty="0">
                <a:solidFill>
                  <a:schemeClr val="bg1"/>
                </a:solidFill>
                <a:latin typeface="TSL Sans" pitchFamily="2" charset="0"/>
                <a:cs typeface="Oriya MN" pitchFamily="2" charset="0"/>
              </a:rPr>
              <a:t>{{LOGO}}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-425597" y="1566952"/>
            <a:ext cx="105312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03695CD-FDE4-F54B-8134-D0767A33B0A3}"/>
              </a:ext>
            </a:extLst>
          </p:cNvPr>
          <p:cNvSpPr txBox="1"/>
          <p:nvPr/>
        </p:nvSpPr>
        <p:spPr>
          <a:xfrm>
            <a:off x="1994338" y="5382572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{{NB_EQUIPES}}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D96DA86-9D71-1041-90D1-D256C10146A0}"/>
              </a:ext>
            </a:extLst>
          </p:cNvPr>
          <p:cNvSpPr txBox="1"/>
          <p:nvPr/>
        </p:nvSpPr>
        <p:spPr>
          <a:xfrm>
            <a:off x="1994338" y="4262590"/>
            <a:ext cx="5917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84406B9-1400-604D-BCAD-81F49575497D}"/>
              </a:ext>
            </a:extLst>
          </p:cNvPr>
          <p:cNvSpPr txBox="1"/>
          <p:nvPr/>
        </p:nvSpPr>
        <p:spPr>
          <a:xfrm>
            <a:off x="1994338" y="4823648"/>
            <a:ext cx="5917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{{HEURE}}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7C78276-0247-DB4D-9282-A024FA8B012B}"/>
              </a:ext>
            </a:extLst>
          </p:cNvPr>
          <p:cNvSpPr txBox="1"/>
          <p:nvPr/>
        </p:nvSpPr>
        <p:spPr>
          <a:xfrm>
            <a:off x="1994338" y="5941496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{{NB_TERRAINS}}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2296385" y="3132362"/>
            <a:ext cx="5087257" cy="0"/>
          </a:xfrm>
          <a:prstGeom prst="line">
            <a:avLst/>
          </a:prstGeom>
          <a:ln w="25400">
            <a:solidFill>
              <a:srgbClr val="FFF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881352" y="6688774"/>
            <a:ext cx="5917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1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354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au 154">
            <a:extLst>
              <a:ext uri="{FF2B5EF4-FFF2-40B4-BE49-F238E27FC236}">
                <a16:creationId xmlns:a16="http://schemas.microsoft.com/office/drawing/2014/main" id="{3A20A996-66AA-8749-88BD-781F6E973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602594"/>
              </p:ext>
            </p:extLst>
          </p:nvPr>
        </p:nvGraphicFramePr>
        <p:xfrm>
          <a:off x="163773" y="1223860"/>
          <a:ext cx="9553428" cy="587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200" b="1" kern="1200" dirty="0">
                          <a:solidFill>
                            <a:schemeClr val="bg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JOUEUR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JOUEUR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PAIRE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300" dirty="0">
                          <a:latin typeface="TSL Sans" pitchFamily="2" charset="0"/>
                        </a:rPr>
                        <a:t>Nom 1</a:t>
                      </a:r>
                      <a:endParaRPr lang="fr-FR" sz="13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3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1</a:t>
                      </a:r>
                      <a:endParaRPr lang="fr-FR" sz="13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3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Nom 2</a:t>
                      </a:r>
                      <a:endParaRPr lang="fr-FR" sz="13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3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2</a:t>
                      </a:r>
                      <a:endParaRPr lang="fr-FR" sz="13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3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Poids </a:t>
                      </a:r>
                      <a:endParaRPr lang="fr-FR" sz="13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300" dirty="0">
                          <a:latin typeface="TSL Sans" pitchFamily="2" charset="0"/>
                        </a:rPr>
                        <a:t>TS</a:t>
                      </a:r>
                      <a:endParaRPr lang="fr-FR" sz="13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9DBD643-5383-5F44-9332-8644C60D028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86BFF8-DA1B-E348-AFB8-72B601C483D1}"/>
              </a:ext>
            </a:extLst>
          </p:cNvPr>
          <p:cNvSpPr txBox="1"/>
          <p:nvPr/>
        </p:nvSpPr>
        <p:spPr>
          <a:xfrm>
            <a:off x="21060" y="38299"/>
            <a:ext cx="9863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{{PARTICIPANTS}}</a:t>
            </a:r>
            <a:endParaRPr lang="fr-FR" sz="480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02D377-BDD0-2A45-9AE0-EB06B39645C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E52639-28D7-4044-84E1-59AE67014A4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7E27EE6-87C4-AC41-AB5B-32129656A246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107978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DBD643-5383-5F44-9332-8644C60D028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86BFF8-DA1B-E348-AFB8-72B601C483D1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02D377-BDD0-2A45-9AE0-EB06B39645C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E52639-28D7-4044-84E1-59AE67014A4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graphicFrame>
        <p:nvGraphicFramePr>
          <p:cNvPr id="14" name="Tableau 154">
            <a:extLst>
              <a:ext uri="{FF2B5EF4-FFF2-40B4-BE49-F238E27FC236}">
                <a16:creationId xmlns:a16="http://schemas.microsoft.com/office/drawing/2014/main" id="{9AAB0331-425B-D24A-9A42-AFE074634216}"/>
              </a:ext>
            </a:extLst>
          </p:cNvPr>
          <p:cNvGraphicFramePr>
            <a:graphicFrameLocks noGrp="1"/>
          </p:cNvGraphicFramePr>
          <p:nvPr/>
        </p:nvGraphicFramePr>
        <p:xfrm>
          <a:off x="1137554" y="1223860"/>
          <a:ext cx="7498268" cy="587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300" dirty="0">
                          <a:latin typeface="TSL Sans" pitchFamily="2" charset="0"/>
                        </a:rPr>
                        <a:t>{{CONV_NOMS}}</a:t>
                      </a:r>
                      <a:endParaRPr lang="fr-FR" sz="13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300" dirty="0">
                          <a:latin typeface="TSL Sans" pitchFamily="2" charset="0"/>
                        </a:rPr>
                        <a:t>{{CONV_HORAIRE}}</a:t>
                      </a:r>
                      <a:endParaRPr lang="fr-FR" sz="13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  <p:sp>
        <p:nvSpPr>
          <p:cNvPr id="16" name="ZoneTexte 15">
            <a:extLst>
              <a:ext uri="{FF2B5EF4-FFF2-40B4-BE49-F238E27FC236}">
                <a16:creationId xmlns:a16="http://schemas.microsoft.com/office/drawing/2014/main" id="{69E3F15C-97CA-9E4B-8D41-8DBFC01A744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722481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421848" y="5431356"/>
            <a:ext cx="2764190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{{P4_TERRAIN}}</a:t>
            </a:r>
          </a:p>
        </p:txBody>
      </p:sp>
      <p:sp>
        <p:nvSpPr>
          <p:cNvPr id="62" name="Rounded Rectangle 2">
            <a:extLst>
              <a:ext uri="{FF2B5EF4-FFF2-40B4-BE49-F238E27FC236}">
                <a16:creationId xmlns:a16="http://schemas.microsoft.com/office/drawing/2014/main" id="{4D79718C-7C1C-FD44-9EB7-46A559D04521}"/>
              </a:ext>
            </a:extLst>
          </p:cNvPr>
          <p:cNvSpPr/>
          <p:nvPr/>
        </p:nvSpPr>
        <p:spPr>
          <a:xfrm>
            <a:off x="3415514" y="541560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8" name="Rounded Rectangle 2">
            <a:extLst>
              <a:ext uri="{FF2B5EF4-FFF2-40B4-BE49-F238E27FC236}">
                <a16:creationId xmlns:a16="http://schemas.microsoft.com/office/drawing/2014/main" id="{4049022D-7225-A14E-BB67-CF88DC019EC4}"/>
              </a:ext>
            </a:extLst>
          </p:cNvPr>
          <p:cNvSpPr/>
          <p:nvPr/>
        </p:nvSpPr>
        <p:spPr>
          <a:xfrm>
            <a:off x="3421036" y="383366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25104" y="3847463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{{P3_TERRAIN}}</a:t>
            </a:r>
          </a:p>
        </p:txBody>
      </p:sp>
      <p:sp>
        <p:nvSpPr>
          <p:cNvPr id="69" name="Rounded Rectangle 2">
            <a:extLst>
              <a:ext uri="{FF2B5EF4-FFF2-40B4-BE49-F238E27FC236}">
                <a16:creationId xmlns:a16="http://schemas.microsoft.com/office/drawing/2014/main" id="{9D7558A0-5F6F-304B-987A-728F4C6DA630}"/>
              </a:ext>
            </a:extLst>
          </p:cNvPr>
          <p:cNvSpPr/>
          <p:nvPr/>
        </p:nvSpPr>
        <p:spPr>
          <a:xfrm>
            <a:off x="3420458" y="225626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25103" y="2271000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3" name="Rounded Rectangle 2">
            <a:extLst>
              <a:ext uri="{FF2B5EF4-FFF2-40B4-BE49-F238E27FC236}">
                <a16:creationId xmlns:a16="http://schemas.microsoft.com/office/drawing/2014/main" id="{CF24B87F-EB5A-6247-8B2F-F8C0ECDF1097}"/>
              </a:ext>
            </a:extLst>
          </p:cNvPr>
          <p:cNvSpPr/>
          <p:nvPr/>
        </p:nvSpPr>
        <p:spPr>
          <a:xfrm>
            <a:off x="3423891" y="68597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39730" y="702185"/>
            <a:ext cx="27571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39730" y="702185"/>
            <a:ext cx="10157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5071630" y="702185"/>
            <a:ext cx="11144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4571947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4487282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426411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45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45200" y="14642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3565852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3565852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25103" y="2271000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5080757" y="2271000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4567383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4482718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421847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45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45200" y="303307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3561288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3561288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25103" y="3847463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5080757" y="3847463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4567383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4482718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421847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421847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421847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45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45200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3561288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3561288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27024" y="5431356"/>
            <a:ext cx="10193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5079739" y="5431356"/>
            <a:ext cx="1108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4562819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4478154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417283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45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45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3556724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3556724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6500BD04-4530-EA4E-A9B7-663A5A061B7A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3CAA8990-FA9F-A34D-84E3-842890DCD95F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 PRÉLIMINAIRE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62DFFD57-F003-7240-AA54-384EAAFDA669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A819C7F1-4EB4-5541-8E9D-CB11271F0169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</p:spTree>
    <p:extLst>
      <p:ext uri="{BB962C8B-B14F-4D97-AF65-F5344CB8AC3E}">
        <p14:creationId xmlns:p14="http://schemas.microsoft.com/office/powerpoint/2010/main" val="903925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ounded Rectangle 2">
            <a:extLst>
              <a:ext uri="{FF2B5EF4-FFF2-40B4-BE49-F238E27FC236}">
                <a16:creationId xmlns:a16="http://schemas.microsoft.com/office/drawing/2014/main" id="{943659ED-1832-D24D-B973-8CB2FB101A6B}"/>
              </a:ext>
            </a:extLst>
          </p:cNvPr>
          <p:cNvSpPr/>
          <p:nvPr/>
        </p:nvSpPr>
        <p:spPr>
          <a:xfrm>
            <a:off x="335167" y="6924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6470" y="702185"/>
            <a:ext cx="2761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162" name="Rounded Rectangle 2">
            <a:extLst>
              <a:ext uri="{FF2B5EF4-FFF2-40B4-BE49-F238E27FC236}">
                <a16:creationId xmlns:a16="http://schemas.microsoft.com/office/drawing/2014/main" id="{41FC8E75-8952-C44A-8B38-10098922168B}"/>
              </a:ext>
            </a:extLst>
          </p:cNvPr>
          <p:cNvSpPr/>
          <p:nvPr/>
        </p:nvSpPr>
        <p:spPr>
          <a:xfrm>
            <a:off x="329536" y="226047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568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1" name="Rounded Rectangle 2">
            <a:extLst>
              <a:ext uri="{FF2B5EF4-FFF2-40B4-BE49-F238E27FC236}">
                <a16:creationId xmlns:a16="http://schemas.microsoft.com/office/drawing/2014/main" id="{F27B3FE8-4968-2D4E-A057-B33677D7081A}"/>
              </a:ext>
            </a:extLst>
          </p:cNvPr>
          <p:cNvSpPr/>
          <p:nvPr/>
        </p:nvSpPr>
        <p:spPr>
          <a:xfrm>
            <a:off x="335167" y="383435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0" name="Rounded Rectangle 2">
            <a:extLst>
              <a:ext uri="{FF2B5EF4-FFF2-40B4-BE49-F238E27FC236}">
                <a16:creationId xmlns:a16="http://schemas.microsoft.com/office/drawing/2014/main" id="{B5A83A62-792D-5744-A298-C1E5EB367929}"/>
              </a:ext>
            </a:extLst>
          </p:cNvPr>
          <p:cNvSpPr/>
          <p:nvPr/>
        </p:nvSpPr>
        <p:spPr>
          <a:xfrm>
            <a:off x="327852" y="541849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7365" y="5431356"/>
            <a:ext cx="2754841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</p:txBody>
      </p:sp>
      <p:sp>
        <p:nvSpPr>
          <p:cNvPr id="159" name="Rounded Rectangle 2">
            <a:extLst>
              <a:ext uri="{FF2B5EF4-FFF2-40B4-BE49-F238E27FC236}">
                <a16:creationId xmlns:a16="http://schemas.microsoft.com/office/drawing/2014/main" id="{B3DCE4C6-1F92-B943-AD87-4BB65A75E4F5}"/>
              </a:ext>
            </a:extLst>
          </p:cNvPr>
          <p:cNvSpPr/>
          <p:nvPr/>
        </p:nvSpPr>
        <p:spPr>
          <a:xfrm>
            <a:off x="6831006" y="5286361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7467652" y="5300551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6" name="Rounded Rectangle 2">
            <a:extLst>
              <a:ext uri="{FF2B5EF4-FFF2-40B4-BE49-F238E27FC236}">
                <a16:creationId xmlns:a16="http://schemas.microsoft.com/office/drawing/2014/main" id="{19B9912C-BAF7-3F43-8BC7-BB0B787FF540}"/>
              </a:ext>
            </a:extLst>
          </p:cNvPr>
          <p:cNvSpPr/>
          <p:nvPr/>
        </p:nvSpPr>
        <p:spPr>
          <a:xfrm>
            <a:off x="6821558" y="304909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7" name="Rounded Rectangle 2">
            <a:extLst>
              <a:ext uri="{FF2B5EF4-FFF2-40B4-BE49-F238E27FC236}">
                <a16:creationId xmlns:a16="http://schemas.microsoft.com/office/drawing/2014/main" id="{155F3B12-0D73-9C45-ACA8-E38B90105A68}"/>
              </a:ext>
            </a:extLst>
          </p:cNvPr>
          <p:cNvSpPr/>
          <p:nvPr/>
        </p:nvSpPr>
        <p:spPr>
          <a:xfrm>
            <a:off x="3563173" y="457364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4" name="Rounded Rectangle 2">
            <a:extLst>
              <a:ext uri="{FF2B5EF4-FFF2-40B4-BE49-F238E27FC236}">
                <a16:creationId xmlns:a16="http://schemas.microsoft.com/office/drawing/2014/main" id="{5989E661-9E27-2142-9AD7-9FD577DA0DAB}"/>
              </a:ext>
            </a:extLst>
          </p:cNvPr>
          <p:cNvSpPr/>
          <p:nvPr/>
        </p:nvSpPr>
        <p:spPr>
          <a:xfrm>
            <a:off x="3563923" y="1432626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6471" y="3847463"/>
            <a:ext cx="27568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81568" y="4589655"/>
            <a:ext cx="27599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4943" y="3063383"/>
            <a:ext cx="2770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FC35534-692A-6444-BDD7-42BA78DA67F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37365" y="702185"/>
            <a:ext cx="1059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990816" y="702185"/>
            <a:ext cx="11114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280800" y="1464261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136627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93891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136627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211240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9728" y="2271000"/>
            <a:ext cx="10212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1688" y="2271000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280800" y="3033076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9730" y="3847463"/>
            <a:ext cx="10212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90816" y="3847463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280800" y="4185910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51527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608791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51527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526139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5167" y="5431356"/>
            <a:ext cx="10212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89798" y="5431356"/>
            <a:ext cx="1108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280800" y="5769803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0998" y="1446132"/>
            <a:ext cx="10212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0999" y="4589655"/>
            <a:ext cx="10212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26650" y="4589655"/>
            <a:ext cx="1107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5200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147" y="5300551"/>
            <a:ext cx="1028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5807" y="5300551"/>
            <a:ext cx="11089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30590" y="3063383"/>
            <a:ext cx="9487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477115" y="3063383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ZoneTexte 122">
            <a:extLst>
              <a:ext uri="{FF2B5EF4-FFF2-40B4-BE49-F238E27FC236}">
                <a16:creationId xmlns:a16="http://schemas.microsoft.com/office/drawing/2014/main" id="{9FBAFAF8-3AC1-D340-9234-88407737E254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2FF4F30F-5A06-0D49-B76E-71FD1C398C14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C4A97F11-85F4-C64A-B093-79AB77080203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C9DAB11D-3CD1-5649-B049-B128828D0FC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AD0E2B3A-7B69-8B4D-88B5-4815FCF9DEF7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1-2</a:t>
            </a:r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E0CB37D6-064B-4445-BA0F-4D1FA1B2CCFC}"/>
              </a:ext>
            </a:extLst>
          </p:cNvPr>
          <p:cNvSpPr txBox="1"/>
          <p:nvPr/>
        </p:nvSpPr>
        <p:spPr>
          <a:xfrm>
            <a:off x="6500313" y="4743042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3-4</a:t>
            </a:r>
          </a:p>
        </p:txBody>
      </p:sp>
    </p:spTree>
    <p:extLst>
      <p:ext uri="{BB962C8B-B14F-4D97-AF65-F5344CB8AC3E}">
        <p14:creationId xmlns:p14="http://schemas.microsoft.com/office/powerpoint/2010/main" val="1363306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ounded Rectangle 2">
            <a:extLst>
              <a:ext uri="{FF2B5EF4-FFF2-40B4-BE49-F238E27FC236}">
                <a16:creationId xmlns:a16="http://schemas.microsoft.com/office/drawing/2014/main" id="{09E25820-F75D-F44E-8354-F6B818527754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7440224" y="3063383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7" name="Rounded Rectangle 2">
            <a:extLst>
              <a:ext uri="{FF2B5EF4-FFF2-40B4-BE49-F238E27FC236}">
                <a16:creationId xmlns:a16="http://schemas.microsoft.com/office/drawing/2014/main" id="{B87ADA1F-E13A-5241-889E-9FD829CAD728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71C495D7-526B-3B41-9395-A5783FC816DC}"/>
              </a:ext>
            </a:extLst>
          </p:cNvPr>
          <p:cNvSpPr/>
          <p:nvPr/>
        </p:nvSpPr>
        <p:spPr>
          <a:xfrm>
            <a:off x="3563555" y="14305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Rounded Rectangle 2">
            <a:extLst>
              <a:ext uri="{FF2B5EF4-FFF2-40B4-BE49-F238E27FC236}">
                <a16:creationId xmlns:a16="http://schemas.microsoft.com/office/drawing/2014/main" id="{82803C54-773B-4349-B14E-6F98BBB79F99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28655" y="3077888"/>
            <a:ext cx="27306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1000" y="1446132"/>
            <a:ext cx="12846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95123" y="1446132"/>
            <a:ext cx="1338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7926" y="4589655"/>
            <a:ext cx="12777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53000" y="4589655"/>
            <a:ext cx="138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20313" y="3077888"/>
            <a:ext cx="1133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80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80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7718" y="3063383"/>
            <a:ext cx="1151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42883" y="3063383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1482" y="5261780"/>
            <a:ext cx="259200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5156" y="2215654"/>
            <a:ext cx="259200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215710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A84E38A-3BAD-884B-A8A8-696CA264571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C135C7C7-731C-7F4B-822A-C3FA8C062AD4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ADC64303-1D3D-FA40-A5F2-67D4E0EFD56F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EE2E1D41-10E2-2C4B-9158-BD7E6864398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2A70166-F55B-4848-9344-FE83F2D197F0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671700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ounded Rectangle 2">
            <a:extLst>
              <a:ext uri="{FF2B5EF4-FFF2-40B4-BE49-F238E27FC236}">
                <a16:creationId xmlns:a16="http://schemas.microsoft.com/office/drawing/2014/main" id="{F53B1ED9-6F3C-0C42-B804-16CD78DB5F0D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70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1" name="Rounded Rectangle 2">
            <a:extLst>
              <a:ext uri="{FF2B5EF4-FFF2-40B4-BE49-F238E27FC236}">
                <a16:creationId xmlns:a16="http://schemas.microsoft.com/office/drawing/2014/main" id="{38DA1BBA-2F63-9B44-8C81-7A2172BB627B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705" y="4589655"/>
            <a:ext cx="13390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{{C9_12_2_CODE}}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06779" y="4589655"/>
            <a:ext cx="14269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{{C9_12_2_HEURE}}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705" y="4589655"/>
            <a:ext cx="27659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0" name="Rounded Rectangle 2">
            <a:extLst>
              <a:ext uri="{FF2B5EF4-FFF2-40B4-BE49-F238E27FC236}">
                <a16:creationId xmlns:a16="http://schemas.microsoft.com/office/drawing/2014/main" id="{E8BFE0C9-51D7-9549-9574-9CBBB3E3E5D9}"/>
              </a:ext>
            </a:extLst>
          </p:cNvPr>
          <p:cNvSpPr/>
          <p:nvPr/>
        </p:nvSpPr>
        <p:spPr>
          <a:xfrm>
            <a:off x="3563555" y="14305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18907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{{C9_12_1_HEURE}}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1" name="Rounded Rectangle 2">
            <a:extLst>
              <a:ext uri="{FF2B5EF4-FFF2-40B4-BE49-F238E27FC236}">
                <a16:creationId xmlns:a16="http://schemas.microsoft.com/office/drawing/2014/main" id="{61712DA1-3D3C-DB43-9100-A5F683686A28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67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704" y="1446132"/>
            <a:ext cx="13390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{{C9_12_1_CODE}}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788" y="3077888"/>
            <a:ext cx="12912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{{C11_12_CODE}}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10343" y="3077888"/>
            <a:ext cx="13726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{{C11_12_HEURE}}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{{LOSE_C9_12_1}}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</a:t>
            </a:r>
            <a:r>
              <a:rPr lang="fr-FR"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_C9_12_2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11350" y="3063383"/>
            <a:ext cx="1208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{{C9_10_CODE}}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294557" y="3063383"/>
            <a:ext cx="12827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{{C9_10_HEURE}}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{{WIN_C9_12_1}}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{{WIN_C9_12_2}}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E12EFE5E-5344-1F48-A28A-B6D40EB57162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1400" y="5261780"/>
            <a:ext cx="262800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7AB8318F-1C97-7042-BE8E-F341BFC3DF9F}"/>
              </a:ext>
            </a:extLst>
          </p:cNvPr>
          <p:cNvCxnSpPr>
            <a:cxnSpLocks/>
          </p:cNvCxnSpPr>
          <p:nvPr/>
        </p:nvCxnSpPr>
        <p:spPr>
          <a:xfrm rot="10800000">
            <a:off x="3304826" y="2109600"/>
            <a:ext cx="252000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70">
            <a:extLst>
              <a:ext uri="{FF2B5EF4-FFF2-40B4-BE49-F238E27FC236}">
                <a16:creationId xmlns:a16="http://schemas.microsoft.com/office/drawing/2014/main" id="{0665C77D-3CF9-5C4C-8DD0-A3B114FE177F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112143"/>
            <a:ext cx="0" cy="315000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8A001506-D658-0044-A1E9-F5CDC34BEA08}"/>
              </a:ext>
            </a:extLst>
          </p:cNvPr>
          <p:cNvCxnSpPr>
            <a:cxnSpLocks/>
          </p:cNvCxnSpPr>
          <p:nvPr/>
        </p:nvCxnSpPr>
        <p:spPr>
          <a:xfrm flipV="1">
            <a:off x="6333700" y="2109600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>
            <a:extLst>
              <a:ext uri="{FF2B5EF4-FFF2-40B4-BE49-F238E27FC236}">
                <a16:creationId xmlns:a16="http://schemas.microsoft.com/office/drawing/2014/main" id="{8BA46E1C-9115-A148-8742-97BDE59B4089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DE064409-893C-9D47-8841-0C678203C47F}"/>
              </a:ext>
            </a:extLst>
          </p:cNvPr>
          <p:cNvCxnSpPr>
            <a:cxnSpLocks/>
          </p:cNvCxnSpPr>
          <p:nvPr/>
        </p:nvCxnSpPr>
        <p:spPr>
          <a:xfrm flipV="1">
            <a:off x="6578232" y="2114757"/>
            <a:ext cx="0" cy="315000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ZoneTexte 75">
            <a:extLst>
              <a:ext uri="{FF2B5EF4-FFF2-40B4-BE49-F238E27FC236}">
                <a16:creationId xmlns:a16="http://schemas.microsoft.com/office/drawing/2014/main" id="{D96EF15E-2757-5344-B027-0BE25E74369D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11-12</a:t>
            </a: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090E6-78AF-DA48-A017-5B1A6741D246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9-10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E8995AD-F703-FF44-9595-429556A97DD3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0EA77A31-F0A4-2547-A781-40A74A7ACD5C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9-12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06714C38-0C3E-2043-86D6-CF0F043D015E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9268369C-EFAD-A54C-9DD5-984AFAA5D9EA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95" name="ZoneTexte 94">
            <a:extLst>
              <a:ext uri="{FF2B5EF4-FFF2-40B4-BE49-F238E27FC236}">
                <a16:creationId xmlns:a16="http://schemas.microsoft.com/office/drawing/2014/main" id="{E0488A94-4FC7-1941-B1B9-59BCA237C687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3434907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93137"/>
              </p:ext>
            </p:extLst>
          </p:nvPr>
        </p:nvGraphicFramePr>
        <p:xfrm>
          <a:off x="154982" y="633353"/>
          <a:ext cx="9608952" cy="6168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MATCH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HEURE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TERRAIN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EQUIPE 1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ÉQUIPE 2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TERMINÉ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☐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☐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☐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{{PL4_CODE}}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{{PL4_EQ1}}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{{PL4_EQ2}}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☐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{{PL5_CODE}}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{{PL5_HEURE}}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{{PL5_TERRAIN}}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{{PL5_EQ1}}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{{PL5_EQ2}}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☐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{{PL6_CODE}}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{{PL6_HEURE}}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{{PL6_TERRAIN}}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{{PL6_EQ1}}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{{PL6_EQ2}}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☐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{{PL7_CODE}}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{{PL7_HEURE}}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{{PL7_TERRAIN}}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{{PL7_EQ1}}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{{PL7_EQ2}}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☐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{{PL8_CODE}}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{{PL8_HEURE}}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{{PL8_TERRAIN}}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{{PL8_EQ1}}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{{PL8_EQ2}}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☐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{{PL9_CODE}}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{{PL9_HEURE}}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{{PL9_TERRAIN}}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{{PL9_EQ1}}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{{PL9_EQ2}}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☐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{{PL10_CODE}}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{{PL10_HEURE}}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{{PL10_TERRAIN}}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{{PL10_EQ1}}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{{PL10_EQ2}}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☐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{{PL11_CODE}}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{{PL11_HEURE}}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{{PL11_TERRAIN}}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{{PL11_EQ1}}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{{PL11_EQ2}}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☐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{{PL12_CODE}}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{{PL12_HEURE}}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{{PL12_TERRAIN}}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{{PL12_EQ1}}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{{PL12_EQ2}}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☐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{{PL13_CODE}}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{{PL13_HEURE}}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{{PL13_TERRAIN}}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{{PL13_EQ1}}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{{PL13_EQ2}}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☐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{{PL14_CODE}}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{{PL14_HEURE}}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{{PL14_TERRAIN}}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{{PL14_EQ1}}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{{PL14_EQ2}}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☐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{{PL15_CODE}}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{{PL15_HEURE}}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{{PL15_TERRAIN}}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{{PL15_EQ1}}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{{PL15_EQ2}}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☐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{{PL16_CODE}}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{{PL16_HEURE}}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{{PL16_TERRAIN}}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{{PL16_EQ1}}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{{PL16_EQ2}}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☐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{{PL17_CODE}}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{{PL17_HEURE}}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{{PL17_TERRAIN}}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{{PL17_EQ1}}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{{PL17_EQ2}}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☐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68687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{{PL18_CODE}}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{{PL18_HEURE}}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{{PL18_TERRAIN}}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{{PL18_EQ1}}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{{PL18_EQ2}}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☐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0779903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{{PL19_CODE}}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{{PL19_HEURE}}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{{PL19_TERRAIN}}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{{PL19_EQ1}}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{{PL19_EQ2}}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☐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5352542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{{PL20_CODE}}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{{PL20_HEURE}}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{{PL20_TERRAIN}}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{{PL20_EQ1}}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{{PL20_EQ2}}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☐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4232352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804B500-3BA7-3748-9E2F-CA3E244FDCE6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644CBD4-AD04-3D46-B688-DD1458485AA2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85FBBE3-CB6C-8E4D-82D2-4D20AB79E27C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C7F2966-C4DF-4B47-9B2B-A17DF80BAB42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</p:spTree>
    <p:extLst>
      <p:ext uri="{BB962C8B-B14F-4D97-AF65-F5344CB8AC3E}">
        <p14:creationId xmlns:p14="http://schemas.microsoft.com/office/powerpoint/2010/main" val="2345115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63047"/>
              </p:ext>
            </p:extLst>
          </p:nvPr>
        </p:nvGraphicFramePr>
        <p:xfrm>
          <a:off x="154982" y="964195"/>
          <a:ext cx="9546957" cy="4830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</a:t>
                      </a:r>
                      <a:r>
                        <a:rPr lang="fr-FR" sz="12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QUIPE 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TSL Sans" pitchFamily="2" charset="0"/>
                        </a:rPr>
                        <a:t>🥇</a:t>
                      </a:r>
                      <a:r>
                        <a:rPr lang="fr-FR" sz="1200" dirty="0">
                          <a:latin typeface="TSL Sans" pitchFamily="2" charset="0"/>
                        </a:rPr>
                        <a:t> 1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🥇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{{PTS1}}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🥈</a:t>
                      </a:r>
                      <a:r>
                        <a:rPr lang="fr-FR" sz="1200" dirty="0">
                          <a:latin typeface="TSL Sans" pitchFamily="2" charset="0"/>
                        </a:rPr>
                        <a:t> 2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🥈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{{PTS2}}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🥉</a:t>
                      </a:r>
                      <a:r>
                        <a:rPr lang="fr-FR" sz="1200" dirty="0">
                          <a:latin typeface="TSL Sans" pitchFamily="2" charset="0"/>
                        </a:rPr>
                        <a:t> 3 </a:t>
                      </a:r>
                      <a:r>
                        <a:rPr lang="fr-FR" sz="1600" dirty="0">
                          <a:latin typeface="TSL Sans" pitchFamily="2" charset="0"/>
                        </a:rPr>
                        <a:t>🥉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{{PTS3}}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4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{{PTS4}}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5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{{PTS5}}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6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{{PTS6}}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7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{{PTS7}}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8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{{PTS8}}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31271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9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{{PTS9}}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663545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10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{{PTS10}}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56910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11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{{PTS11}}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8110893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12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{{PTS12}}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5560879"/>
                  </a:ext>
                </a:extLst>
              </a:tr>
            </a:tbl>
          </a:graphicData>
        </a:graphic>
      </p:graphicFrame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1914769-A8BF-174C-A286-BB7A009B5A11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9335BEB-DFEB-7942-8C3C-60223A76B9DE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8AD0F60-03C0-5B41-99E9-380C6478995F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D8FC596-B709-0E4F-B569-772DB8425AF3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8C60E31-6640-D545-929C-949617F6550E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7A74068-CFB8-5643-88ED-89E14088B438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3168491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3814</TotalTime>
  <Words>1292</Words>
  <Application>Microsoft Macintosh PowerPoint</Application>
  <PresentationFormat>Format A4 (210 x 297 mm)</PresentationFormat>
  <Paragraphs>352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5" baseType="lpstr">
      <vt:lpstr>Arial</vt:lpstr>
      <vt:lpstr>Calibri</vt:lpstr>
      <vt:lpstr>Grindy Brush</vt:lpstr>
      <vt:lpstr>Noto Sans</vt:lpstr>
      <vt:lpstr>TSL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71</cp:revision>
  <dcterms:created xsi:type="dcterms:W3CDTF">2013-01-27T09:14:16Z</dcterms:created>
  <dcterms:modified xsi:type="dcterms:W3CDTF">2026-07-02T20:02:50Z</dcterms:modified>
  <cp:category/>
</cp:coreProperties>
</file>