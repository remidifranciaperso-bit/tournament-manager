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6" r:id="rId2"/>
    <p:sldId id="277" r:id="rId3"/>
    <p:sldId id="278" r:id="rId4"/>
    <p:sldId id="264" r:id="rId5"/>
    <p:sldId id="280" r:id="rId6"/>
    <p:sldId id="279" r:id="rId7"/>
    <p:sldId id="268" r:id="rId8"/>
    <p:sldId id="267" r:id="rId9"/>
    <p:sldId id="263" r:id="rId10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354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602594"/>
              </p:ext>
            </p:extLst>
          </p:nvPr>
        </p:nvGraphicFramePr>
        <p:xfrm>
          <a:off x="163773" y="1223860"/>
          <a:ext cx="955342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Nom 1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TS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07978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137554" y="1223860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72248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3415514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421848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3421036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5104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3420458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5103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3423891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39730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39730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5071630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4571947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4487282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426411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45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45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3565852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3565852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25103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5080757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4567383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4482718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421847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45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45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3561288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3561288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25103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5080757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4567383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4482718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421847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421847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421847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45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45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3561288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3561288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27024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5079739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4562819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4478154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417283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45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45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3556724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3556724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903925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943659ED-1832-D24D-B973-8CB2FB101A6B}"/>
              </a:ext>
            </a:extLst>
          </p:cNvPr>
          <p:cNvSpPr/>
          <p:nvPr/>
        </p:nvSpPr>
        <p:spPr>
          <a:xfrm>
            <a:off x="335167" y="6924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1FC8E75-8952-C44A-8B38-10098922168B}"/>
              </a:ext>
            </a:extLst>
          </p:cNvPr>
          <p:cNvSpPr/>
          <p:nvPr/>
        </p:nvSpPr>
        <p:spPr>
          <a:xfrm>
            <a:off x="329536" y="226047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F27B3FE8-4968-2D4E-A057-B33677D7081A}"/>
              </a:ext>
            </a:extLst>
          </p:cNvPr>
          <p:cNvSpPr/>
          <p:nvPr/>
        </p:nvSpPr>
        <p:spPr>
          <a:xfrm>
            <a:off x="335167" y="383435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B5A83A62-792D-5744-A298-C1E5EB367929}"/>
              </a:ext>
            </a:extLst>
          </p:cNvPr>
          <p:cNvSpPr/>
          <p:nvPr/>
        </p:nvSpPr>
        <p:spPr>
          <a:xfrm>
            <a:off x="327852" y="541849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7365" y="5431356"/>
            <a:ext cx="2754841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B3DCE4C6-1F92-B943-AD87-4BB65A75E4F5}"/>
              </a:ext>
            </a:extLst>
          </p:cNvPr>
          <p:cNvSpPr/>
          <p:nvPr/>
        </p:nvSpPr>
        <p:spPr>
          <a:xfrm>
            <a:off x="6831006" y="5286361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7467652" y="5300551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6" name="Rounded Rectangle 2">
            <a:extLst>
              <a:ext uri="{FF2B5EF4-FFF2-40B4-BE49-F238E27FC236}">
                <a16:creationId xmlns:a16="http://schemas.microsoft.com/office/drawing/2014/main" id="{19B9912C-BAF7-3F43-8BC7-BB0B787FF540}"/>
              </a:ext>
            </a:extLst>
          </p:cNvPr>
          <p:cNvSpPr/>
          <p:nvPr/>
        </p:nvSpPr>
        <p:spPr>
          <a:xfrm>
            <a:off x="6821558" y="304909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55F3B12-0D73-9C45-ACA8-E38B90105A68}"/>
              </a:ext>
            </a:extLst>
          </p:cNvPr>
          <p:cNvSpPr/>
          <p:nvPr/>
        </p:nvSpPr>
        <p:spPr>
          <a:xfrm>
            <a:off x="3563173" y="457364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5989E661-9E27-2142-9AD7-9FD577DA0DAB}"/>
              </a:ext>
            </a:extLst>
          </p:cNvPr>
          <p:cNvSpPr/>
          <p:nvPr/>
        </p:nvSpPr>
        <p:spPr>
          <a:xfrm>
            <a:off x="3563923" y="14326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1" y="3847463"/>
            <a:ext cx="27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81568" y="4589655"/>
            <a:ext cx="27599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4943" y="3063383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AFC35534-692A-6444-BDD7-42BA78DA67F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37365" y="702185"/>
            <a:ext cx="1059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990816" y="702185"/>
            <a:ext cx="11114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136627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93891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136627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211240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9728" y="2271000"/>
            <a:ext cx="10212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1688" y="2271000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80800" y="3033076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9730" y="3847463"/>
            <a:ext cx="10212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90816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80800" y="418591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51527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608791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51527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526139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167" y="5431356"/>
            <a:ext cx="10212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89798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76980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0998" y="1446132"/>
            <a:ext cx="10212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0999" y="4589655"/>
            <a:ext cx="10212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26650" y="4589655"/>
            <a:ext cx="1107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147" y="5300551"/>
            <a:ext cx="10281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5807" y="5300551"/>
            <a:ext cx="11089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590" y="3063383"/>
            <a:ext cx="9487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477115" y="3063383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{{WIN_D1}}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{{WIN_D2}}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9FBAFAF8-3AC1-D340-9234-88407737E25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FF4F30F-5A06-0D49-B76E-71FD1C398C1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C4A97F11-85F4-C64A-B093-79AB7708020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C9DAB11D-3CD1-5649-B049-B128828D0FC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AD0E2B3A-7B69-8B4D-88B5-4815FCF9DEF7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3" name="ZoneTexte 132">
            <a:extLst>
              <a:ext uri="{FF2B5EF4-FFF2-40B4-BE49-F238E27FC236}">
                <a16:creationId xmlns:a16="http://schemas.microsoft.com/office/drawing/2014/main" id="{E0CB37D6-064B-4445-BA0F-4D1FA1B2CCFC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1363306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671700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ounded Rectangle 2">
            <a:extLst>
              <a:ext uri="{FF2B5EF4-FFF2-40B4-BE49-F238E27FC236}">
                <a16:creationId xmlns:a16="http://schemas.microsoft.com/office/drawing/2014/main" id="{F53B1ED9-6F3C-0C42-B804-16CD78DB5F0D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1" name="Rounded Rectangle 2">
            <a:extLst>
              <a:ext uri="{FF2B5EF4-FFF2-40B4-BE49-F238E27FC236}">
                <a16:creationId xmlns:a16="http://schemas.microsoft.com/office/drawing/2014/main" id="{38DA1BBA-2F63-9B44-8C81-7A2172BB627B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705" y="4589655"/>
            <a:ext cx="13390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06779" y="4589655"/>
            <a:ext cx="14269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705" y="4589655"/>
            <a:ext cx="27659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0" name="Rounded Rectangle 2">
            <a:extLst>
              <a:ext uri="{FF2B5EF4-FFF2-40B4-BE49-F238E27FC236}">
                <a16:creationId xmlns:a16="http://schemas.microsoft.com/office/drawing/2014/main" id="{E8BFE0C9-51D7-9549-9574-9CBBB3E3E5D9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1" name="Rounded Rectangle 2">
            <a:extLst>
              <a:ext uri="{FF2B5EF4-FFF2-40B4-BE49-F238E27FC236}">
                <a16:creationId xmlns:a16="http://schemas.microsoft.com/office/drawing/2014/main" id="{61712DA1-3D3C-DB43-9100-A5F683686A28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704" y="1446132"/>
            <a:ext cx="13390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8" y="3077888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</a:t>
            </a:r>
            <a:r>
              <a:rPr lang="fr-FR"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_C9_12_2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11350" y="3063383"/>
            <a:ext cx="12083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94557" y="3063383"/>
            <a:ext cx="12827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E12EFE5E-5344-1F48-A28A-B6D40EB57162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00" y="5261780"/>
            <a:ext cx="2628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7AB8318F-1C97-7042-BE8E-F341BFC3DF9F}"/>
              </a:ext>
            </a:extLst>
          </p:cNvPr>
          <p:cNvCxnSpPr>
            <a:cxnSpLocks/>
          </p:cNvCxnSpPr>
          <p:nvPr/>
        </p:nvCxnSpPr>
        <p:spPr>
          <a:xfrm rot="10800000">
            <a:off x="3304826" y="2109600"/>
            <a:ext cx="2520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0665C77D-3CF9-5C4C-8DD0-A3B114FE17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112143"/>
            <a:ext cx="0" cy="315000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8A001506-D658-0044-A1E9-F5CDC34BEA08}"/>
              </a:ext>
            </a:extLst>
          </p:cNvPr>
          <p:cNvCxnSpPr>
            <a:cxnSpLocks/>
          </p:cNvCxnSpPr>
          <p:nvPr/>
        </p:nvCxnSpPr>
        <p:spPr>
          <a:xfrm flipV="1">
            <a:off x="6333700" y="2109600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8BA46E1C-9115-A148-8742-97BDE59B4089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DE064409-893C-9D47-8841-0C678203C47F}"/>
              </a:ext>
            </a:extLst>
          </p:cNvPr>
          <p:cNvCxnSpPr>
            <a:cxnSpLocks/>
          </p:cNvCxnSpPr>
          <p:nvPr/>
        </p:nvCxnSpPr>
        <p:spPr>
          <a:xfrm flipV="1">
            <a:off x="6578232" y="2114757"/>
            <a:ext cx="0" cy="315000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D96EF15E-2757-5344-B027-0BE25E74369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090E6-78AF-DA48-A017-5B1A6741D246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E8995AD-F703-FF44-9595-429556A97DD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0EA77A31-F0A4-2547-A781-40A74A7ACD5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06714C38-0C3E-2043-86D6-CF0F043D015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9268369C-EFAD-A54C-9DD5-984AFAA5D9EA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E0488A94-4FC7-1941-B1B9-59BCA237C68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34907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93137"/>
              </p:ext>
            </p:extLst>
          </p:nvPr>
        </p:nvGraphicFramePr>
        <p:xfrm>
          <a:off x="154982" y="633353"/>
          <a:ext cx="9608952" cy="6168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MATCH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HEURE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TERRAIN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EQUIPE 1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ÉQUIPE 2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TERMINÉ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{{PL7_EQ2}}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{{PL8_EQ2}}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6868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0779903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535254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☐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23235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804B500-3BA7-3748-9E2F-CA3E244FDCE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644CBD4-AD04-3D46-B688-DD1458485AA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85FBBE3-CB6C-8E4D-82D2-4D20AB79E27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C7F2966-C4DF-4B47-9B2B-A17DF80BAB4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2345115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63047"/>
              </p:ext>
            </p:extLst>
          </p:nvPr>
        </p:nvGraphicFramePr>
        <p:xfrm>
          <a:off x="154982" y="964195"/>
          <a:ext cx="9546957" cy="4830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2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31271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9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{{PTS9}}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63545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10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{{PTS10}}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6910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110893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12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560879"/>
                  </a:ext>
                </a:extLst>
              </a:tr>
            </a:tbl>
          </a:graphicData>
        </a:graphic>
      </p:graphicFrame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914769-A8BF-174C-A286-BB7A009B5A1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9335BEB-DFEB-7942-8C3C-60223A76B9D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8AD0F60-03C0-5B41-99E9-380C64789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D8FC596-B709-0E4F-B569-772DB8425AF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8C60E31-6640-D545-929C-949617F6550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7A74068-CFB8-5643-88ED-89E14088B43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3814</TotalTime>
  <Words>1292</Words>
  <Application>Microsoft Macintosh PowerPoint</Application>
  <PresentationFormat>Format A4 (210 x 297 mm)</PresentationFormat>
  <Paragraphs>352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72</cp:revision>
  <dcterms:created xsi:type="dcterms:W3CDTF">2013-01-27T09:14:16Z</dcterms:created>
  <dcterms:modified xsi:type="dcterms:W3CDTF">2026-07-07T20:59:45Z</dcterms:modified>
  <cp:category/>
</cp:coreProperties>
</file>