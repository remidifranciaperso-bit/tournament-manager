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6" r:id="rId2"/>
    <p:sldId id="259" r:id="rId3"/>
    <p:sldId id="277" r:id="rId4"/>
    <p:sldId id="260" r:id="rId5"/>
    <p:sldId id="261" r:id="rId6"/>
    <p:sldId id="262" r:id="rId7"/>
    <p:sldId id="263" r:id="rId8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48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996711"/>
              </p:ext>
            </p:extLst>
          </p:nvPr>
        </p:nvGraphicFramePr>
        <p:xfrm>
          <a:off x="163773" y="1223860"/>
          <a:ext cx="955342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Nom 1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3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3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TS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48244"/>
              </p:ext>
            </p:extLst>
          </p:nvPr>
        </p:nvGraphicFramePr>
        <p:xfrm>
          <a:off x="1137554" y="1223860"/>
          <a:ext cx="749826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{{CONV_NOMS}}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dirty="0">
                          <a:latin typeface="TSL Sans" pitchFamily="2" charset="0"/>
                        </a:rPr>
                        <a:t>{{CONV_HORAIRE}}</a:t>
                      </a:r>
                      <a:endParaRPr lang="fr-FR" sz="13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18340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943659ED-1832-D24D-B973-8CB2FB101A6B}"/>
              </a:ext>
            </a:extLst>
          </p:cNvPr>
          <p:cNvSpPr/>
          <p:nvPr/>
        </p:nvSpPr>
        <p:spPr>
          <a:xfrm>
            <a:off x="335167" y="6924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1FC8E75-8952-C44A-8B38-10098922168B}"/>
              </a:ext>
            </a:extLst>
          </p:cNvPr>
          <p:cNvSpPr/>
          <p:nvPr/>
        </p:nvSpPr>
        <p:spPr>
          <a:xfrm>
            <a:off x="329536" y="226047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F27B3FE8-4968-2D4E-A057-B33677D7081A}"/>
              </a:ext>
            </a:extLst>
          </p:cNvPr>
          <p:cNvSpPr/>
          <p:nvPr/>
        </p:nvSpPr>
        <p:spPr>
          <a:xfrm>
            <a:off x="335167" y="383435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B5A83A62-792D-5744-A298-C1E5EB367929}"/>
              </a:ext>
            </a:extLst>
          </p:cNvPr>
          <p:cNvSpPr/>
          <p:nvPr/>
        </p:nvSpPr>
        <p:spPr>
          <a:xfrm>
            <a:off x="327852" y="541849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B3DCE4C6-1F92-B943-AD87-4BB65A75E4F5}"/>
              </a:ext>
            </a:extLst>
          </p:cNvPr>
          <p:cNvSpPr/>
          <p:nvPr/>
        </p:nvSpPr>
        <p:spPr>
          <a:xfrm>
            <a:off x="6831006" y="5286361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6" name="Rounded Rectangle 2">
            <a:extLst>
              <a:ext uri="{FF2B5EF4-FFF2-40B4-BE49-F238E27FC236}">
                <a16:creationId xmlns:a16="http://schemas.microsoft.com/office/drawing/2014/main" id="{19B9912C-BAF7-3F43-8BC7-BB0B787FF540}"/>
              </a:ext>
            </a:extLst>
          </p:cNvPr>
          <p:cNvSpPr/>
          <p:nvPr/>
        </p:nvSpPr>
        <p:spPr>
          <a:xfrm>
            <a:off x="6821558" y="304909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55F3B12-0D73-9C45-ACA8-E38B90105A68}"/>
              </a:ext>
            </a:extLst>
          </p:cNvPr>
          <p:cNvSpPr/>
          <p:nvPr/>
        </p:nvSpPr>
        <p:spPr>
          <a:xfrm>
            <a:off x="3563173" y="457364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5989E661-9E27-2142-9AD7-9FD577DA0DAB}"/>
              </a:ext>
            </a:extLst>
          </p:cNvPr>
          <p:cNvSpPr/>
          <p:nvPr/>
        </p:nvSpPr>
        <p:spPr>
          <a:xfrm>
            <a:off x="3563923" y="14326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C35534-692A-6444-BDD7-42BA78DA67F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FBAFAF8-3AC1-D340-9234-88407737E25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FF4F30F-5A06-0D49-B76E-71FD1C398C1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4A97F11-85F4-C64A-B093-79AB770802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9DAB11D-3CD1-5649-B049-B128828D0FC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37865"/>
              </p:ext>
            </p:extLst>
          </p:nvPr>
        </p:nvGraphicFramePr>
        <p:xfrm>
          <a:off x="154982" y="964195"/>
          <a:ext cx="9608952" cy="3951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latin typeface="TSL Sans" pitchFamily="2" charset="0"/>
                        </a:rPr>
                        <a:t>{{PL12_EQ2}}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☐</a:t>
                      </a:r>
                      <a:endParaRPr lang="fr-FR" sz="14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D5E6C90-0770-A04D-A116-3E52AE33E77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509E57-E9BE-8F45-82B2-76C01A0D9D3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D0F3608-9835-BC45-B7CE-BFCAF46202A6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907F23-5513-DD45-8D95-DD583980C13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28A086-69FC-C548-8CB8-C82567B8C3BC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529187"/>
              </p:ext>
            </p:extLst>
          </p:nvPr>
        </p:nvGraphicFramePr>
        <p:xfrm>
          <a:off x="154982" y="964195"/>
          <a:ext cx="9546957" cy="334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SL Sans" pitchFamily="2" charset="0"/>
                        </a:rPr>
                        <a:t>🥇</a:t>
                      </a:r>
                      <a:r>
                        <a:rPr lang="fr-FR" sz="1200" dirty="0">
                          <a:latin typeface="TSL Sans" pitchFamily="2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{{PTS1}}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200" dirty="0">
                          <a:latin typeface="TSL Sans" pitchFamily="2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{{PTS2}}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200" dirty="0">
                          <a:latin typeface="TSL Sans" pitchFamily="2" charset="0"/>
                        </a:rPr>
                        <a:t> 3 </a:t>
                      </a:r>
                      <a:r>
                        <a:rPr lang="fr-FR" sz="1600" dirty="0">
                          <a:latin typeface="TSL Sans" pitchFamily="2" charset="0"/>
                        </a:rPr>
                        <a:t>🥉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{{PTS3}}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4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{{PTS4}}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5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{{PTS5}}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6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{{PTS6}}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7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{{PTS7}}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8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TSL Sans" pitchFamily="2" charset="0"/>
                        </a:rPr>
                        <a:t>{{PTS8}}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A40C8F-B8FE-744A-BF43-5E0B5701586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CE24D42-F0FF-2840-BA08-6D522C837418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4B8F78-2D4B-934C-9083-1FB34DF5956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2A7BDB-FE3A-2D47-89C6-5D0133A1822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B75A8B1-2C04-6247-9E67-91DD0FB35BE8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4604</TotalTime>
  <Words>824</Words>
  <Application>Microsoft Macintosh PowerPoint</Application>
  <PresentationFormat>Format A4 (210 x 297 mm)</PresentationFormat>
  <Paragraphs>230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38</cp:revision>
  <dcterms:created xsi:type="dcterms:W3CDTF">2013-01-27T09:14:16Z</dcterms:created>
  <dcterms:modified xsi:type="dcterms:W3CDTF">2026-07-02T12:42:50Z</dcterms:modified>
  <cp:category/>
</cp:coreProperties>
</file>