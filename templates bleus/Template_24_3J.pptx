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0" r:id="rId2"/>
    <p:sldId id="284" r:id="rId3"/>
    <p:sldId id="285" r:id="rId4"/>
    <p:sldId id="281" r:id="rId5"/>
    <p:sldId id="282" r:id="rId6"/>
    <p:sldId id="283" r:id="rId7"/>
    <p:sldId id="279" r:id="rId8"/>
    <p:sldId id="286" r:id="rId9"/>
    <p:sldId id="287" r:id="rId10"/>
    <p:sldId id="275" r:id="rId11"/>
    <p:sldId id="288" r:id="rId12"/>
    <p:sldId id="294" r:id="rId13"/>
    <p:sldId id="295" r:id="rId14"/>
    <p:sldId id="296" r:id="rId15"/>
    <p:sldId id="277" r:id="rId16"/>
    <p:sldId id="289" r:id="rId17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05/07/2026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7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353545"/>
              </p:ext>
            </p:extLst>
          </p:nvPr>
        </p:nvGraphicFramePr>
        <p:xfrm>
          <a:off x="176286" y="829887"/>
          <a:ext cx="95534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8956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7789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Nom 1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TS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03312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887790"/>
              </p:ext>
            </p:extLst>
          </p:nvPr>
        </p:nvGraphicFramePr>
        <p:xfrm>
          <a:off x="1203866" y="895642"/>
          <a:ext cx="74982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{{CONV_NOMS}}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{{CONV_HORAIRE}}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6593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1518334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4D79718C-7C1C-FD44-9EB7-46A559D04521}"/>
              </a:ext>
            </a:extLst>
          </p:cNvPr>
          <p:cNvSpPr/>
          <p:nvPr/>
        </p:nvSpPr>
        <p:spPr>
          <a:xfrm>
            <a:off x="1512000" y="54156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4049022D-7225-A14E-BB67-CF88DC019EC4}"/>
              </a:ext>
            </a:extLst>
          </p:cNvPr>
          <p:cNvSpPr/>
          <p:nvPr/>
        </p:nvSpPr>
        <p:spPr>
          <a:xfrm>
            <a:off x="1517522" y="38336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1521590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9D7558A0-5F6F-304B-987A-728F4C6DA630}"/>
              </a:ext>
            </a:extLst>
          </p:cNvPr>
          <p:cNvSpPr/>
          <p:nvPr/>
        </p:nvSpPr>
        <p:spPr>
          <a:xfrm>
            <a:off x="1516944" y="22562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1521589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3" name="Rounded Rectangle 2">
            <a:extLst>
              <a:ext uri="{FF2B5EF4-FFF2-40B4-BE49-F238E27FC236}">
                <a16:creationId xmlns:a16="http://schemas.microsoft.com/office/drawing/2014/main" id="{CF24B87F-EB5A-6247-8B2F-F8C0ECDF1097}"/>
              </a:ext>
            </a:extLst>
          </p:cNvPr>
          <p:cNvSpPr/>
          <p:nvPr/>
        </p:nvSpPr>
        <p:spPr>
          <a:xfrm>
            <a:off x="1520377" y="68597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1536216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1536216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3168116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2668433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2583768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1522897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1541686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1541686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1662338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1662338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1521589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3177243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2663869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2579204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1518333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1541686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1541686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1657774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1657774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1521589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3177243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2663869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2579204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1518333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1518333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1518333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1541686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1541686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1657774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1657774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1523510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3176225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2659305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2574640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1513769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1541686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1541686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1653210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1653210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500BD04-4530-EA4E-A9B7-663A5A061B7A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3CAA8990-FA9F-A34D-84E3-842890DCD95F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62DFFD57-F003-7240-AA54-384EAAFDA66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819C7F1-4EB4-5541-8E9D-CB11271F016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90" name="ZoneTexte 189">
            <a:extLst>
              <a:ext uri="{FF2B5EF4-FFF2-40B4-BE49-F238E27FC236}">
                <a16:creationId xmlns:a16="http://schemas.microsoft.com/office/drawing/2014/main" id="{C59B1F1C-D1BF-7E47-8E74-C48638DF5337}"/>
              </a:ext>
            </a:extLst>
          </p:cNvPr>
          <p:cNvSpPr txBox="1"/>
          <p:nvPr/>
        </p:nvSpPr>
        <p:spPr>
          <a:xfrm>
            <a:off x="5539534" y="542699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191" name="Rounded Rectangle 2">
            <a:extLst>
              <a:ext uri="{FF2B5EF4-FFF2-40B4-BE49-F238E27FC236}">
                <a16:creationId xmlns:a16="http://schemas.microsoft.com/office/drawing/2014/main" id="{024A327D-73A7-1C48-B981-B29E82E216D7}"/>
              </a:ext>
            </a:extLst>
          </p:cNvPr>
          <p:cNvSpPr/>
          <p:nvPr/>
        </p:nvSpPr>
        <p:spPr>
          <a:xfrm>
            <a:off x="5533200" y="541124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2" name="Rounded Rectangle 2">
            <a:extLst>
              <a:ext uri="{FF2B5EF4-FFF2-40B4-BE49-F238E27FC236}">
                <a16:creationId xmlns:a16="http://schemas.microsoft.com/office/drawing/2014/main" id="{F9F46847-2D58-054C-B357-55300AB1B79D}"/>
              </a:ext>
            </a:extLst>
          </p:cNvPr>
          <p:cNvSpPr/>
          <p:nvPr/>
        </p:nvSpPr>
        <p:spPr>
          <a:xfrm>
            <a:off x="5538722" y="382930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3" name="ZoneTexte 192">
            <a:extLst>
              <a:ext uri="{FF2B5EF4-FFF2-40B4-BE49-F238E27FC236}">
                <a16:creationId xmlns:a16="http://schemas.microsoft.com/office/drawing/2014/main" id="{C2201DA2-F164-A840-9E9C-E757D26854AF}"/>
              </a:ext>
            </a:extLst>
          </p:cNvPr>
          <p:cNvSpPr txBox="1"/>
          <p:nvPr/>
        </p:nvSpPr>
        <p:spPr>
          <a:xfrm>
            <a:off x="5542790" y="384310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{{P7_TERRAIN}}</a:t>
            </a:r>
          </a:p>
        </p:txBody>
      </p:sp>
      <p:sp>
        <p:nvSpPr>
          <p:cNvPr id="194" name="Rounded Rectangle 2">
            <a:extLst>
              <a:ext uri="{FF2B5EF4-FFF2-40B4-BE49-F238E27FC236}">
                <a16:creationId xmlns:a16="http://schemas.microsoft.com/office/drawing/2014/main" id="{40364DB4-24CA-AD40-AD14-9AADC95502E9}"/>
              </a:ext>
            </a:extLst>
          </p:cNvPr>
          <p:cNvSpPr/>
          <p:nvPr/>
        </p:nvSpPr>
        <p:spPr>
          <a:xfrm>
            <a:off x="5538144" y="225190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5" name="ZoneTexte 194">
            <a:extLst>
              <a:ext uri="{FF2B5EF4-FFF2-40B4-BE49-F238E27FC236}">
                <a16:creationId xmlns:a16="http://schemas.microsoft.com/office/drawing/2014/main" id="{C3384B29-612E-B547-B7D1-1ED10E72B119}"/>
              </a:ext>
            </a:extLst>
          </p:cNvPr>
          <p:cNvSpPr txBox="1"/>
          <p:nvPr/>
        </p:nvSpPr>
        <p:spPr>
          <a:xfrm>
            <a:off x="5542789" y="226664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6" name="Rounded Rectangle 2">
            <a:extLst>
              <a:ext uri="{FF2B5EF4-FFF2-40B4-BE49-F238E27FC236}">
                <a16:creationId xmlns:a16="http://schemas.microsoft.com/office/drawing/2014/main" id="{B80D1CF9-E102-2446-B5DC-E5B1000A1F32}"/>
              </a:ext>
            </a:extLst>
          </p:cNvPr>
          <p:cNvSpPr/>
          <p:nvPr/>
        </p:nvSpPr>
        <p:spPr>
          <a:xfrm>
            <a:off x="5541577" y="68161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7" name="ZoneTexte 196">
            <a:extLst>
              <a:ext uri="{FF2B5EF4-FFF2-40B4-BE49-F238E27FC236}">
                <a16:creationId xmlns:a16="http://schemas.microsoft.com/office/drawing/2014/main" id="{7CEA1A3A-E6BD-6840-903E-21EF09472068}"/>
              </a:ext>
            </a:extLst>
          </p:cNvPr>
          <p:cNvSpPr txBox="1"/>
          <p:nvPr/>
        </p:nvSpPr>
        <p:spPr>
          <a:xfrm>
            <a:off x="5557416" y="69782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{{P5_TERRAIN}}</a:t>
            </a:r>
          </a:p>
        </p:txBody>
      </p:sp>
      <p:sp>
        <p:nvSpPr>
          <p:cNvPr id="198" name="ZoneTexte 197">
            <a:extLst>
              <a:ext uri="{FF2B5EF4-FFF2-40B4-BE49-F238E27FC236}">
                <a16:creationId xmlns:a16="http://schemas.microsoft.com/office/drawing/2014/main" id="{D3CA806E-218E-4C4D-994A-A1977DADE467}"/>
              </a:ext>
            </a:extLst>
          </p:cNvPr>
          <p:cNvSpPr txBox="1"/>
          <p:nvPr/>
        </p:nvSpPr>
        <p:spPr>
          <a:xfrm>
            <a:off x="5557416" y="69782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{{P5_CODE}}</a:t>
            </a:r>
          </a:p>
        </p:txBody>
      </p:sp>
      <p:sp>
        <p:nvSpPr>
          <p:cNvPr id="199" name="ZoneTexte 198">
            <a:extLst>
              <a:ext uri="{FF2B5EF4-FFF2-40B4-BE49-F238E27FC236}">
                <a16:creationId xmlns:a16="http://schemas.microsoft.com/office/drawing/2014/main" id="{09827038-CD58-2945-AC6C-5C62C10C9F74}"/>
              </a:ext>
            </a:extLst>
          </p:cNvPr>
          <p:cNvSpPr txBox="1"/>
          <p:nvPr/>
        </p:nvSpPr>
        <p:spPr>
          <a:xfrm>
            <a:off x="7189316" y="69782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{{P5_HEURE}}</a:t>
            </a:r>
          </a:p>
        </p:txBody>
      </p:sp>
      <p:sp>
        <p:nvSpPr>
          <p:cNvPr id="200" name="ZoneTexte 199">
            <a:extLst>
              <a:ext uri="{FF2B5EF4-FFF2-40B4-BE49-F238E27FC236}">
                <a16:creationId xmlns:a16="http://schemas.microsoft.com/office/drawing/2014/main" id="{EF9C9623-79AD-8348-A832-6ECEFE11262D}"/>
              </a:ext>
            </a:extLst>
          </p:cNvPr>
          <p:cNvSpPr txBox="1"/>
          <p:nvPr/>
        </p:nvSpPr>
        <p:spPr>
          <a:xfrm>
            <a:off x="6689633" y="125021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01" name="ZoneTexte 200">
            <a:extLst>
              <a:ext uri="{FF2B5EF4-FFF2-40B4-BE49-F238E27FC236}">
                <a16:creationId xmlns:a16="http://schemas.microsoft.com/office/drawing/2014/main" id="{05DA5F95-AFEF-524E-AA4B-E87FEC7550E3}"/>
              </a:ext>
            </a:extLst>
          </p:cNvPr>
          <p:cNvSpPr txBox="1"/>
          <p:nvPr/>
        </p:nvSpPr>
        <p:spPr>
          <a:xfrm>
            <a:off x="6604968" y="177713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202" name="Groupe 201">
            <a:extLst>
              <a:ext uri="{FF2B5EF4-FFF2-40B4-BE49-F238E27FC236}">
                <a16:creationId xmlns:a16="http://schemas.microsoft.com/office/drawing/2014/main" id="{CE865354-5DE9-F148-B1E7-450C71B5D724}"/>
              </a:ext>
            </a:extLst>
          </p:cNvPr>
          <p:cNvGrpSpPr/>
          <p:nvPr/>
        </p:nvGrpSpPr>
        <p:grpSpPr>
          <a:xfrm>
            <a:off x="5544097" y="684466"/>
            <a:ext cx="2770524" cy="1354907"/>
            <a:chOff x="336470" y="583726"/>
            <a:chExt cx="2770524" cy="1354907"/>
          </a:xfrm>
        </p:grpSpPr>
        <p:sp>
          <p:nvSpPr>
            <p:cNvPr id="242" name="Rounded Rectangle 2">
              <a:extLst>
                <a:ext uri="{FF2B5EF4-FFF2-40B4-BE49-F238E27FC236}">
                  <a16:creationId xmlns:a16="http://schemas.microsoft.com/office/drawing/2014/main" id="{9DB51D55-7239-D94B-86EB-DD75178337B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243" name="Connecteur droit 242">
              <a:extLst>
                <a:ext uri="{FF2B5EF4-FFF2-40B4-BE49-F238E27FC236}">
                  <a16:creationId xmlns:a16="http://schemas.microsoft.com/office/drawing/2014/main" id="{7D1B1203-CD3D-6143-A108-46205DCF3CC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cteur droit 243">
              <a:extLst>
                <a:ext uri="{FF2B5EF4-FFF2-40B4-BE49-F238E27FC236}">
                  <a16:creationId xmlns:a16="http://schemas.microsoft.com/office/drawing/2014/main" id="{29611C6B-8019-724A-A5D3-A133A06018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3" name="ZoneTexte 202">
            <a:extLst>
              <a:ext uri="{FF2B5EF4-FFF2-40B4-BE49-F238E27FC236}">
                <a16:creationId xmlns:a16="http://schemas.microsoft.com/office/drawing/2014/main" id="{AEA1BD57-AABD-1942-B7E1-F46809E9704A}"/>
              </a:ext>
            </a:extLst>
          </p:cNvPr>
          <p:cNvSpPr txBox="1"/>
          <p:nvPr/>
        </p:nvSpPr>
        <p:spPr>
          <a:xfrm>
            <a:off x="5562886" y="103627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{{P5_EQ1}}</a:t>
            </a:r>
          </a:p>
        </p:txBody>
      </p:sp>
      <p:sp>
        <p:nvSpPr>
          <p:cNvPr id="204" name="ZoneTexte 203">
            <a:extLst>
              <a:ext uri="{FF2B5EF4-FFF2-40B4-BE49-F238E27FC236}">
                <a16:creationId xmlns:a16="http://schemas.microsoft.com/office/drawing/2014/main" id="{309D065C-67AE-6E47-9F85-2F24FE8FFFA6}"/>
              </a:ext>
            </a:extLst>
          </p:cNvPr>
          <p:cNvSpPr txBox="1"/>
          <p:nvPr/>
        </p:nvSpPr>
        <p:spPr>
          <a:xfrm>
            <a:off x="5562886" y="145990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{{P5_EQ2}}</a:t>
            </a:r>
          </a:p>
        </p:txBody>
      </p:sp>
      <p:cxnSp>
        <p:nvCxnSpPr>
          <p:cNvPr id="205" name="Connecteur droit 204">
            <a:extLst>
              <a:ext uri="{FF2B5EF4-FFF2-40B4-BE49-F238E27FC236}">
                <a16:creationId xmlns:a16="http://schemas.microsoft.com/office/drawing/2014/main" id="{886E6D3B-E1F4-2746-B19D-F69AE9DC81FC}"/>
              </a:ext>
            </a:extLst>
          </p:cNvPr>
          <p:cNvCxnSpPr/>
          <p:nvPr/>
        </p:nvCxnSpPr>
        <p:spPr>
          <a:xfrm>
            <a:off x="5683538" y="125806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>
            <a:extLst>
              <a:ext uri="{FF2B5EF4-FFF2-40B4-BE49-F238E27FC236}">
                <a16:creationId xmlns:a16="http://schemas.microsoft.com/office/drawing/2014/main" id="{72B9266B-43D0-E647-9E63-9CD40FA0C41B}"/>
              </a:ext>
            </a:extLst>
          </p:cNvPr>
          <p:cNvCxnSpPr/>
          <p:nvPr/>
        </p:nvCxnSpPr>
        <p:spPr>
          <a:xfrm>
            <a:off x="5683538" y="16900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ZoneTexte 206">
            <a:extLst>
              <a:ext uri="{FF2B5EF4-FFF2-40B4-BE49-F238E27FC236}">
                <a16:creationId xmlns:a16="http://schemas.microsoft.com/office/drawing/2014/main" id="{3FF2B166-2669-2247-91BE-A37498441413}"/>
              </a:ext>
            </a:extLst>
          </p:cNvPr>
          <p:cNvSpPr txBox="1"/>
          <p:nvPr/>
        </p:nvSpPr>
        <p:spPr>
          <a:xfrm>
            <a:off x="5542789" y="226664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{{P6_CODE}}</a:t>
            </a:r>
          </a:p>
        </p:txBody>
      </p:sp>
      <p:sp>
        <p:nvSpPr>
          <p:cNvPr id="208" name="ZoneTexte 207">
            <a:extLst>
              <a:ext uri="{FF2B5EF4-FFF2-40B4-BE49-F238E27FC236}">
                <a16:creationId xmlns:a16="http://schemas.microsoft.com/office/drawing/2014/main" id="{B474FB21-6B2D-8B44-9F78-1A21332244E3}"/>
              </a:ext>
            </a:extLst>
          </p:cNvPr>
          <p:cNvSpPr txBox="1"/>
          <p:nvPr/>
        </p:nvSpPr>
        <p:spPr>
          <a:xfrm>
            <a:off x="7198443" y="226664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{{P6_HEURE}}</a:t>
            </a:r>
          </a:p>
        </p:txBody>
      </p:sp>
      <p:sp>
        <p:nvSpPr>
          <p:cNvPr id="209" name="ZoneTexte 208">
            <a:extLst>
              <a:ext uri="{FF2B5EF4-FFF2-40B4-BE49-F238E27FC236}">
                <a16:creationId xmlns:a16="http://schemas.microsoft.com/office/drawing/2014/main" id="{F009D77D-EDA4-4E40-AEAC-50457C0A0FEA}"/>
              </a:ext>
            </a:extLst>
          </p:cNvPr>
          <p:cNvSpPr txBox="1"/>
          <p:nvPr/>
        </p:nvSpPr>
        <p:spPr>
          <a:xfrm>
            <a:off x="6685069" y="281903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10" name="ZoneTexte 209">
            <a:extLst>
              <a:ext uri="{FF2B5EF4-FFF2-40B4-BE49-F238E27FC236}">
                <a16:creationId xmlns:a16="http://schemas.microsoft.com/office/drawing/2014/main" id="{F7FA00D9-DDCD-D74B-94A1-6951B3FA0E88}"/>
              </a:ext>
            </a:extLst>
          </p:cNvPr>
          <p:cNvSpPr txBox="1"/>
          <p:nvPr/>
        </p:nvSpPr>
        <p:spPr>
          <a:xfrm>
            <a:off x="6600404" y="334595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211" name="Groupe 210">
            <a:extLst>
              <a:ext uri="{FF2B5EF4-FFF2-40B4-BE49-F238E27FC236}">
                <a16:creationId xmlns:a16="http://schemas.microsoft.com/office/drawing/2014/main" id="{6401B12C-2FB1-B045-8B4E-EB222FC370D6}"/>
              </a:ext>
            </a:extLst>
          </p:cNvPr>
          <p:cNvGrpSpPr/>
          <p:nvPr/>
        </p:nvGrpSpPr>
        <p:grpSpPr>
          <a:xfrm>
            <a:off x="5539533" y="2253281"/>
            <a:ext cx="2770524" cy="1354907"/>
            <a:chOff x="336470" y="583726"/>
            <a:chExt cx="2770524" cy="1354907"/>
          </a:xfrm>
        </p:grpSpPr>
        <p:sp>
          <p:nvSpPr>
            <p:cNvPr id="239" name="Rounded Rectangle 2">
              <a:extLst>
                <a:ext uri="{FF2B5EF4-FFF2-40B4-BE49-F238E27FC236}">
                  <a16:creationId xmlns:a16="http://schemas.microsoft.com/office/drawing/2014/main" id="{01AC59E0-A05F-1245-A06E-904B404EF9CD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240" name="Connecteur droit 239">
              <a:extLst>
                <a:ext uri="{FF2B5EF4-FFF2-40B4-BE49-F238E27FC236}">
                  <a16:creationId xmlns:a16="http://schemas.microsoft.com/office/drawing/2014/main" id="{87088054-B4BD-7C4B-9102-F5F47773E46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eur droit 240">
              <a:extLst>
                <a:ext uri="{FF2B5EF4-FFF2-40B4-BE49-F238E27FC236}">
                  <a16:creationId xmlns:a16="http://schemas.microsoft.com/office/drawing/2014/main" id="{5382A3E0-A523-D34B-918A-2C366CAC570E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ZoneTexte 211">
            <a:extLst>
              <a:ext uri="{FF2B5EF4-FFF2-40B4-BE49-F238E27FC236}">
                <a16:creationId xmlns:a16="http://schemas.microsoft.com/office/drawing/2014/main" id="{9642CD55-AED2-6E45-8849-AAD66E44E5A5}"/>
              </a:ext>
            </a:extLst>
          </p:cNvPr>
          <p:cNvSpPr txBox="1"/>
          <p:nvPr/>
        </p:nvSpPr>
        <p:spPr>
          <a:xfrm>
            <a:off x="5562886" y="260508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{{P6_EQ1}}</a:t>
            </a:r>
          </a:p>
        </p:txBody>
      </p:sp>
      <p:sp>
        <p:nvSpPr>
          <p:cNvPr id="213" name="ZoneTexte 212">
            <a:extLst>
              <a:ext uri="{FF2B5EF4-FFF2-40B4-BE49-F238E27FC236}">
                <a16:creationId xmlns:a16="http://schemas.microsoft.com/office/drawing/2014/main" id="{76A8704E-20B9-A344-BD9E-3B443FE4136B}"/>
              </a:ext>
            </a:extLst>
          </p:cNvPr>
          <p:cNvSpPr txBox="1"/>
          <p:nvPr/>
        </p:nvSpPr>
        <p:spPr>
          <a:xfrm>
            <a:off x="5562886" y="302871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{{P6_EQ2}}</a:t>
            </a:r>
          </a:p>
        </p:txBody>
      </p:sp>
      <p:cxnSp>
        <p:nvCxnSpPr>
          <p:cNvPr id="214" name="Connecteur droit 213">
            <a:extLst>
              <a:ext uri="{FF2B5EF4-FFF2-40B4-BE49-F238E27FC236}">
                <a16:creationId xmlns:a16="http://schemas.microsoft.com/office/drawing/2014/main" id="{D5F50B08-B4AD-7D49-AE4E-41E863BCF4EB}"/>
              </a:ext>
            </a:extLst>
          </p:cNvPr>
          <p:cNvCxnSpPr/>
          <p:nvPr/>
        </p:nvCxnSpPr>
        <p:spPr>
          <a:xfrm>
            <a:off x="5678974" y="28268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BE450154-5133-D54A-B7FF-DAC64A854F0D}"/>
              </a:ext>
            </a:extLst>
          </p:cNvPr>
          <p:cNvCxnSpPr/>
          <p:nvPr/>
        </p:nvCxnSpPr>
        <p:spPr>
          <a:xfrm>
            <a:off x="5678974" y="325890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ZoneTexte 215">
            <a:extLst>
              <a:ext uri="{FF2B5EF4-FFF2-40B4-BE49-F238E27FC236}">
                <a16:creationId xmlns:a16="http://schemas.microsoft.com/office/drawing/2014/main" id="{FCCBE593-6342-4D4E-9C81-F67112E564A7}"/>
              </a:ext>
            </a:extLst>
          </p:cNvPr>
          <p:cNvSpPr txBox="1"/>
          <p:nvPr/>
        </p:nvSpPr>
        <p:spPr>
          <a:xfrm>
            <a:off x="5542789" y="384310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{{P7_CODE}}</a:t>
            </a:r>
          </a:p>
        </p:txBody>
      </p:sp>
      <p:sp>
        <p:nvSpPr>
          <p:cNvPr id="217" name="ZoneTexte 216">
            <a:extLst>
              <a:ext uri="{FF2B5EF4-FFF2-40B4-BE49-F238E27FC236}">
                <a16:creationId xmlns:a16="http://schemas.microsoft.com/office/drawing/2014/main" id="{182261C1-BBAB-F641-9612-C35BEE42C3D9}"/>
              </a:ext>
            </a:extLst>
          </p:cNvPr>
          <p:cNvSpPr txBox="1"/>
          <p:nvPr/>
        </p:nvSpPr>
        <p:spPr>
          <a:xfrm>
            <a:off x="7198443" y="384310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{{P7_HEURE}}</a:t>
            </a:r>
          </a:p>
        </p:txBody>
      </p:sp>
      <p:sp>
        <p:nvSpPr>
          <p:cNvPr id="218" name="ZoneTexte 217">
            <a:extLst>
              <a:ext uri="{FF2B5EF4-FFF2-40B4-BE49-F238E27FC236}">
                <a16:creationId xmlns:a16="http://schemas.microsoft.com/office/drawing/2014/main" id="{B267FBAE-7809-8540-B8BE-14B324AA7325}"/>
              </a:ext>
            </a:extLst>
          </p:cNvPr>
          <p:cNvSpPr txBox="1"/>
          <p:nvPr/>
        </p:nvSpPr>
        <p:spPr>
          <a:xfrm>
            <a:off x="6685069" y="439549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19" name="ZoneTexte 218">
            <a:extLst>
              <a:ext uri="{FF2B5EF4-FFF2-40B4-BE49-F238E27FC236}">
                <a16:creationId xmlns:a16="http://schemas.microsoft.com/office/drawing/2014/main" id="{E251FD5A-4AF6-9D4B-8877-AF6E0EDC11D6}"/>
              </a:ext>
            </a:extLst>
          </p:cNvPr>
          <p:cNvSpPr txBox="1"/>
          <p:nvPr/>
        </p:nvSpPr>
        <p:spPr>
          <a:xfrm>
            <a:off x="6600404" y="492241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220" name="Rounded Rectangle 2">
            <a:extLst>
              <a:ext uri="{FF2B5EF4-FFF2-40B4-BE49-F238E27FC236}">
                <a16:creationId xmlns:a16="http://schemas.microsoft.com/office/drawing/2014/main" id="{07A1FF31-44C2-5744-A7AF-95A0A8A313C8}"/>
              </a:ext>
            </a:extLst>
          </p:cNvPr>
          <p:cNvSpPr/>
          <p:nvPr/>
        </p:nvSpPr>
        <p:spPr>
          <a:xfrm>
            <a:off x="5539533" y="382974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221" name="Connecteur droit 220">
            <a:extLst>
              <a:ext uri="{FF2B5EF4-FFF2-40B4-BE49-F238E27FC236}">
                <a16:creationId xmlns:a16="http://schemas.microsoft.com/office/drawing/2014/main" id="{5B74BA0F-3DFE-CB42-815D-2F5293C21F89}"/>
              </a:ext>
            </a:extLst>
          </p:cNvPr>
          <p:cNvCxnSpPr>
            <a:cxnSpLocks/>
          </p:cNvCxnSpPr>
          <p:nvPr/>
        </p:nvCxnSpPr>
        <p:spPr>
          <a:xfrm>
            <a:off x="5539533" y="409241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>
            <a:extLst>
              <a:ext uri="{FF2B5EF4-FFF2-40B4-BE49-F238E27FC236}">
                <a16:creationId xmlns:a16="http://schemas.microsoft.com/office/drawing/2014/main" id="{E43BBC2B-DA7F-0E43-9408-F2A73D039B83}"/>
              </a:ext>
            </a:extLst>
          </p:cNvPr>
          <p:cNvCxnSpPr>
            <a:cxnSpLocks/>
          </p:cNvCxnSpPr>
          <p:nvPr/>
        </p:nvCxnSpPr>
        <p:spPr>
          <a:xfrm>
            <a:off x="5539533" y="492655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ZoneTexte 222">
            <a:extLst>
              <a:ext uri="{FF2B5EF4-FFF2-40B4-BE49-F238E27FC236}">
                <a16:creationId xmlns:a16="http://schemas.microsoft.com/office/drawing/2014/main" id="{DD069C16-58F8-4946-A820-9A5A8C9AA745}"/>
              </a:ext>
            </a:extLst>
          </p:cNvPr>
          <p:cNvSpPr txBox="1"/>
          <p:nvPr/>
        </p:nvSpPr>
        <p:spPr>
          <a:xfrm>
            <a:off x="5562886" y="418155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{{P7_EQ1}}</a:t>
            </a:r>
          </a:p>
        </p:txBody>
      </p:sp>
      <p:sp>
        <p:nvSpPr>
          <p:cNvPr id="224" name="ZoneTexte 223">
            <a:extLst>
              <a:ext uri="{FF2B5EF4-FFF2-40B4-BE49-F238E27FC236}">
                <a16:creationId xmlns:a16="http://schemas.microsoft.com/office/drawing/2014/main" id="{5A178EA6-E348-C640-8ACE-36B8C4425DEB}"/>
              </a:ext>
            </a:extLst>
          </p:cNvPr>
          <p:cNvSpPr txBox="1"/>
          <p:nvPr/>
        </p:nvSpPr>
        <p:spPr>
          <a:xfrm>
            <a:off x="5562886" y="46051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{{P7_EQ2}}</a:t>
            </a:r>
          </a:p>
        </p:txBody>
      </p:sp>
      <p:cxnSp>
        <p:nvCxnSpPr>
          <p:cNvPr id="225" name="Connecteur droit 224">
            <a:extLst>
              <a:ext uri="{FF2B5EF4-FFF2-40B4-BE49-F238E27FC236}">
                <a16:creationId xmlns:a16="http://schemas.microsoft.com/office/drawing/2014/main" id="{DA350EF7-D99C-AD46-AC0C-94824583E9BD}"/>
              </a:ext>
            </a:extLst>
          </p:cNvPr>
          <p:cNvCxnSpPr/>
          <p:nvPr/>
        </p:nvCxnSpPr>
        <p:spPr>
          <a:xfrm>
            <a:off x="5678974" y="440334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>
            <a:extLst>
              <a:ext uri="{FF2B5EF4-FFF2-40B4-BE49-F238E27FC236}">
                <a16:creationId xmlns:a16="http://schemas.microsoft.com/office/drawing/2014/main" id="{C6A62C53-DB8E-7740-AF4E-DE16FE30DF16}"/>
              </a:ext>
            </a:extLst>
          </p:cNvPr>
          <p:cNvCxnSpPr/>
          <p:nvPr/>
        </p:nvCxnSpPr>
        <p:spPr>
          <a:xfrm>
            <a:off x="5678974" y="483537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ZoneTexte 226">
            <a:extLst>
              <a:ext uri="{FF2B5EF4-FFF2-40B4-BE49-F238E27FC236}">
                <a16:creationId xmlns:a16="http://schemas.microsoft.com/office/drawing/2014/main" id="{C9E800BF-1F79-F748-928C-02D3C6D5213A}"/>
              </a:ext>
            </a:extLst>
          </p:cNvPr>
          <p:cNvSpPr txBox="1"/>
          <p:nvPr/>
        </p:nvSpPr>
        <p:spPr>
          <a:xfrm>
            <a:off x="5544710" y="542699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{{P8_CODE}}</a:t>
            </a:r>
          </a:p>
        </p:txBody>
      </p:sp>
      <p:sp>
        <p:nvSpPr>
          <p:cNvPr id="228" name="ZoneTexte 227">
            <a:extLst>
              <a:ext uri="{FF2B5EF4-FFF2-40B4-BE49-F238E27FC236}">
                <a16:creationId xmlns:a16="http://schemas.microsoft.com/office/drawing/2014/main" id="{3181D137-A2DA-554C-9601-4D53C74DA7A2}"/>
              </a:ext>
            </a:extLst>
          </p:cNvPr>
          <p:cNvSpPr txBox="1"/>
          <p:nvPr/>
        </p:nvSpPr>
        <p:spPr>
          <a:xfrm>
            <a:off x="7197425" y="542699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{{P8_HEURE}}</a:t>
            </a:r>
          </a:p>
        </p:txBody>
      </p:sp>
      <p:sp>
        <p:nvSpPr>
          <p:cNvPr id="229" name="ZoneTexte 228">
            <a:extLst>
              <a:ext uri="{FF2B5EF4-FFF2-40B4-BE49-F238E27FC236}">
                <a16:creationId xmlns:a16="http://schemas.microsoft.com/office/drawing/2014/main" id="{2A083BDE-FFEB-9D4C-A0EC-8206E03F5E70}"/>
              </a:ext>
            </a:extLst>
          </p:cNvPr>
          <p:cNvSpPr txBox="1"/>
          <p:nvPr/>
        </p:nvSpPr>
        <p:spPr>
          <a:xfrm>
            <a:off x="6680505" y="59793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30" name="ZoneTexte 229">
            <a:extLst>
              <a:ext uri="{FF2B5EF4-FFF2-40B4-BE49-F238E27FC236}">
                <a16:creationId xmlns:a16="http://schemas.microsoft.com/office/drawing/2014/main" id="{F2B597AF-2E1D-594F-AAE2-26C93EA81577}"/>
              </a:ext>
            </a:extLst>
          </p:cNvPr>
          <p:cNvSpPr txBox="1"/>
          <p:nvPr/>
        </p:nvSpPr>
        <p:spPr>
          <a:xfrm>
            <a:off x="6595840" y="65063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231" name="Groupe 230">
            <a:extLst>
              <a:ext uri="{FF2B5EF4-FFF2-40B4-BE49-F238E27FC236}">
                <a16:creationId xmlns:a16="http://schemas.microsoft.com/office/drawing/2014/main" id="{92A5EF6F-6B48-654B-9B93-BA94912BAB75}"/>
              </a:ext>
            </a:extLst>
          </p:cNvPr>
          <p:cNvGrpSpPr/>
          <p:nvPr/>
        </p:nvGrpSpPr>
        <p:grpSpPr>
          <a:xfrm>
            <a:off x="5534969" y="5413637"/>
            <a:ext cx="2770524" cy="1354907"/>
            <a:chOff x="336470" y="583726"/>
            <a:chExt cx="2770524" cy="1354907"/>
          </a:xfrm>
        </p:grpSpPr>
        <p:sp>
          <p:nvSpPr>
            <p:cNvPr id="236" name="Rounded Rectangle 2">
              <a:extLst>
                <a:ext uri="{FF2B5EF4-FFF2-40B4-BE49-F238E27FC236}">
                  <a16:creationId xmlns:a16="http://schemas.microsoft.com/office/drawing/2014/main" id="{37A2D8A3-EC6E-554B-B025-E61CFE22EE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237" name="Connecteur droit 236">
              <a:extLst>
                <a:ext uri="{FF2B5EF4-FFF2-40B4-BE49-F238E27FC236}">
                  <a16:creationId xmlns:a16="http://schemas.microsoft.com/office/drawing/2014/main" id="{58FC269A-1915-E64D-B3A7-31111BD5C98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cteur droit 237">
              <a:extLst>
                <a:ext uri="{FF2B5EF4-FFF2-40B4-BE49-F238E27FC236}">
                  <a16:creationId xmlns:a16="http://schemas.microsoft.com/office/drawing/2014/main" id="{BC75BC58-32C8-FF4E-9434-3F4D6FBDE34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2" name="ZoneTexte 231">
            <a:extLst>
              <a:ext uri="{FF2B5EF4-FFF2-40B4-BE49-F238E27FC236}">
                <a16:creationId xmlns:a16="http://schemas.microsoft.com/office/drawing/2014/main" id="{5ADE7855-0BA7-8A48-93F3-EB10A28C86AB}"/>
              </a:ext>
            </a:extLst>
          </p:cNvPr>
          <p:cNvSpPr txBox="1"/>
          <p:nvPr/>
        </p:nvSpPr>
        <p:spPr>
          <a:xfrm>
            <a:off x="5562886" y="576544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{{P8_EQ1}}</a:t>
            </a:r>
          </a:p>
        </p:txBody>
      </p:sp>
      <p:sp>
        <p:nvSpPr>
          <p:cNvPr id="233" name="ZoneTexte 232">
            <a:extLst>
              <a:ext uri="{FF2B5EF4-FFF2-40B4-BE49-F238E27FC236}">
                <a16:creationId xmlns:a16="http://schemas.microsoft.com/office/drawing/2014/main" id="{20F4111F-61FD-BD47-90FF-51364EE9C748}"/>
              </a:ext>
            </a:extLst>
          </p:cNvPr>
          <p:cNvSpPr txBox="1"/>
          <p:nvPr/>
        </p:nvSpPr>
        <p:spPr>
          <a:xfrm>
            <a:off x="5562886" y="618907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{{P8_EQ2}}</a:t>
            </a:r>
          </a:p>
        </p:txBody>
      </p:sp>
      <p:cxnSp>
        <p:nvCxnSpPr>
          <p:cNvPr id="234" name="Connecteur droit 233">
            <a:extLst>
              <a:ext uri="{FF2B5EF4-FFF2-40B4-BE49-F238E27FC236}">
                <a16:creationId xmlns:a16="http://schemas.microsoft.com/office/drawing/2014/main" id="{03A749A6-B169-4F4C-8798-EAEA1256C55A}"/>
              </a:ext>
            </a:extLst>
          </p:cNvPr>
          <p:cNvCxnSpPr/>
          <p:nvPr/>
        </p:nvCxnSpPr>
        <p:spPr>
          <a:xfrm>
            <a:off x="5674410" y="59872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7057FB2B-02AD-F04E-8926-D798848F2A57}"/>
              </a:ext>
            </a:extLst>
          </p:cNvPr>
          <p:cNvCxnSpPr/>
          <p:nvPr/>
        </p:nvCxnSpPr>
        <p:spPr>
          <a:xfrm>
            <a:off x="5674410" y="64192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ZoneTexte 300">
            <a:extLst>
              <a:ext uri="{FF2B5EF4-FFF2-40B4-BE49-F238E27FC236}">
                <a16:creationId xmlns:a16="http://schemas.microsoft.com/office/drawing/2014/main" id="{F31CFB3F-2DFC-0945-9650-78A0F411281E}"/>
              </a:ext>
            </a:extLst>
          </p:cNvPr>
          <p:cNvSpPr txBox="1"/>
          <p:nvPr/>
        </p:nvSpPr>
        <p:spPr>
          <a:xfrm>
            <a:off x="1519075" y="543494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303" name="ZoneTexte 302">
            <a:extLst>
              <a:ext uri="{FF2B5EF4-FFF2-40B4-BE49-F238E27FC236}">
                <a16:creationId xmlns:a16="http://schemas.microsoft.com/office/drawing/2014/main" id="{94F1D820-8C69-7442-AE25-BCE98CC13AFD}"/>
              </a:ext>
            </a:extLst>
          </p:cNvPr>
          <p:cNvSpPr txBox="1"/>
          <p:nvPr/>
        </p:nvSpPr>
        <p:spPr>
          <a:xfrm>
            <a:off x="5543496" y="542932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{{P8_TERRAIN}}</a:t>
            </a:r>
          </a:p>
        </p:txBody>
      </p:sp>
    </p:spTree>
    <p:extLst>
      <p:ext uri="{BB962C8B-B14F-4D97-AF65-F5344CB8AC3E}">
        <p14:creationId xmlns:p14="http://schemas.microsoft.com/office/powerpoint/2010/main" val="3347996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80800" y="3033076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80800" y="4609539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80800" y="619343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9685A432-5ED6-A04B-9F3C-CFE3EE2A5B1C}"/>
              </a:ext>
            </a:extLst>
          </p:cNvPr>
          <p:cNvSpPr txBox="1"/>
          <p:nvPr/>
        </p:nvSpPr>
        <p:spPr>
          <a:xfrm>
            <a:off x="7144077" y="4815238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403478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2">
            <a:extLst>
              <a:ext uri="{FF2B5EF4-FFF2-40B4-BE49-F238E27FC236}">
                <a16:creationId xmlns:a16="http://schemas.microsoft.com/office/drawing/2014/main" id="{51A79124-D721-3646-B607-3AE57AD63688}"/>
              </a:ext>
            </a:extLst>
          </p:cNvPr>
          <p:cNvSpPr/>
          <p:nvPr/>
        </p:nvSpPr>
        <p:spPr>
          <a:xfrm>
            <a:off x="332976" y="334280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C010C2E0-25B6-4C44-9967-265563552BA7}"/>
              </a:ext>
            </a:extLst>
          </p:cNvPr>
          <p:cNvSpPr/>
          <p:nvPr/>
        </p:nvSpPr>
        <p:spPr>
          <a:xfrm>
            <a:off x="327342" y="492556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85FFB306-37CA-594B-A5D5-A0FA09A122AF}"/>
              </a:ext>
            </a:extLst>
          </p:cNvPr>
          <p:cNvSpPr/>
          <p:nvPr/>
        </p:nvSpPr>
        <p:spPr>
          <a:xfrm>
            <a:off x="329484" y="176645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8" name="Rounded Rectangle 2">
            <a:extLst>
              <a:ext uri="{FF2B5EF4-FFF2-40B4-BE49-F238E27FC236}">
                <a16:creationId xmlns:a16="http://schemas.microsoft.com/office/drawing/2014/main" id="{7C23C49C-1178-5E4F-A902-B5D4929C88EA}"/>
              </a:ext>
            </a:extLst>
          </p:cNvPr>
          <p:cNvSpPr/>
          <p:nvPr/>
        </p:nvSpPr>
        <p:spPr>
          <a:xfrm>
            <a:off x="336470" y="19944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134" name="Rounded Rectangle 2">
            <a:extLst>
              <a:ext uri="{FF2B5EF4-FFF2-40B4-BE49-F238E27FC236}">
                <a16:creationId xmlns:a16="http://schemas.microsoft.com/office/drawing/2014/main" id="{BCCF675B-127D-9943-8709-0670B12D64BD}"/>
              </a:ext>
            </a:extLst>
          </p:cNvPr>
          <p:cNvSpPr/>
          <p:nvPr/>
        </p:nvSpPr>
        <p:spPr>
          <a:xfrm>
            <a:off x="3558612" y="40864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5" name="Rounded Rectangle 2">
            <a:extLst>
              <a:ext uri="{FF2B5EF4-FFF2-40B4-BE49-F238E27FC236}">
                <a16:creationId xmlns:a16="http://schemas.microsoft.com/office/drawing/2014/main" id="{CC1C45E8-913D-3449-98FE-33BB8332BC65}"/>
              </a:ext>
            </a:extLst>
          </p:cNvPr>
          <p:cNvSpPr/>
          <p:nvPr/>
        </p:nvSpPr>
        <p:spPr>
          <a:xfrm>
            <a:off x="3563173" y="94640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133" name="Rounded Rectangle 2">
            <a:extLst>
              <a:ext uri="{FF2B5EF4-FFF2-40B4-BE49-F238E27FC236}">
                <a16:creationId xmlns:a16="http://schemas.microsoft.com/office/drawing/2014/main" id="{83DDE776-535E-E445-B7FA-170652B0E906}"/>
              </a:ext>
            </a:extLst>
          </p:cNvPr>
          <p:cNvSpPr/>
          <p:nvPr/>
        </p:nvSpPr>
        <p:spPr>
          <a:xfrm>
            <a:off x="6821462" y="256111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2" name="Rounded Rectangle 2">
            <a:extLst>
              <a:ext uri="{FF2B5EF4-FFF2-40B4-BE49-F238E27FC236}">
                <a16:creationId xmlns:a16="http://schemas.microsoft.com/office/drawing/2014/main" id="{24746EC4-EABC-3247-BF74-D358BAB46950}"/>
              </a:ext>
            </a:extLst>
          </p:cNvPr>
          <p:cNvSpPr/>
          <p:nvPr/>
        </p:nvSpPr>
        <p:spPr>
          <a:xfrm>
            <a:off x="6834244" y="528228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808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{{WIN_P5}}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808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{{WIN_P6}}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80800" y="3707438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{{WIN_P7}}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808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{{WIN_P8}}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698051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698051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7200" y="324143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748A93C-8EDD-D547-B5E0-E18AB67A836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322C657-E9E2-BA47-ABE7-4D2A442C8EB9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</p:spTree>
    <p:extLst>
      <p:ext uri="{BB962C8B-B14F-4D97-AF65-F5344CB8AC3E}">
        <p14:creationId xmlns:p14="http://schemas.microsoft.com/office/powerpoint/2010/main" val="205586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8675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06CFD2EC-67BE-EC4E-B342-DC0402D7B0F6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5FA13620-536A-C04E-ACA1-FC55793EE686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F16AC139-9AAA-3543-8591-476EE32C1D35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9" name="Rounded Rectangle 2">
            <a:extLst>
              <a:ext uri="{FF2B5EF4-FFF2-40B4-BE49-F238E27FC236}">
                <a16:creationId xmlns:a16="http://schemas.microsoft.com/office/drawing/2014/main" id="{34E078CC-F3E5-A54C-A7D4-ED90BD0DDD8B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0" name="Rounded Rectangle 2">
            <a:extLst>
              <a:ext uri="{FF2B5EF4-FFF2-40B4-BE49-F238E27FC236}">
                <a16:creationId xmlns:a16="http://schemas.microsoft.com/office/drawing/2014/main" id="{8569EFB1-7C68-914E-B6DF-03BD4C4C0387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1" name="Rounded Rectangle 2">
            <a:extLst>
              <a:ext uri="{FF2B5EF4-FFF2-40B4-BE49-F238E27FC236}">
                <a16:creationId xmlns:a16="http://schemas.microsoft.com/office/drawing/2014/main" id="{7656C7C3-1232-2342-B024-1C42594A1D61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2" name="Rounded Rectangle 2">
            <a:extLst>
              <a:ext uri="{FF2B5EF4-FFF2-40B4-BE49-F238E27FC236}">
                <a16:creationId xmlns:a16="http://schemas.microsoft.com/office/drawing/2014/main" id="{A403F163-CE9E-DB47-8673-6F60D44293C3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2271000"/>
            <a:ext cx="1341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847463"/>
            <a:ext cx="1389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352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345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4" y="4589655"/>
            <a:ext cx="1354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0338" y="4589655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4" y="5300551"/>
            <a:ext cx="1284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31496" y="5300551"/>
            <a:ext cx="1373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6" y="3063383"/>
            <a:ext cx="1227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1963" y="3063383"/>
            <a:ext cx="1291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5869" y="2271000"/>
            <a:ext cx="2757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68" y="3847463"/>
            <a:ext cx="276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3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4616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3172" y="4589655"/>
            <a:ext cx="2779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6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5" y="3063383"/>
            <a:ext cx="27626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97963696-68DE-5441-81C1-86086DF74933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8" y="702185"/>
            <a:ext cx="137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92803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6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9725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E0E74F4-EDC9-8148-877B-706DAA072CF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130CD66-F177-484A-930A-FEF348DC5F4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6CEF3A86-D8E6-FB4A-BA52-409D4D3554A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BA1A741D-850A-9B4F-AE42-A0C98906B3B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BE354FF4-53C8-6748-AFD7-B682D18921A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8C60F54D-32CF-1044-A8EC-987B013E348B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74" name="ZoneTexte 173">
            <a:extLst>
              <a:ext uri="{FF2B5EF4-FFF2-40B4-BE49-F238E27FC236}">
                <a16:creationId xmlns:a16="http://schemas.microsoft.com/office/drawing/2014/main" id="{8B31BD2B-B1CF-0844-B9E8-36E1834AE6A7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411357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4D9DE45-2062-C94C-A159-D46E9D5CF6FC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07021F60-780A-3241-A29E-31F946F15349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3" y="1446132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84F6DD4-2EBF-FD4A-944E-A1CD4F197FB2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256A5753-6B8D-2F44-951F-299D986E0101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41715" y="1446132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41715" y="4589655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D005783D-ACD3-8A4E-B44F-81D010B4CB6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C85C5887-5148-4E40-8666-E964DA5915B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ADC9B02-6860-F241-842A-84FD4F211CC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498FBCA-D418-CA49-A8C6-69F680B0DDE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0F549DE6-A450-7547-98BA-45EB1AEF3113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205FB11A-6906-DD4B-94B3-EE8190B7D022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2CEF717E-0EDC-1445-9C42-6F9F2973DCDF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3325590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DA4FDCC6-CCBC-734D-BB84-F92631583EE0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EBE5145B-91A5-C147-BB3F-94DCBABE9419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28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12348" y="3063383"/>
            <a:ext cx="1380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9" name="Rounded Rectangle 2">
            <a:extLst>
              <a:ext uri="{FF2B5EF4-FFF2-40B4-BE49-F238E27FC236}">
                <a16:creationId xmlns:a16="http://schemas.microsoft.com/office/drawing/2014/main" id="{68D8BED8-1CA8-0841-8808-EBD7A771EC35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  <a:p>
            <a:pPr algn="ctr"/>
            <a:endParaRPr lang="fr-FR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ED0FB867-9DE1-A640-8895-32B827F7DDF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A8214737-55E2-0A48-8E1E-66D51D84108A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{{C17_24_4_HEURE}}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DEBA49E-7A7D-194D-8BFB-A296EA42400C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{{C17_24_3_HEURE}}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{{C17_24_3_TERRAIN}}</a:t>
            </a:r>
          </a:p>
        </p:txBody>
      </p:sp>
      <p:sp>
        <p:nvSpPr>
          <p:cNvPr id="163" name="Rounded Rectangle 2">
            <a:extLst>
              <a:ext uri="{FF2B5EF4-FFF2-40B4-BE49-F238E27FC236}">
                <a16:creationId xmlns:a16="http://schemas.microsoft.com/office/drawing/2014/main" id="{6F343BC7-2ECF-7348-820F-ECD2AFD1804D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{{C17_24_2_HEURE}}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BD965681-0D2C-DD4A-8AD5-2BDB5B579472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{{C17_24_1_HEURE}}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{{C17_24_1_CODE}}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{{C17_24_3_CODE}}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046A8A2-7781-CC4F-9425-37BC3A3ABCE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8553ED93-1BC2-1A47-9DDB-5B06751A20A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9000CC0F-0FA8-9D40-856E-F7FEF923C44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A396F5EE-B1DF-9349-9A14-865E6099E03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8C358A54-84A5-BB41-9BF0-B17B80C9CD5E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274EC5EC-1A22-1C47-812A-BE685C76195A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EF60369E-5704-EA49-9A0F-433C25786590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</p:spTree>
    <p:extLst>
      <p:ext uri="{BB962C8B-B14F-4D97-AF65-F5344CB8AC3E}">
        <p14:creationId xmlns:p14="http://schemas.microsoft.com/office/powerpoint/2010/main" val="2464619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B3D68174-D5B7-E64A-A2B6-52E54FC82BDE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1331A9E-3019-2E44-84AA-E146FF409D45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E1BF21B4-A1FB-CD49-AAE4-968EF68496B4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B76F088F-CC59-8243-AF07-41D6F78E9AB3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2" y="1446132"/>
            <a:ext cx="14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54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1980" y="4589655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1980" y="1446132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C17_20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9048565-D151-2A40-BF93-C70A247B2FC9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6AB77A35-1139-D442-BDA4-D8C0CBDC4D3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21-24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E3D6533-66AE-FD4A-BE3F-553CAC9334C2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95573BA9-3877-794C-AAFB-41F81BF8B576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F0A171FE-DA96-F14E-A582-17FE952E3291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42917BF4-80BA-B246-9493-5920EEFE332D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23-24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6BD5DF96-BCE9-AB42-848F-E8A6DC49CB01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21-22</a:t>
            </a:r>
          </a:p>
        </p:txBody>
      </p:sp>
    </p:spTree>
    <p:extLst>
      <p:ext uri="{BB962C8B-B14F-4D97-AF65-F5344CB8AC3E}">
        <p14:creationId xmlns:p14="http://schemas.microsoft.com/office/powerpoint/2010/main" val="12317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364480"/>
              </p:ext>
            </p:extLst>
          </p:nvPr>
        </p:nvGraphicFramePr>
        <p:xfrm>
          <a:off x="148524" y="1413334"/>
          <a:ext cx="9608952" cy="4031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4788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{{J1_PL2_EQ1}}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{{J1_PL2_EQ2}}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{{J1_PL3_EQ1}}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{{J1_PL3_EQ2}}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{{J1_PL4_EQ1}}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{{J1_PL4_EQ2}}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{{J1_PL5_EQ1}}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{{J1_PL5_EQ2}}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{{J1_PL6_EQ1}}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{{J1_PL6_EQ2}}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{{J1_PL7_EQ1}}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{{J1_PL7_EQ2}}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{{J1_PL8_EQ1}}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{{J1_PL8_EQ2}}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{{J1_PL9_EQ1}}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68345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{{J1_PL10_EQ1}}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25ADE68-D2A4-124F-9BD5-C84A7D6E533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237D76A-3393-DC4F-9EAC-58D3141217D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1 - 1/2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A63BCE5-9A29-7B4F-BF1D-A81D903A6634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980590C-1251-264A-8641-3E0C8CA805A6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5D90501-DDCF-5B4E-B2F6-1EDB4B77570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0948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437232"/>
              </p:ext>
            </p:extLst>
          </p:nvPr>
        </p:nvGraphicFramePr>
        <p:xfrm>
          <a:off x="148524" y="1350272"/>
          <a:ext cx="9608952" cy="4157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5876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{{J1_PL11_EQ1}}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{{J1_PL12_EQ1}}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{{J1_PL13_EQ2}}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{{J1_PL14_EQ2}}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{{J1_PL15_EQ2}}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{{J1_PL16_EQ2}}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{{J1_PL19_EQ1}}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{{J1_PL19_EQ2}}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7986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{{J1_PL20_EQ1}}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{{J1_PL20_EQ2}}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588469F-72E1-944B-88E4-668D245685D7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2AA8E97-413B-C049-B54F-7FF0FA603B9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1 - 2/2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1DAEBCD-EBF4-3942-A3A6-5334783C4B23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122BB75-B6CD-4142-89E2-10E69377964D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D3999D1-CB9C-D044-A4F4-49A000D04368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136606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29621"/>
              </p:ext>
            </p:extLst>
          </p:nvPr>
        </p:nvGraphicFramePr>
        <p:xfrm>
          <a:off x="154982" y="808734"/>
          <a:ext cx="9608952" cy="562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8203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{{J2_PL2_EQ1}}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{{J2_PL2_EQ2}}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{{J2_PL3_EQ1}}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{{J2_PL3_EQ2}}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{{J2_PL4_EQ1}}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{{J2_PL4_EQ2}}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latin typeface="TSL Sans" pitchFamily="2" charset="0"/>
                        </a:rPr>
                        <a:t>{{J2_PL9_EQ1}}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/>
                        <a:t>☐</a:t>
                      </a:r>
                      <a:endParaRPr lang="fr-FR" sz="105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3172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7067185"/>
                  </a:ext>
                </a:extLst>
              </a:tr>
              <a:tr h="3172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380640"/>
                  </a:ext>
                </a:extLst>
              </a:tr>
              <a:tr h="3172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2769971"/>
                  </a:ext>
                </a:extLst>
              </a:tr>
              <a:tr h="3172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75948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C6D8081-50AD-D84A-AF5C-D98EC48EA73E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FBCCAFA-E452-9E4D-A906-EAF4538DC53B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7AC5A62-EAE3-2D46-81BA-6E51C4640531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81077D0-DEAE-044A-ACB2-0B4AD30697E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11FDAAF-08DB-5642-8392-7A2BA8AA0BA9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511014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64313"/>
              </p:ext>
            </p:extLst>
          </p:nvPr>
        </p:nvGraphicFramePr>
        <p:xfrm>
          <a:off x="154982" y="808734"/>
          <a:ext cx="9608952" cy="566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5811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{{J3_PL2_EQ1}}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{{J3_PL2_EQ2}}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{{J3_PL3_EQ1}}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{{J3_PL3_EQ2}}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{{J3_PL4_EQ1}}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{{J3_PL4_EQ2}}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D8EF442-13A7-6748-AC6F-2C3D9E94FDD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37066A5-C147-D147-A9C4-76F09F34B3C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3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EF14DD6-3E23-2B45-8275-182E0025C59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E821191-FA0F-0D4A-A099-CA94CBAAC394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E9783F3-2A71-3C44-B4CB-6C99AFC177EE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813398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473442"/>
              </p:ext>
            </p:extLst>
          </p:nvPr>
        </p:nvGraphicFramePr>
        <p:xfrm>
          <a:off x="179521" y="683764"/>
          <a:ext cx="9546957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9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🥇 1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900" dirty="0">
                          <a:latin typeface="TSL Sans" pitchFamily="2" charset="0"/>
                        </a:rPr>
                        <a:t> 2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900" dirty="0">
                          <a:latin typeface="TSL Sans" pitchFamily="2" charset="0"/>
                        </a:rPr>
                        <a:t> 3 🥉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1623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560290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53267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486508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12407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2578</TotalTime>
  <Words>3708</Words>
  <Application>Microsoft Macintosh PowerPoint</Application>
  <PresentationFormat>Format A4 (210 x 297 mm)</PresentationFormat>
  <Paragraphs>843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88</cp:revision>
  <dcterms:created xsi:type="dcterms:W3CDTF">2013-01-27T09:14:16Z</dcterms:created>
  <dcterms:modified xsi:type="dcterms:W3CDTF">2026-07-05T13:38:32Z</dcterms:modified>
  <cp:category/>
</cp:coreProperties>
</file>