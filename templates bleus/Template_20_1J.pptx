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76" r:id="rId2"/>
    <p:sldId id="284" r:id="rId3"/>
    <p:sldId id="280" r:id="rId4"/>
    <p:sldId id="281" r:id="rId5"/>
    <p:sldId id="282" r:id="rId6"/>
    <p:sldId id="283" r:id="rId7"/>
    <p:sldId id="279" r:id="rId8"/>
    <p:sldId id="265" r:id="rId9"/>
    <p:sldId id="261" r:id="rId10"/>
    <p:sldId id="269" r:id="rId11"/>
    <p:sldId id="262" r:id="rId12"/>
    <p:sldId id="270" r:id="rId13"/>
    <p:sldId id="263" r:id="rId14"/>
  </p:sldIdLst>
  <p:sldSz cx="9906000" cy="6858000" type="A4"/>
  <p:notesSz cx="6858000" cy="9144000"/>
  <p:defaultTextStyle>
    <a:defPPr>
      <a:defRPr lang="en-US"/>
    </a:defPPr>
    <a:lvl1pPr marL="0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59" userDrawn="1">
          <p15:clr>
            <a:srgbClr val="A4A3A4"/>
          </p15:clr>
        </p15:guide>
        <p15:guide id="2" pos="26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384" y="176"/>
      </p:cViewPr>
      <p:guideLst>
        <p:guide orient="horz" pos="1959"/>
        <p:guide pos="266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58DB49-402F-FB41-B58E-980CBE386162}" type="datetimeFigureOut">
              <a:rPr lang="fr-FR" smtClean="0"/>
              <a:t>07/07/2026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C9A40-B94C-6A45-93D8-A04E1246FE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580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85" y="1931872"/>
            <a:ext cx="7203293" cy="13330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1169" y="3524010"/>
            <a:ext cx="5932124" cy="158925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5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3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83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29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7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21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6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424" y="3996182"/>
            <a:ext cx="7203293" cy="1235131"/>
          </a:xfrm>
        </p:spPr>
        <p:txBody>
          <a:bodyPr anchor="t"/>
          <a:lstStyle>
            <a:lvl1pPr algn="l">
              <a:defRPr sz="362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424" y="2635811"/>
            <a:ext cx="7203293" cy="1360371"/>
          </a:xfrm>
        </p:spPr>
        <p:txBody>
          <a:bodyPr anchor="b"/>
          <a:lstStyle>
            <a:lvl1pPr marL="0" indent="0">
              <a:buNone/>
              <a:defRPr sz="1814">
                <a:solidFill>
                  <a:schemeClr val="tx1">
                    <a:tint val="75000"/>
                  </a:schemeClr>
                </a:solidFill>
              </a:defRPr>
            </a:lvl1pPr>
            <a:lvl2pPr marL="414589" indent="0">
              <a:buNone/>
              <a:defRPr sz="1632">
                <a:solidFill>
                  <a:schemeClr val="tx1">
                    <a:tint val="75000"/>
                  </a:schemeClr>
                </a:solidFill>
              </a:defRPr>
            </a:lvl2pPr>
            <a:lvl3pPr marL="829178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3pPr>
            <a:lvl4pPr marL="1243767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4pPr>
            <a:lvl5pPr marL="1658356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5pPr>
            <a:lvl6pPr marL="2072945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6pPr>
            <a:lvl7pPr marL="2487534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7pPr>
            <a:lvl8pPr marL="2902123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8pPr>
            <a:lvl9pPr marL="3316712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723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7852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392042"/>
            <a:ext cx="3744359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723" y="1972179"/>
            <a:ext cx="3744359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4910" y="1392042"/>
            <a:ext cx="3745830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4910" y="1972179"/>
            <a:ext cx="3745830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724" y="247602"/>
            <a:ext cx="2788040" cy="1053748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280" y="247602"/>
            <a:ext cx="4737460" cy="5307609"/>
          </a:xfrm>
        </p:spPr>
        <p:txBody>
          <a:bodyPr/>
          <a:lstStyle>
            <a:lvl1pPr>
              <a:defRPr sz="2902"/>
            </a:lvl1pPr>
            <a:lvl2pPr>
              <a:defRPr sz="2539"/>
            </a:lvl2pPr>
            <a:lvl3pPr>
              <a:defRPr sz="2176"/>
            </a:lvl3pPr>
            <a:lvl4pPr>
              <a:defRPr sz="1814"/>
            </a:lvl4pPr>
            <a:lvl5pPr>
              <a:defRPr sz="1814"/>
            </a:lvl5pPr>
            <a:lvl6pPr>
              <a:defRPr sz="1814"/>
            </a:lvl6pPr>
            <a:lvl7pPr>
              <a:defRPr sz="1814"/>
            </a:lvl7pPr>
            <a:lvl8pPr>
              <a:defRPr sz="1814"/>
            </a:lvl8pPr>
            <a:lvl9pPr>
              <a:defRPr sz="18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724" y="1301350"/>
            <a:ext cx="2788040" cy="4253861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1054" y="4353189"/>
            <a:ext cx="5084678" cy="513919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1054" y="555665"/>
            <a:ext cx="5084678" cy="3731305"/>
          </a:xfrm>
        </p:spPr>
        <p:txBody>
          <a:bodyPr/>
          <a:lstStyle>
            <a:lvl1pPr marL="0" indent="0">
              <a:buNone/>
              <a:defRPr sz="2902"/>
            </a:lvl1pPr>
            <a:lvl2pPr marL="414589" indent="0">
              <a:buNone/>
              <a:defRPr sz="2539"/>
            </a:lvl2pPr>
            <a:lvl3pPr marL="829178" indent="0">
              <a:buNone/>
              <a:defRPr sz="2176"/>
            </a:lvl3pPr>
            <a:lvl4pPr marL="1243767" indent="0">
              <a:buNone/>
              <a:defRPr sz="1814"/>
            </a:lvl4pPr>
            <a:lvl5pPr marL="1658356" indent="0">
              <a:buNone/>
              <a:defRPr sz="1814"/>
            </a:lvl5pPr>
            <a:lvl6pPr marL="2072945" indent="0">
              <a:buNone/>
              <a:defRPr sz="1814"/>
            </a:lvl6pPr>
            <a:lvl7pPr marL="2487534" indent="0">
              <a:buNone/>
              <a:defRPr sz="1814"/>
            </a:lvl7pPr>
            <a:lvl8pPr marL="2902123" indent="0">
              <a:buNone/>
              <a:defRPr sz="1814"/>
            </a:lvl8pPr>
            <a:lvl9pPr marL="3316712" indent="0">
              <a:buNone/>
              <a:defRPr sz="181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1054" y="4867107"/>
            <a:ext cx="5084678" cy="729850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3986" y="249042"/>
            <a:ext cx="1906754" cy="53061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723" y="249042"/>
            <a:ext cx="5579021" cy="53061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723" y="249042"/>
            <a:ext cx="7627016" cy="10364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451063"/>
            <a:ext cx="7627016" cy="4104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723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5441" y="5763945"/>
            <a:ext cx="2683580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3365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4589" rtl="0" eaLnBrk="1" latinLnBrk="0" hangingPunct="1">
        <a:spcBef>
          <a:spcPct val="0"/>
        </a:spcBef>
        <a:buNone/>
        <a:defRPr sz="3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0942" indent="-310942" algn="l" defTabSz="414589" rtl="0" eaLnBrk="1" latinLnBrk="0" hangingPunct="1">
        <a:spcBef>
          <a:spcPct val="20000"/>
        </a:spcBef>
        <a:buFont typeface="Arial"/>
        <a:buChar char="•"/>
        <a:defRPr sz="2902" kern="1200">
          <a:solidFill>
            <a:schemeClr val="tx1"/>
          </a:solidFill>
          <a:latin typeface="+mn-lt"/>
          <a:ea typeface="+mn-ea"/>
          <a:cs typeface="+mn-cs"/>
        </a:defRPr>
      </a:lvl1pPr>
      <a:lvl2pPr marL="673707" indent="-259118" algn="l" defTabSz="414589" rtl="0" eaLnBrk="1" latinLnBrk="0" hangingPunct="1">
        <a:spcBef>
          <a:spcPct val="20000"/>
        </a:spcBef>
        <a:buFont typeface="Arial"/>
        <a:buChar char="–"/>
        <a:defRPr sz="2539" kern="1200">
          <a:solidFill>
            <a:schemeClr val="tx1"/>
          </a:solidFill>
          <a:latin typeface="+mn-lt"/>
          <a:ea typeface="+mn-ea"/>
          <a:cs typeface="+mn-cs"/>
        </a:defRPr>
      </a:lvl2pPr>
      <a:lvl3pPr marL="1036472" indent="-207294" algn="l" defTabSz="414589" rtl="0" eaLnBrk="1" latinLnBrk="0" hangingPunct="1">
        <a:spcBef>
          <a:spcPct val="20000"/>
        </a:spcBef>
        <a:buFont typeface="Arial"/>
        <a:buChar char="•"/>
        <a:defRPr sz="2176" kern="1200">
          <a:solidFill>
            <a:schemeClr val="tx1"/>
          </a:solidFill>
          <a:latin typeface="+mn-lt"/>
          <a:ea typeface="+mn-ea"/>
          <a:cs typeface="+mn-cs"/>
        </a:defRPr>
      </a:lvl3pPr>
      <a:lvl4pPr marL="1451061" indent="-207294" algn="l" defTabSz="414589" rtl="0" eaLnBrk="1" latinLnBrk="0" hangingPunct="1">
        <a:spcBef>
          <a:spcPct val="20000"/>
        </a:spcBef>
        <a:buFont typeface="Arial"/>
        <a:buChar char="–"/>
        <a:defRPr sz="1814" kern="1200">
          <a:solidFill>
            <a:schemeClr val="tx1"/>
          </a:solidFill>
          <a:latin typeface="+mn-lt"/>
          <a:ea typeface="+mn-ea"/>
          <a:cs typeface="+mn-cs"/>
        </a:defRPr>
      </a:lvl4pPr>
      <a:lvl5pPr marL="1865650" indent="-207294" algn="l" defTabSz="414589" rtl="0" eaLnBrk="1" latinLnBrk="0" hangingPunct="1">
        <a:spcBef>
          <a:spcPct val="20000"/>
        </a:spcBef>
        <a:buFont typeface="Arial"/>
        <a:buChar char="»"/>
        <a:defRPr sz="1814" kern="1200">
          <a:solidFill>
            <a:schemeClr val="tx1"/>
          </a:solidFill>
          <a:latin typeface="+mn-lt"/>
          <a:ea typeface="+mn-ea"/>
          <a:cs typeface="+mn-cs"/>
        </a:defRPr>
      </a:lvl5pPr>
      <a:lvl6pPr marL="2280239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6pPr>
      <a:lvl7pPr marL="2694828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7pPr>
      <a:lvl8pPr marL="3109417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8pPr>
      <a:lvl9pPr marL="3524006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1pPr>
      <a:lvl2pPr marL="414589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2pPr>
      <a:lvl3pPr marL="829178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3pPr>
      <a:lvl4pPr marL="1243767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658356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072945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487534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2902123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316712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 descr="Une image contenant balle de tennis, équipement sportif, balle, Sport de raquette&#10;&#10;Description générée automatiquement">
            <a:extLst>
              <a:ext uri="{FF2B5EF4-FFF2-40B4-BE49-F238E27FC236}">
                <a16:creationId xmlns:a16="http://schemas.microsoft.com/office/drawing/2014/main" id="{3BE362C0-ECF4-1B42-98AF-438577F0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5597" y="-40878"/>
            <a:ext cx="10531222" cy="6996771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4272530-0649-BD4A-A7D8-7C7792BB1E94}"/>
              </a:ext>
            </a:extLst>
          </p:cNvPr>
          <p:cNvSpPr txBox="1"/>
          <p:nvPr/>
        </p:nvSpPr>
        <p:spPr>
          <a:xfrm>
            <a:off x="2713126" y="380761"/>
            <a:ext cx="4392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200" dirty="0">
                <a:solidFill>
                  <a:schemeClr val="bg1"/>
                </a:solidFill>
                <a:latin typeface="TSL Sans" pitchFamily="2" charset="0"/>
                <a:cs typeface="Oriya MN" pitchFamily="2" charset="0"/>
              </a:rPr>
              <a:t>{{LOGO}}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F7DDA2-92C3-2944-8F86-E62910EEBB20}"/>
              </a:ext>
            </a:extLst>
          </p:cNvPr>
          <p:cNvSpPr txBox="1"/>
          <p:nvPr/>
        </p:nvSpPr>
        <p:spPr>
          <a:xfrm>
            <a:off x="-425597" y="1566952"/>
            <a:ext cx="105312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3695CD-FDE4-F54B-8134-D0767A33B0A3}"/>
              </a:ext>
            </a:extLst>
          </p:cNvPr>
          <p:cNvSpPr txBox="1"/>
          <p:nvPr/>
        </p:nvSpPr>
        <p:spPr>
          <a:xfrm>
            <a:off x="1994338" y="5382572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{{NB_EQUIPES}}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D96DA86-9D71-1041-90D1-D256C10146A0}"/>
              </a:ext>
            </a:extLst>
          </p:cNvPr>
          <p:cNvSpPr txBox="1"/>
          <p:nvPr/>
        </p:nvSpPr>
        <p:spPr>
          <a:xfrm>
            <a:off x="1994338" y="4262590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84406B9-1400-604D-BCAD-81F49575497D}"/>
              </a:ext>
            </a:extLst>
          </p:cNvPr>
          <p:cNvSpPr txBox="1"/>
          <p:nvPr/>
        </p:nvSpPr>
        <p:spPr>
          <a:xfrm>
            <a:off x="1994338" y="4823648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{{HEURE}}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7C78276-0247-DB4D-9282-A024FA8B012B}"/>
              </a:ext>
            </a:extLst>
          </p:cNvPr>
          <p:cNvSpPr txBox="1"/>
          <p:nvPr/>
        </p:nvSpPr>
        <p:spPr>
          <a:xfrm>
            <a:off x="1994338" y="5941496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{{NB_TERRAINS}}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881E999-4164-2341-B126-C373A19A0BB7}"/>
              </a:ext>
            </a:extLst>
          </p:cNvPr>
          <p:cNvCxnSpPr>
            <a:cxnSpLocks/>
          </p:cNvCxnSpPr>
          <p:nvPr/>
        </p:nvCxnSpPr>
        <p:spPr>
          <a:xfrm>
            <a:off x="2296385" y="3132362"/>
            <a:ext cx="5087257" cy="0"/>
          </a:xfrm>
          <a:prstGeom prst="line">
            <a:avLst/>
          </a:prstGeom>
          <a:ln w="25400">
            <a:solidFill>
              <a:srgbClr val="FFF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7835A0D9-906F-A949-B733-2DC87687B07B}"/>
              </a:ext>
            </a:extLst>
          </p:cNvPr>
          <p:cNvSpPr txBox="1"/>
          <p:nvPr/>
        </p:nvSpPr>
        <p:spPr>
          <a:xfrm>
            <a:off x="1881352" y="6688774"/>
            <a:ext cx="59173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padel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tournament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engine</a:t>
            </a:r>
            <a:r>
              <a:rPr lang="fr-FR" sz="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endParaRPr lang="fr-FR" sz="1100" dirty="0"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517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au 154">
            <a:extLst>
              <a:ext uri="{FF2B5EF4-FFF2-40B4-BE49-F238E27FC236}">
                <a16:creationId xmlns:a16="http://schemas.microsoft.com/office/drawing/2014/main" id="{3A20A996-66AA-8749-88BD-781F6E9730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9934266"/>
              </p:ext>
            </p:extLst>
          </p:nvPr>
        </p:nvGraphicFramePr>
        <p:xfrm>
          <a:off x="176286" y="894751"/>
          <a:ext cx="9553428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2238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31404"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POIDS PAIRE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1404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Nom 1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1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1</a:t>
                      </a:r>
                      <a:endParaRPr lang="fr-FR" sz="11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1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Nom 2</a:t>
                      </a:r>
                      <a:endParaRPr lang="fr-FR" sz="11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1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2</a:t>
                      </a:r>
                      <a:endParaRPr lang="fr-FR" sz="11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1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Poids </a:t>
                      </a:r>
                      <a:endParaRPr lang="fr-FR" sz="11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TS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{{PARTICIPANTS}}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7E27EE6-87C4-AC41-AB5B-32129656A246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986368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CONVOCATIONS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graphicFrame>
        <p:nvGraphicFramePr>
          <p:cNvPr id="14" name="Tableau 154">
            <a:extLst>
              <a:ext uri="{FF2B5EF4-FFF2-40B4-BE49-F238E27FC236}">
                <a16:creationId xmlns:a16="http://schemas.microsoft.com/office/drawing/2014/main" id="{9AAB0331-425B-D24A-9A42-AFE074634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65802"/>
              </p:ext>
            </p:extLst>
          </p:nvPr>
        </p:nvGraphicFramePr>
        <p:xfrm>
          <a:off x="1203866" y="902798"/>
          <a:ext cx="7498268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303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996965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{{CONV_NOMS}}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{{CONV_HORAIRE}}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16" name="ZoneTexte 15">
            <a:extLst>
              <a:ext uri="{FF2B5EF4-FFF2-40B4-BE49-F238E27FC236}">
                <a16:creationId xmlns:a16="http://schemas.microsoft.com/office/drawing/2014/main" id="{69E3F15C-97CA-9E4B-8D41-8DBFC01A744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1756323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ounded Rectangle 2">
            <a:extLst>
              <a:ext uri="{FF2B5EF4-FFF2-40B4-BE49-F238E27FC236}">
                <a16:creationId xmlns:a16="http://schemas.microsoft.com/office/drawing/2014/main" id="{4D79718C-7C1C-FD44-9EB7-46A559D04521}"/>
              </a:ext>
            </a:extLst>
          </p:cNvPr>
          <p:cNvSpPr/>
          <p:nvPr/>
        </p:nvSpPr>
        <p:spPr>
          <a:xfrm>
            <a:off x="3415514" y="54156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421848" y="5431356"/>
            <a:ext cx="2764190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{{P4_TERRAIN}}</a:t>
            </a:r>
          </a:p>
        </p:txBody>
      </p:sp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4049022D-7225-A14E-BB67-CF88DC019EC4}"/>
              </a:ext>
            </a:extLst>
          </p:cNvPr>
          <p:cNvSpPr/>
          <p:nvPr/>
        </p:nvSpPr>
        <p:spPr>
          <a:xfrm>
            <a:off x="3421036" y="383366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25104" y="3847463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{{P3_TERRAIN}}</a:t>
            </a:r>
          </a:p>
        </p:txBody>
      </p:sp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9D7558A0-5F6F-304B-987A-728F4C6DA630}"/>
              </a:ext>
            </a:extLst>
          </p:cNvPr>
          <p:cNvSpPr/>
          <p:nvPr/>
        </p:nvSpPr>
        <p:spPr>
          <a:xfrm>
            <a:off x="3420458" y="225626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25103" y="2271000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3" name="Rounded Rectangle 2">
            <a:extLst>
              <a:ext uri="{FF2B5EF4-FFF2-40B4-BE49-F238E27FC236}">
                <a16:creationId xmlns:a16="http://schemas.microsoft.com/office/drawing/2014/main" id="{CF24B87F-EB5A-6247-8B2F-F8C0ECDF1097}"/>
              </a:ext>
            </a:extLst>
          </p:cNvPr>
          <p:cNvSpPr/>
          <p:nvPr/>
        </p:nvSpPr>
        <p:spPr>
          <a:xfrm>
            <a:off x="3423891" y="68597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39730" y="702185"/>
            <a:ext cx="27571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{{P1_TERRAIN}}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39730" y="702185"/>
            <a:ext cx="10157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5071630" y="702185"/>
            <a:ext cx="11144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4571947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4487282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426411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45200" y="10406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45200" y="14642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3565852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3565852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25103" y="2271000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5080757" y="2271000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4567383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4482718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421847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45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45200" y="303307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3561288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3561288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25103" y="3847463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5080757" y="3847463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4567383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4482718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421847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421847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421847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45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45200" y="460953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3561288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3561288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27024" y="5431356"/>
            <a:ext cx="10193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5079739" y="5431356"/>
            <a:ext cx="11080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4562819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4478154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417283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45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45200" y="61934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3556724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3556724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6500BD04-4530-EA4E-A9B7-663A5A061B7A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3CAA8990-FA9F-A34D-84E3-842890DCD95F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 PRÉLIMINAIRE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62DFFD57-F003-7240-AA54-384EAAFDA66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A819C7F1-4EB4-5541-8E9D-CB11271F0169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</p:spTree>
    <p:extLst>
      <p:ext uri="{BB962C8B-B14F-4D97-AF65-F5344CB8AC3E}">
        <p14:creationId xmlns:p14="http://schemas.microsoft.com/office/powerpoint/2010/main" val="4133438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710BB4D9-EAC3-ED4E-9DD0-B6331558BA9D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877A799A-D27B-1A42-9BD7-75C6E2E46F58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D12134FA-D26C-144C-A14B-99A7659CB296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471ADDD3-926F-974F-B0EF-C01E0CC69EB6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4249" y="5300551"/>
            <a:ext cx="27705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18201" y="3063383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6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612" y="1446132"/>
            <a:ext cx="27796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{{Q1_TERRAIN}}</a:t>
            </a:r>
          </a:p>
        </p:txBody>
      </p:sp>
      <p:sp>
        <p:nvSpPr>
          <p:cNvPr id="159" name="Rounded Rectangle 2">
            <a:extLst>
              <a:ext uri="{FF2B5EF4-FFF2-40B4-BE49-F238E27FC236}">
                <a16:creationId xmlns:a16="http://schemas.microsoft.com/office/drawing/2014/main" id="{FDF80FD5-6A2F-1A44-84B4-F2FD9CD739D3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8" name="Rounded Rectangle 2">
            <a:extLst>
              <a:ext uri="{FF2B5EF4-FFF2-40B4-BE49-F238E27FC236}">
                <a16:creationId xmlns:a16="http://schemas.microsoft.com/office/drawing/2014/main" id="{584582A1-F19D-1B42-8732-2B4B3C739BB0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0" name="Rounded Rectangle 2">
            <a:extLst>
              <a:ext uri="{FF2B5EF4-FFF2-40B4-BE49-F238E27FC236}">
                <a16:creationId xmlns:a16="http://schemas.microsoft.com/office/drawing/2014/main" id="{4DE882FA-BE96-6B4A-BF36-4DFBD92E8BD2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7" name="Rounded Rectangle 2">
            <a:extLst>
              <a:ext uri="{FF2B5EF4-FFF2-40B4-BE49-F238E27FC236}">
                <a16:creationId xmlns:a16="http://schemas.microsoft.com/office/drawing/2014/main" id="{10E15BB4-066B-5245-8AA9-38153C09FEE8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5431356"/>
            <a:ext cx="2760299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600" y="3847463"/>
            <a:ext cx="27568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{{H3_TERRAIN}}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1" y="2271000"/>
            <a:ext cx="27568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27342" y="702185"/>
            <a:ext cx="27796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{{H1_TERRAIN}}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1364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1046045"/>
            <a:ext cx="2736000" cy="24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280800" y="1464261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0517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895869" y="2271000"/>
            <a:ext cx="120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303307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981688" y="3847463"/>
            <a:ext cx="11207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280800" y="4609539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895869" y="5431356"/>
            <a:ext cx="12019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61934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217522" y="1446132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58965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0377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77115" y="5300551"/>
            <a:ext cx="11276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0695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93648" y="3063383"/>
            <a:ext cx="11996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90ADDFC9-68B3-8A49-B1C4-09DBFE7CDDC1}"/>
              </a:ext>
            </a:extLst>
          </p:cNvPr>
          <p:cNvCxnSpPr>
            <a:cxnSpLocks/>
          </p:cNvCxnSpPr>
          <p:nvPr/>
        </p:nvCxnSpPr>
        <p:spPr>
          <a:xfrm>
            <a:off x="8161200" y="4411513"/>
            <a:ext cx="0" cy="882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137">
            <a:extLst>
              <a:ext uri="{FF2B5EF4-FFF2-40B4-BE49-F238E27FC236}">
                <a16:creationId xmlns:a16="http://schemas.microsoft.com/office/drawing/2014/main" id="{4C476156-034F-8749-96E0-EB1D8CE98313}"/>
              </a:ext>
            </a:extLst>
          </p:cNvPr>
          <p:cNvCxnSpPr>
            <a:cxnSpLocks/>
          </p:cNvCxnSpPr>
          <p:nvPr/>
        </p:nvCxnSpPr>
        <p:spPr>
          <a:xfrm flipV="1">
            <a:off x="8161200" y="6642099"/>
            <a:ext cx="0" cy="216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427B9E77-9183-264A-B3CB-F0447273F62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803E8B64-5A09-8F46-ADE6-DAFF9B614B0E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32346571-6150-F540-9B81-CFFEBCF4D4AF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3" name="ZoneTexte 162">
            <a:extLst>
              <a:ext uri="{FF2B5EF4-FFF2-40B4-BE49-F238E27FC236}">
                <a16:creationId xmlns:a16="http://schemas.microsoft.com/office/drawing/2014/main" id="{79796AF0-46A3-A448-A976-FCBF26C44760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TABLEAU PRINCIPAL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ZoneTexte 165">
            <a:extLst>
              <a:ext uri="{FF2B5EF4-FFF2-40B4-BE49-F238E27FC236}">
                <a16:creationId xmlns:a16="http://schemas.microsoft.com/office/drawing/2014/main" id="{9685A432-5ED6-A04B-9F3C-CFE3EE2A5B1C}"/>
              </a:ext>
            </a:extLst>
          </p:cNvPr>
          <p:cNvSpPr txBox="1"/>
          <p:nvPr/>
        </p:nvSpPr>
        <p:spPr>
          <a:xfrm>
            <a:off x="7144077" y="4815238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1-2</a:t>
            </a:r>
          </a:p>
        </p:txBody>
      </p:sp>
    </p:spTree>
    <p:extLst>
      <p:ext uri="{BB962C8B-B14F-4D97-AF65-F5344CB8AC3E}">
        <p14:creationId xmlns:p14="http://schemas.microsoft.com/office/powerpoint/2010/main" val="27845952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ounded Rectangle 2">
            <a:extLst>
              <a:ext uri="{FF2B5EF4-FFF2-40B4-BE49-F238E27FC236}">
                <a16:creationId xmlns:a16="http://schemas.microsoft.com/office/drawing/2014/main" id="{51A79124-D721-3646-B607-3AE57AD63688}"/>
              </a:ext>
            </a:extLst>
          </p:cNvPr>
          <p:cNvSpPr/>
          <p:nvPr/>
        </p:nvSpPr>
        <p:spPr>
          <a:xfrm>
            <a:off x="332976" y="334280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4" name="Rounded Rectangle 2">
            <a:extLst>
              <a:ext uri="{FF2B5EF4-FFF2-40B4-BE49-F238E27FC236}">
                <a16:creationId xmlns:a16="http://schemas.microsoft.com/office/drawing/2014/main" id="{C010C2E0-25B6-4C44-9967-265563552BA7}"/>
              </a:ext>
            </a:extLst>
          </p:cNvPr>
          <p:cNvSpPr/>
          <p:nvPr/>
        </p:nvSpPr>
        <p:spPr>
          <a:xfrm>
            <a:off x="327342" y="492556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4941486"/>
            <a:ext cx="2770523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599" y="3357593"/>
            <a:ext cx="2756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{{H7_TERRAIN}}</a:t>
            </a:r>
          </a:p>
        </p:txBody>
      </p:sp>
      <p:sp>
        <p:nvSpPr>
          <p:cNvPr id="139" name="Rounded Rectangle 2">
            <a:extLst>
              <a:ext uri="{FF2B5EF4-FFF2-40B4-BE49-F238E27FC236}">
                <a16:creationId xmlns:a16="http://schemas.microsoft.com/office/drawing/2014/main" id="{85FFB306-37CA-594B-A5D5-A0FA09A122AF}"/>
              </a:ext>
            </a:extLst>
          </p:cNvPr>
          <p:cNvSpPr/>
          <p:nvPr/>
        </p:nvSpPr>
        <p:spPr>
          <a:xfrm>
            <a:off x="329484" y="176645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5599" y="1781130"/>
            <a:ext cx="27477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8" name="Rounded Rectangle 2">
            <a:extLst>
              <a:ext uri="{FF2B5EF4-FFF2-40B4-BE49-F238E27FC236}">
                <a16:creationId xmlns:a16="http://schemas.microsoft.com/office/drawing/2014/main" id="{7C23C49C-1178-5E4F-A902-B5D4929C88EA}"/>
              </a:ext>
            </a:extLst>
          </p:cNvPr>
          <p:cNvSpPr/>
          <p:nvPr/>
        </p:nvSpPr>
        <p:spPr>
          <a:xfrm>
            <a:off x="336470" y="19944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5599" y="212315"/>
            <a:ext cx="2752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{{H5_TERRAIN}}</a:t>
            </a:r>
          </a:p>
        </p:txBody>
      </p:sp>
      <p:sp>
        <p:nvSpPr>
          <p:cNvPr id="134" name="Rounded Rectangle 2">
            <a:extLst>
              <a:ext uri="{FF2B5EF4-FFF2-40B4-BE49-F238E27FC236}">
                <a16:creationId xmlns:a16="http://schemas.microsoft.com/office/drawing/2014/main" id="{BCCF675B-127D-9943-8709-0670B12D64BD}"/>
              </a:ext>
            </a:extLst>
          </p:cNvPr>
          <p:cNvSpPr/>
          <p:nvPr/>
        </p:nvSpPr>
        <p:spPr>
          <a:xfrm>
            <a:off x="3558612" y="4086426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1" y="4099785"/>
            <a:ext cx="2766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5" name="Rounded Rectangle 2">
            <a:extLst>
              <a:ext uri="{FF2B5EF4-FFF2-40B4-BE49-F238E27FC236}">
                <a16:creationId xmlns:a16="http://schemas.microsoft.com/office/drawing/2014/main" id="{CC1C45E8-913D-3449-98FE-33BB8332BC65}"/>
              </a:ext>
            </a:extLst>
          </p:cNvPr>
          <p:cNvSpPr/>
          <p:nvPr/>
        </p:nvSpPr>
        <p:spPr>
          <a:xfrm>
            <a:off x="3563173" y="94640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956262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{{Q3_TERRAIN}}</a:t>
            </a:r>
          </a:p>
        </p:txBody>
      </p:sp>
      <p:sp>
        <p:nvSpPr>
          <p:cNvPr id="133" name="Rounded Rectangle 2">
            <a:extLst>
              <a:ext uri="{FF2B5EF4-FFF2-40B4-BE49-F238E27FC236}">
                <a16:creationId xmlns:a16="http://schemas.microsoft.com/office/drawing/2014/main" id="{83DDE776-535E-E445-B7FA-170652B0E906}"/>
              </a:ext>
            </a:extLst>
          </p:cNvPr>
          <p:cNvSpPr/>
          <p:nvPr/>
        </p:nvSpPr>
        <p:spPr>
          <a:xfrm>
            <a:off x="6821462" y="256111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4249" y="2573513"/>
            <a:ext cx="27590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2" name="Rounded Rectangle 2">
            <a:extLst>
              <a:ext uri="{FF2B5EF4-FFF2-40B4-BE49-F238E27FC236}">
                <a16:creationId xmlns:a16="http://schemas.microsoft.com/office/drawing/2014/main" id="{24746EC4-EABC-3247-BF74-D358BAB46950}"/>
              </a:ext>
            </a:extLst>
          </p:cNvPr>
          <p:cNvSpPr/>
          <p:nvPr/>
        </p:nvSpPr>
        <p:spPr>
          <a:xfrm>
            <a:off x="6834244" y="528228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3" y="5297796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599" y="212315"/>
            <a:ext cx="10199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872533" y="212315"/>
            <a:ext cx="1230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76470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29162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19895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5507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97439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77255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20458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16E313C-B7C7-7244-A551-0549310D34D2}"/>
              </a:ext>
            </a:extLst>
          </p:cNvPr>
          <p:cNvCxnSpPr>
            <a:cxnSpLocks/>
          </p:cNvCxnSpPr>
          <p:nvPr/>
        </p:nvCxnSpPr>
        <p:spPr>
          <a:xfrm>
            <a:off x="3106994" y="876409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02683265-9266-B84C-8BEA-54CF85FF8259}"/>
              </a:ext>
            </a:extLst>
          </p:cNvPr>
          <p:cNvCxnSpPr>
            <a:cxnSpLocks/>
          </p:cNvCxnSpPr>
          <p:nvPr/>
        </p:nvCxnSpPr>
        <p:spPr>
          <a:xfrm>
            <a:off x="3106994" y="2449048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0E54234-D279-3244-9054-CEABBA6F0C92}"/>
              </a:ext>
            </a:extLst>
          </p:cNvPr>
          <p:cNvCxnSpPr>
            <a:cxnSpLocks/>
          </p:cNvCxnSpPr>
          <p:nvPr/>
        </p:nvCxnSpPr>
        <p:spPr>
          <a:xfrm flipV="1">
            <a:off x="3342397" y="876409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EDA922D6-B6D0-FC43-8867-DCF0EAFEB1BD}"/>
              </a:ext>
            </a:extLst>
          </p:cNvPr>
          <p:cNvCxnSpPr>
            <a:cxnSpLocks/>
          </p:cNvCxnSpPr>
          <p:nvPr/>
        </p:nvCxnSpPr>
        <p:spPr>
          <a:xfrm>
            <a:off x="3342397" y="1622534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1781130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980209" y="1781130"/>
            <a:ext cx="11222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33352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286044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176777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280800" y="2119577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254320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34137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27733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357593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872532" y="3357593"/>
            <a:ext cx="12298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390998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43690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34423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360690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44104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370743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11966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391783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34986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EB5C8204-FC14-FE45-9C99-674A1524C257}"/>
              </a:ext>
            </a:extLst>
          </p:cNvPr>
          <p:cNvCxnSpPr>
            <a:cxnSpLocks/>
          </p:cNvCxnSpPr>
          <p:nvPr/>
        </p:nvCxnSpPr>
        <p:spPr>
          <a:xfrm>
            <a:off x="3102430" y="4025402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36D666EE-D2FC-0C48-A064-CBC5C199414E}"/>
              </a:ext>
            </a:extLst>
          </p:cNvPr>
          <p:cNvCxnSpPr>
            <a:cxnSpLocks/>
          </p:cNvCxnSpPr>
          <p:nvPr/>
        </p:nvCxnSpPr>
        <p:spPr>
          <a:xfrm>
            <a:off x="3102430" y="5598041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E2149F88-8679-4249-BC98-E186FC189F17}"/>
              </a:ext>
            </a:extLst>
          </p:cNvPr>
          <p:cNvCxnSpPr>
            <a:cxnSpLocks/>
          </p:cNvCxnSpPr>
          <p:nvPr/>
        </p:nvCxnSpPr>
        <p:spPr>
          <a:xfrm flipV="1">
            <a:off x="3337833" y="4025402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B616E7C2-6DEE-4C45-8024-5F4F5DDC708A}"/>
              </a:ext>
            </a:extLst>
          </p:cNvPr>
          <p:cNvCxnSpPr>
            <a:cxnSpLocks/>
          </p:cNvCxnSpPr>
          <p:nvPr/>
        </p:nvCxnSpPr>
        <p:spPr>
          <a:xfrm>
            <a:off x="3337833" y="4771527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4941486"/>
            <a:ext cx="10107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971540" y="4941486"/>
            <a:ext cx="11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49387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02080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492812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280800" y="5279933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57035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50172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593375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95626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169898" y="956262"/>
            <a:ext cx="11638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50865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03557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94290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698051" y="129470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{{WIN_H5}}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698051" y="171833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H6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151650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19485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09978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09978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46521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1790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08642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34910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18323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4382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H7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48618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H8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46600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0920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172509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477158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172509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7200" y="3241431"/>
            <a:ext cx="25200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297796"/>
            <a:ext cx="1037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96703" y="5297796"/>
            <a:ext cx="110807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018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711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4437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6243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59872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5803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006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2573513"/>
            <a:ext cx="10262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513223" y="2573513"/>
            <a:ext cx="10800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12590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365282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256015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291196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Q3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33558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Q4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13375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356578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78C47B13-87DA-A148-B71C-CED01D171CDC}"/>
              </a:ext>
            </a:extLst>
          </p:cNvPr>
          <p:cNvCxnSpPr>
            <a:cxnSpLocks/>
          </p:cNvCxnSpPr>
          <p:nvPr/>
        </p:nvCxnSpPr>
        <p:spPr>
          <a:xfrm flipV="1">
            <a:off x="8161200" y="0"/>
            <a:ext cx="0" cy="2556000"/>
          </a:xfrm>
          <a:prstGeom prst="line">
            <a:avLst/>
          </a:prstGeom>
          <a:ln w="9525">
            <a:solidFill>
              <a:schemeClr val="tx1"/>
            </a:solidFill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748A93C-8EDD-D547-B5E0-E18AB67A836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E322C657-E9E2-BA47-ABE7-4D2A442C8EB9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3-4</a:t>
            </a:r>
          </a:p>
        </p:txBody>
      </p:sp>
    </p:spTree>
    <p:extLst>
      <p:ext uri="{BB962C8B-B14F-4D97-AF65-F5344CB8AC3E}">
        <p14:creationId xmlns:p14="http://schemas.microsoft.com/office/powerpoint/2010/main" val="2254630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09E25820-F75D-F44E-8354-F6B818527754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82803C54-773B-4349-B14E-6F98BBB79F99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B87ADA1F-E13A-5241-889E-9FD829CAD7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1C495D7-526B-3B41-9395-A5783FC816DC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7440224" y="3063383"/>
            <a:ext cx="141479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28655" y="3077888"/>
            <a:ext cx="27306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{{C7_8_TERRAIN}}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71000" y="1446132"/>
            <a:ext cx="1284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95123" y="1446132"/>
            <a:ext cx="1338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77926" y="4589655"/>
            <a:ext cx="12777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53000" y="4589655"/>
            <a:ext cx="1380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221496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221496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20313" y="3077888"/>
            <a:ext cx="1133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848552" y="3077888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2808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2808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7718" y="3063383"/>
            <a:ext cx="1151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42883" y="3063383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>
            <a:extLst>
              <a:ext uri="{FF2B5EF4-FFF2-40B4-BE49-F238E27FC236}">
                <a16:creationId xmlns:a16="http://schemas.microsoft.com/office/drawing/2014/main" id="{FC08E550-265D-B148-A192-46B5AD0692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1482" y="5261780"/>
            <a:ext cx="259200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>
            <a:extLst>
              <a:ext uri="{FF2B5EF4-FFF2-40B4-BE49-F238E27FC236}">
                <a16:creationId xmlns:a16="http://schemas.microsoft.com/office/drawing/2014/main" id="{49EA6DB5-9745-4942-8C78-8B8DAAF9CF09}"/>
              </a:ext>
            </a:extLst>
          </p:cNvPr>
          <p:cNvCxnSpPr>
            <a:cxnSpLocks/>
          </p:cNvCxnSpPr>
          <p:nvPr/>
        </p:nvCxnSpPr>
        <p:spPr>
          <a:xfrm rot="10800000">
            <a:off x="3305156" y="2215654"/>
            <a:ext cx="259200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EFF62FA7-9260-324C-B8FE-2D2B7DCC3A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3793" y="2215710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64F6EADD-B1AD-5544-BCA9-43AD505B75A3}"/>
              </a:ext>
            </a:extLst>
          </p:cNvPr>
          <p:cNvCxnSpPr>
            <a:cxnSpLocks/>
          </p:cNvCxnSpPr>
          <p:nvPr/>
        </p:nvCxnSpPr>
        <p:spPr>
          <a:xfrm rot="10800000">
            <a:off x="3078453" y="3745806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ZoneTexte 158">
            <a:extLst>
              <a:ext uri="{FF2B5EF4-FFF2-40B4-BE49-F238E27FC236}">
                <a16:creationId xmlns:a16="http://schemas.microsoft.com/office/drawing/2014/main" id="{E3E93809-2DF2-144C-B3CD-C3D80F100F3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7-8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7F22173B-2EC3-D54D-BC73-CD5D8F856F9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5-6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A84E38A-3BAD-884B-A8A8-696CA264571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C135C7C7-731C-7F4B-822A-C3FA8C062AD4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5-8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ADC64303-1D3D-FA40-A5F2-67D4E0EFD56F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EE2E1D41-10E2-2C4B-9158-BD7E6864398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2A70166-F55B-4848-9344-FE83F2D197F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203343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06CFD2EC-67BE-EC4E-B342-DC0402D7B0F6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6" name="Rounded Rectangle 2">
            <a:extLst>
              <a:ext uri="{FF2B5EF4-FFF2-40B4-BE49-F238E27FC236}">
                <a16:creationId xmlns:a16="http://schemas.microsoft.com/office/drawing/2014/main" id="{5FA13620-536A-C04E-ACA1-FC55793EE686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7" name="Rounded Rectangle 2">
            <a:extLst>
              <a:ext uri="{FF2B5EF4-FFF2-40B4-BE49-F238E27FC236}">
                <a16:creationId xmlns:a16="http://schemas.microsoft.com/office/drawing/2014/main" id="{F16AC139-9AAA-3543-8591-476EE32C1D35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9" name="Rounded Rectangle 2">
            <a:extLst>
              <a:ext uri="{FF2B5EF4-FFF2-40B4-BE49-F238E27FC236}">
                <a16:creationId xmlns:a16="http://schemas.microsoft.com/office/drawing/2014/main" id="{34E078CC-F3E5-A54C-A7D4-ED90BD0DDD8B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0" name="Rounded Rectangle 2">
            <a:extLst>
              <a:ext uri="{FF2B5EF4-FFF2-40B4-BE49-F238E27FC236}">
                <a16:creationId xmlns:a16="http://schemas.microsoft.com/office/drawing/2014/main" id="{8569EFB1-7C68-914E-B6DF-03BD4C4C0387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1" name="Rounded Rectangle 2">
            <a:extLst>
              <a:ext uri="{FF2B5EF4-FFF2-40B4-BE49-F238E27FC236}">
                <a16:creationId xmlns:a16="http://schemas.microsoft.com/office/drawing/2014/main" id="{7656C7C3-1232-2342-B024-1C42594A1D61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2" name="Rounded Rectangle 2">
            <a:extLst>
              <a:ext uri="{FF2B5EF4-FFF2-40B4-BE49-F238E27FC236}">
                <a16:creationId xmlns:a16="http://schemas.microsoft.com/office/drawing/2014/main" id="{A403F163-CE9E-DB47-8673-6F60D44293C3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33204" y="2271000"/>
            <a:ext cx="13413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687637" y="2271000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{{C9_16_2_HEURE}}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33204" y="3847463"/>
            <a:ext cx="13894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687637" y="384746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{{C9_16_3_HEURE}}</a:t>
            </a:r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35218" y="5431356"/>
            <a:ext cx="13524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{{C9_16_4_CODE}}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4" y="1446132"/>
            <a:ext cx="13458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18907" y="1446132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{{C9_12_1_HEURE}}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4" y="4589655"/>
            <a:ext cx="135443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10338" y="4589655"/>
            <a:ext cx="14233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{{C9_12_2_HEURE}}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42124" y="5300551"/>
            <a:ext cx="1284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231496" y="5300551"/>
            <a:ext cx="1373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30646" y="3063383"/>
            <a:ext cx="12279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01963" y="3063383"/>
            <a:ext cx="12913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{{C9_10_HEURE}}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5869" y="2271000"/>
            <a:ext cx="275743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35868" y="3847463"/>
            <a:ext cx="276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{{C9_16_3_TERRAIN}}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22778" y="5431356"/>
            <a:ext cx="27739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{{C9_16_4_TERRAIN}}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674504" y="5431356"/>
            <a:ext cx="14233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4616" y="1446132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{{C9_12_1_TERRAIN}}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3172" y="4589655"/>
            <a:ext cx="27796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29686" y="5300551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{{C11_12_TERRAIN}}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0645" y="3063383"/>
            <a:ext cx="27626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{{C9_10_TERRAIN}}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8" name="Rounded Rectangle 2">
            <a:extLst>
              <a:ext uri="{FF2B5EF4-FFF2-40B4-BE49-F238E27FC236}">
                <a16:creationId xmlns:a16="http://schemas.microsoft.com/office/drawing/2014/main" id="{97963696-68DE-5441-81C1-86086DF74933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4348" y="702185"/>
            <a:ext cx="13783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92803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{{C9_16_1_HEURE}}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35869" y="702185"/>
            <a:ext cx="27705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{{C9_16_1_TERRAIN}}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02400" y="10406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{{LOSE_H1}}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024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{{LOSE_H2}}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02400" y="260944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{{LOSE_H3}}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02400" y="306091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{{LOSE_H4}}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02400" y="418591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{{LOSE_H5}}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024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{{LOSE_H6}}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02400" y="5769803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{{LOSE_H7}}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024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{{LOSE_H8}}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E0E74F4-EDC9-8148-877B-706DAA072CF5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3130CD66-F177-484A-930A-FEF348DC5F46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9-12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6CEF3A86-D8E6-FB4A-BA52-409D4D3554A8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BA1A741D-850A-9B4F-AE42-A0C98906B3B1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BE354FF4-53C8-6748-AFD7-B682D18921A2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73" name="ZoneTexte 172">
            <a:extLst>
              <a:ext uri="{FF2B5EF4-FFF2-40B4-BE49-F238E27FC236}">
                <a16:creationId xmlns:a16="http://schemas.microsoft.com/office/drawing/2014/main" id="{8C60F54D-32CF-1044-A8EC-987B013E348B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9-10</a:t>
            </a:r>
          </a:p>
        </p:txBody>
      </p:sp>
      <p:sp>
        <p:nvSpPr>
          <p:cNvPr id="174" name="ZoneTexte 173">
            <a:extLst>
              <a:ext uri="{FF2B5EF4-FFF2-40B4-BE49-F238E27FC236}">
                <a16:creationId xmlns:a16="http://schemas.microsoft.com/office/drawing/2014/main" id="{8B31BD2B-B1CF-0844-B9E8-36E1834AE6A7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11-12</a:t>
            </a:r>
          </a:p>
        </p:txBody>
      </p:sp>
    </p:spTree>
    <p:extLst>
      <p:ext uri="{BB962C8B-B14F-4D97-AF65-F5344CB8AC3E}">
        <p14:creationId xmlns:p14="http://schemas.microsoft.com/office/powerpoint/2010/main" val="2754628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07021F60-780A-3241-A29E-31F946F15349}"/>
              </a:ext>
            </a:extLst>
          </p:cNvPr>
          <p:cNvSpPr/>
          <p:nvPr/>
        </p:nvSpPr>
        <p:spPr>
          <a:xfrm>
            <a:off x="3563555" y="143739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3" y="1446132"/>
            <a:ext cx="14614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{{C13_16_1_CODE}}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939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4D9DE45-2062-C94C-A159-D46E9D5CF6FC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C84F6DD4-2EBF-FD4A-944E-A1CD4F197FB2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9" name="Rounded Rectangle 2">
            <a:extLst>
              <a:ext uri="{FF2B5EF4-FFF2-40B4-BE49-F238E27FC236}">
                <a16:creationId xmlns:a16="http://schemas.microsoft.com/office/drawing/2014/main" id="{256A5753-6B8D-2F44-951F-299D986E0101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41715" y="1446132"/>
            <a:ext cx="1491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{{C13_16_1_HEURE}}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3" y="4589655"/>
            <a:ext cx="14614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{{C13_16_2_CODE}}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13787" y="3077888"/>
            <a:ext cx="12912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10343" y="3077888"/>
            <a:ext cx="1372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{{C15_16_HEURE}}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8119" y="3063383"/>
            <a:ext cx="12912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95657" y="3063383"/>
            <a:ext cx="13816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3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41715" y="4589655"/>
            <a:ext cx="1491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{{C13_16_2_HEURE}}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75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{{C15_16_TERRAIN}}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1" y="3063383"/>
            <a:ext cx="27770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{{WIN_C13_16_1}}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C13_16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D005783D-ACD3-8A4E-B44F-81D010B4CB60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C85C5887-5148-4E40-8666-E964DA5915B7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13-16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1ADC9B02-6860-F241-842A-84FD4F211CC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A498FBCA-D418-CA49-A8C6-69F680B0DDE2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0F549DE6-A450-7547-98BA-45EB1AEF3113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205FB11A-6906-DD4B-94B3-EE8190B7D022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15-16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2CEF717E-0EDC-1445-9C42-6F9F2973DCDF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13-14</a:t>
            </a:r>
          </a:p>
        </p:txBody>
      </p:sp>
    </p:spTree>
    <p:extLst>
      <p:ext uri="{BB962C8B-B14F-4D97-AF65-F5344CB8AC3E}">
        <p14:creationId xmlns:p14="http://schemas.microsoft.com/office/powerpoint/2010/main" val="2870948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B3D68174-D5B7-E64A-A2B6-52E54FC82BDE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C1331A9E-3019-2E44-84AA-E146FF409D45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E1BF21B4-A1FB-CD49-AAE4-968EF68496B4}"/>
              </a:ext>
            </a:extLst>
          </p:cNvPr>
          <p:cNvSpPr/>
          <p:nvPr/>
        </p:nvSpPr>
        <p:spPr>
          <a:xfrm>
            <a:off x="3563555" y="143739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9" name="Rounded Rectangle 2">
            <a:extLst>
              <a:ext uri="{FF2B5EF4-FFF2-40B4-BE49-F238E27FC236}">
                <a16:creationId xmlns:a16="http://schemas.microsoft.com/office/drawing/2014/main" id="{B76F088F-CC59-8243-AF07-41D6F78E9AB3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2" y="1446132"/>
            <a:ext cx="14548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{{C17_20_1_CODE}}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3" y="4589655"/>
            <a:ext cx="14548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21980" y="4589655"/>
            <a:ext cx="15117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{{C17_20_2_HEURE}}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13787" y="3077888"/>
            <a:ext cx="12912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{{C19_20_CODE}}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8119" y="3063383"/>
            <a:ext cx="12912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{{C17_18_CODE}}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95657" y="3063383"/>
            <a:ext cx="13816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{{C17_18_HEURE}}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939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21980" y="1446132"/>
            <a:ext cx="15117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{{C17_20_1_HEURE}}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3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67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{{C19_20_TERRAIN}}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10343" y="3077888"/>
            <a:ext cx="1372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{{C19_20_HEURE}}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2" y="3063383"/>
            <a:ext cx="27770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{{C17_18_TERRAIN}}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{{LOSE_C17_20_1}}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{{LOSE_C17_20_2}}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{{WIN_C17_20_1}}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C17_20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19048565-D151-2A40-BF93-C70A247B2FC9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6AB77A35-1139-D442-BDA4-D8C0CBDC4D3E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17-20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3E3D6533-66AE-FD4A-BE3F-553CAC9334C2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95573BA9-3877-794C-AAFB-41F81BF8B576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F0A171FE-DA96-F14E-A582-17FE952E3291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42917BF4-80BA-B246-9493-5920EEFE332D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19-20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6BD5DF96-BCE9-AB42-848F-E8A6DC49CB01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17-18</a:t>
            </a:r>
          </a:p>
        </p:txBody>
      </p:sp>
    </p:spTree>
    <p:extLst>
      <p:ext uri="{BB962C8B-B14F-4D97-AF65-F5344CB8AC3E}">
        <p14:creationId xmlns:p14="http://schemas.microsoft.com/office/powerpoint/2010/main" val="40545345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4833489"/>
              </p:ext>
            </p:extLst>
          </p:nvPr>
        </p:nvGraphicFramePr>
        <p:xfrm>
          <a:off x="154982" y="685903"/>
          <a:ext cx="9608952" cy="57884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75641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{{PL5_EQ2}}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{{PL7_EQ1}}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{{PL7_EQ2}}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{{PL8_EQ1}}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{{PL8_EQ2}}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{{PL9_EQ1}}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{{PL9_EQ2}}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{{PL10_EQ2}}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{{PL11_TERRAIN}}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{{PL11_EQ1}}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{{PL11_EQ2}}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{{PL12_EQ2}}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{{PL15_EQ1}}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{{PL15_EQ2}}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94590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{{PL16_EQ1}}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{{PL16_EQ2}}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837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{{PL17_EQ1}}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{{PL17_EQ2}}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140007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{{PL18_EQ1}}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{{PL18_EQ2}}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0286141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11637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7597758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8AE4FDC-98D8-5F46-A342-BC567043ED70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60B5DC3-0DB5-544B-89C3-CB6C3D1A609A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1/2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D9571C3-7634-A14F-A3D7-9B39D03AB6FB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D30DCB5B-7DAF-1E4D-B74D-FE85B822C2C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AFB5E4C7-AA68-4542-BAEE-9AFD385DDD3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45710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2987620"/>
              </p:ext>
            </p:extLst>
          </p:nvPr>
        </p:nvGraphicFramePr>
        <p:xfrm>
          <a:off x="154982" y="685903"/>
          <a:ext cx="9608952" cy="57884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75641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{{PL21_EQ1}}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{{PL21_EQ2}}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{{PL22_EQ1}}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{{PL22_EQ2}}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{{PL23_EQ1}}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{{PL23_EQ2}}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{{PL24_EQ1}}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{{PL24_EQ2}}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{{PL25_EQ2}}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{{PL26_EQ2}}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{{PL27_EQ1}}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{{PL27_EQ2}}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{{PL28_EQ1}}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{{PL28_EQ2}}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{{PL29_EQ2}}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{{PL35_EQ1}}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{{PL35_EQ2}}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94590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{{PL36_EQ1}}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{{PL36_EQ2}}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837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{{PL37_EQ1}}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{{PL37_EQ2}}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1400072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{{PL38_EQ1}}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{{PL38_EQ2}}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0286141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{{PL39_EQ2}}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116375"/>
                  </a:ext>
                </a:extLst>
              </a:tr>
              <a:tr h="2756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{{PL40_EQ2}}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7597758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D496F79-2AA4-264F-A3DB-732E15567BA8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3D5D7AC-9AC8-0448-A6FF-598DA36E64F3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2/2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7B4EF23-E0ED-EA48-B571-2C9FB9811F2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A1D4653-DE22-D244-97C0-610C18FDF34E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1DF5CCF5-3610-2E4F-A27E-8F62537AA9AB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945990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0768408"/>
              </p:ext>
            </p:extLst>
          </p:nvPr>
        </p:nvGraphicFramePr>
        <p:xfrm>
          <a:off x="154982" y="844449"/>
          <a:ext cx="9546957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340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5712480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362137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PLACE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</a:t>
                      </a:r>
                      <a:r>
                        <a:rPr lang="fr-FR" sz="110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QUIPE 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POINTS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75955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TSL Sans" pitchFamily="2" charset="0"/>
                        </a:rPr>
                        <a:t>🥇</a:t>
                      </a:r>
                      <a:r>
                        <a:rPr lang="fr-FR" sz="1100" dirty="0">
                          <a:latin typeface="TSL Sans" pitchFamily="2" charset="0"/>
                        </a:rPr>
                        <a:t> 1 </a:t>
                      </a:r>
                      <a:r>
                        <a:rPr lang="fr-FR" sz="14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🥇</a:t>
                      </a:r>
                      <a:endParaRPr lang="fr-FR" sz="14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{{PTS1}}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4322995"/>
                  </a:ext>
                </a:extLst>
              </a:tr>
              <a:tr h="275955">
                <a:tc>
                  <a:txBody>
                    <a:bodyPr/>
                    <a:lstStyle/>
                    <a:p>
                      <a:pPr algn="ctr"/>
                      <a:r>
                        <a:rPr lang="fr-FR" sz="14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r>
                        <a:rPr lang="fr-FR" sz="1100" dirty="0">
                          <a:latin typeface="TSL Sans" pitchFamily="2" charset="0"/>
                        </a:rPr>
                        <a:t> 2 </a:t>
                      </a:r>
                      <a:r>
                        <a:rPr lang="fr-FR" sz="14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endParaRPr lang="fr-FR" sz="14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{{PTS2}}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077651"/>
                  </a:ext>
                </a:extLst>
              </a:tr>
              <a:tr h="275955">
                <a:tc>
                  <a:txBody>
                    <a:bodyPr/>
                    <a:lstStyle/>
                    <a:p>
                      <a:pPr algn="ctr"/>
                      <a:r>
                        <a:rPr lang="fr-FR" sz="14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🥉</a:t>
                      </a:r>
                      <a:r>
                        <a:rPr lang="fr-FR" sz="1100" dirty="0">
                          <a:latin typeface="TSL Sans" pitchFamily="2" charset="0"/>
                        </a:rPr>
                        <a:t> 3 </a:t>
                      </a:r>
                      <a:r>
                        <a:rPr lang="fr-FR" sz="1400" dirty="0">
                          <a:latin typeface="TSL Sans" pitchFamily="2" charset="0"/>
                        </a:rPr>
                        <a:t>🥉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{{PTS3}}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0880698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4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{{PTS4}}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426066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5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{{PTS5}}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606597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6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{{PTS6}}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573982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7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{{PTS7}}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569538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8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{{PTS8}}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3441322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9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{{PTS9}}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1889074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10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{{PTS10}}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624252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11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{{PTS11}}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3445424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12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{{PTS12}}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927707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13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{{PTS13}}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3476191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14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{{PTS14}}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911877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15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{{PTS15}}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7185633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16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{{PTS16}}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895143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17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{{PTS17}}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5774312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18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{{PTS18}}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2233176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19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{{PTS19}}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4654135"/>
                  </a:ext>
                </a:extLst>
              </a:tr>
              <a:tr h="225781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TSL Sans" pitchFamily="2" charset="0"/>
                        </a:rPr>
                        <a:t>20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TSL Sans" pitchFamily="2" charset="0"/>
                        </a:rPr>
                        <a:t>{{PTS20}}</a:t>
                      </a:r>
                      <a:endParaRPr lang="fr-FR" sz="11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104827"/>
                  </a:ext>
                </a:extLst>
              </a:tr>
            </a:tbl>
          </a:graphicData>
        </a:graphic>
      </p:graphicFrame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969D7D54-6428-B64B-8CA5-025EF6497F61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2D64F24-CE98-3945-8EE7-E7C681137E6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9B71997-3F5A-3B4F-821A-6BD64F09D44D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FINAL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A604D68-0191-2745-ACFE-BC2603246FD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8CEFFD1-B89A-1A49-81E4-B8831C4ED2D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0C59F73-E6B8-7749-91DB-F643670D41C2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168491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3045</TotalTime>
  <Words>2453</Words>
  <Application>Microsoft Macintosh PowerPoint</Application>
  <PresentationFormat>Format A4 (210 x 297 mm)</PresentationFormat>
  <Paragraphs>651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9" baseType="lpstr">
      <vt:lpstr>Arial</vt:lpstr>
      <vt:lpstr>Calibri</vt:lpstr>
      <vt:lpstr>Grindy Brush</vt:lpstr>
      <vt:lpstr>Noto Sans</vt:lpstr>
      <vt:lpstr>TSL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Rémi Di Francia</cp:lastModifiedBy>
  <cp:revision>87</cp:revision>
  <dcterms:created xsi:type="dcterms:W3CDTF">2013-01-27T09:14:16Z</dcterms:created>
  <dcterms:modified xsi:type="dcterms:W3CDTF">2026-07-07T20:55:54Z</dcterms:modified>
  <cp:category/>
</cp:coreProperties>
</file>