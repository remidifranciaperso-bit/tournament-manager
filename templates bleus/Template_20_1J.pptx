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6" r:id="rId2"/>
    <p:sldId id="284" r:id="rId3"/>
    <p:sldId id="280" r:id="rId4"/>
    <p:sldId id="281" r:id="rId5"/>
    <p:sldId id="282" r:id="rId6"/>
    <p:sldId id="283" r:id="rId7"/>
    <p:sldId id="279" r:id="rId8"/>
    <p:sldId id="265" r:id="rId9"/>
    <p:sldId id="261" r:id="rId10"/>
    <p:sldId id="269" r:id="rId11"/>
    <p:sldId id="262" r:id="rId12"/>
    <p:sldId id="270" r:id="rId13"/>
    <p:sldId id="263" r:id="rId14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>
        <p:scale>
          <a:sx n="107" d="100"/>
          <a:sy n="107" d="100"/>
        </p:scale>
        <p:origin x="1816" y="472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05/07/2026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51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34266"/>
              </p:ext>
            </p:extLst>
          </p:nvPr>
        </p:nvGraphicFramePr>
        <p:xfrm>
          <a:off x="176286" y="894751"/>
          <a:ext cx="955342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1404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1404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Nom 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TS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986368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65802"/>
              </p:ext>
            </p:extLst>
          </p:nvPr>
        </p:nvGraphicFramePr>
        <p:xfrm>
          <a:off x="1203866" y="902798"/>
          <a:ext cx="749826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{{CONV_NOMS}}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{{CONV_HORAIRE}}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17563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4D79718C-7C1C-FD44-9EB7-46A559D04521}"/>
              </a:ext>
            </a:extLst>
          </p:cNvPr>
          <p:cNvSpPr/>
          <p:nvPr/>
        </p:nvSpPr>
        <p:spPr>
          <a:xfrm>
            <a:off x="3415514" y="54156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4049022D-7225-A14E-BB67-CF88DC019EC4}"/>
              </a:ext>
            </a:extLst>
          </p:cNvPr>
          <p:cNvSpPr/>
          <p:nvPr/>
        </p:nvSpPr>
        <p:spPr>
          <a:xfrm>
            <a:off x="3421036" y="38336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5104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9D7558A0-5F6F-304B-987A-728F4C6DA630}"/>
              </a:ext>
            </a:extLst>
          </p:cNvPr>
          <p:cNvSpPr/>
          <p:nvPr/>
        </p:nvSpPr>
        <p:spPr>
          <a:xfrm>
            <a:off x="3420458" y="22562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3" name="Rounded Rectangle 2">
            <a:extLst>
              <a:ext uri="{FF2B5EF4-FFF2-40B4-BE49-F238E27FC236}">
                <a16:creationId xmlns:a16="http://schemas.microsoft.com/office/drawing/2014/main" id="{CF24B87F-EB5A-6247-8B2F-F8C0ECDF1097}"/>
              </a:ext>
            </a:extLst>
          </p:cNvPr>
          <p:cNvSpPr/>
          <p:nvPr/>
        </p:nvSpPr>
        <p:spPr>
          <a:xfrm>
            <a:off x="3423891" y="68597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25103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5080757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500BD04-4530-EA4E-A9B7-663A5A061B7A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3CAA8990-FA9F-A34D-84E3-842890DCD95F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62DFFD57-F003-7240-AA54-384EAAFDA66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819C7F1-4EB4-5541-8E9D-CB11271F016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413343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80800" y="4609539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9685A432-5ED6-A04B-9F3C-CFE3EE2A5B1C}"/>
              </a:ext>
            </a:extLst>
          </p:cNvPr>
          <p:cNvSpPr txBox="1"/>
          <p:nvPr/>
        </p:nvSpPr>
        <p:spPr>
          <a:xfrm>
            <a:off x="7144077" y="4815238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2784595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2">
            <a:extLst>
              <a:ext uri="{FF2B5EF4-FFF2-40B4-BE49-F238E27FC236}">
                <a16:creationId xmlns:a16="http://schemas.microsoft.com/office/drawing/2014/main" id="{51A79124-D721-3646-B607-3AE57AD63688}"/>
              </a:ext>
            </a:extLst>
          </p:cNvPr>
          <p:cNvSpPr/>
          <p:nvPr/>
        </p:nvSpPr>
        <p:spPr>
          <a:xfrm>
            <a:off x="332976" y="334280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C010C2E0-25B6-4C44-9967-265563552BA7}"/>
              </a:ext>
            </a:extLst>
          </p:cNvPr>
          <p:cNvSpPr/>
          <p:nvPr/>
        </p:nvSpPr>
        <p:spPr>
          <a:xfrm>
            <a:off x="327342" y="492556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85FFB306-37CA-594B-A5D5-A0FA09A122AF}"/>
              </a:ext>
            </a:extLst>
          </p:cNvPr>
          <p:cNvSpPr/>
          <p:nvPr/>
        </p:nvSpPr>
        <p:spPr>
          <a:xfrm>
            <a:off x="329484" y="176645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8" name="Rounded Rectangle 2">
            <a:extLst>
              <a:ext uri="{FF2B5EF4-FFF2-40B4-BE49-F238E27FC236}">
                <a16:creationId xmlns:a16="http://schemas.microsoft.com/office/drawing/2014/main" id="{7C23C49C-1178-5E4F-A902-B5D4929C88EA}"/>
              </a:ext>
            </a:extLst>
          </p:cNvPr>
          <p:cNvSpPr/>
          <p:nvPr/>
        </p:nvSpPr>
        <p:spPr>
          <a:xfrm>
            <a:off x="336470" y="19944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134" name="Rounded Rectangle 2">
            <a:extLst>
              <a:ext uri="{FF2B5EF4-FFF2-40B4-BE49-F238E27FC236}">
                <a16:creationId xmlns:a16="http://schemas.microsoft.com/office/drawing/2014/main" id="{BCCF675B-127D-9943-8709-0670B12D64BD}"/>
              </a:ext>
            </a:extLst>
          </p:cNvPr>
          <p:cNvSpPr/>
          <p:nvPr/>
        </p:nvSpPr>
        <p:spPr>
          <a:xfrm>
            <a:off x="3558612" y="40864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5" name="Rounded Rectangle 2">
            <a:extLst>
              <a:ext uri="{FF2B5EF4-FFF2-40B4-BE49-F238E27FC236}">
                <a16:creationId xmlns:a16="http://schemas.microsoft.com/office/drawing/2014/main" id="{CC1C45E8-913D-3449-98FE-33BB8332BC65}"/>
              </a:ext>
            </a:extLst>
          </p:cNvPr>
          <p:cNvSpPr/>
          <p:nvPr/>
        </p:nvSpPr>
        <p:spPr>
          <a:xfrm>
            <a:off x="3563173" y="94640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133" name="Rounded Rectangle 2">
            <a:extLst>
              <a:ext uri="{FF2B5EF4-FFF2-40B4-BE49-F238E27FC236}">
                <a16:creationId xmlns:a16="http://schemas.microsoft.com/office/drawing/2014/main" id="{83DDE776-535E-E445-B7FA-170652B0E906}"/>
              </a:ext>
            </a:extLst>
          </p:cNvPr>
          <p:cNvSpPr/>
          <p:nvPr/>
        </p:nvSpPr>
        <p:spPr>
          <a:xfrm>
            <a:off x="6821462" y="256111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2" name="Rounded Rectangle 2">
            <a:extLst>
              <a:ext uri="{FF2B5EF4-FFF2-40B4-BE49-F238E27FC236}">
                <a16:creationId xmlns:a16="http://schemas.microsoft.com/office/drawing/2014/main" id="{24746EC4-EABC-3247-BF74-D358BAB46950}"/>
              </a:ext>
            </a:extLst>
          </p:cNvPr>
          <p:cNvSpPr/>
          <p:nvPr/>
        </p:nvSpPr>
        <p:spPr>
          <a:xfrm>
            <a:off x="6834244" y="528228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808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70743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808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698051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698051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7200" y="324143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748A93C-8EDD-D547-B5E0-E18AB67A836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322C657-E9E2-BA47-ABE7-4D2A442C8EB9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</p:spTree>
    <p:extLst>
      <p:ext uri="{BB962C8B-B14F-4D97-AF65-F5344CB8AC3E}">
        <p14:creationId xmlns:p14="http://schemas.microsoft.com/office/powerpoint/2010/main" val="225463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20334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06CFD2EC-67BE-EC4E-B342-DC0402D7B0F6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5FA13620-536A-C04E-ACA1-FC55793EE686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F16AC139-9AAA-3543-8591-476EE32C1D35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9" name="Rounded Rectangle 2">
            <a:extLst>
              <a:ext uri="{FF2B5EF4-FFF2-40B4-BE49-F238E27FC236}">
                <a16:creationId xmlns:a16="http://schemas.microsoft.com/office/drawing/2014/main" id="{34E078CC-F3E5-A54C-A7D4-ED90BD0DDD8B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0" name="Rounded Rectangle 2">
            <a:extLst>
              <a:ext uri="{FF2B5EF4-FFF2-40B4-BE49-F238E27FC236}">
                <a16:creationId xmlns:a16="http://schemas.microsoft.com/office/drawing/2014/main" id="{8569EFB1-7C68-914E-B6DF-03BD4C4C0387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1" name="Rounded Rectangle 2">
            <a:extLst>
              <a:ext uri="{FF2B5EF4-FFF2-40B4-BE49-F238E27FC236}">
                <a16:creationId xmlns:a16="http://schemas.microsoft.com/office/drawing/2014/main" id="{7656C7C3-1232-2342-B024-1C42594A1D61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2" name="Rounded Rectangle 2">
            <a:extLst>
              <a:ext uri="{FF2B5EF4-FFF2-40B4-BE49-F238E27FC236}">
                <a16:creationId xmlns:a16="http://schemas.microsoft.com/office/drawing/2014/main" id="{A403F163-CE9E-DB47-8673-6F60D44293C3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2271000"/>
            <a:ext cx="1341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847463"/>
            <a:ext cx="1389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352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345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4" y="4589655"/>
            <a:ext cx="1354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0338" y="4589655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4" y="5300551"/>
            <a:ext cx="1284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31496" y="5300551"/>
            <a:ext cx="1373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6" y="3063383"/>
            <a:ext cx="1227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1963" y="3063383"/>
            <a:ext cx="1291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5869" y="2271000"/>
            <a:ext cx="2757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68" y="3847463"/>
            <a:ext cx="276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3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4616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3172" y="4589655"/>
            <a:ext cx="2779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6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5" y="3063383"/>
            <a:ext cx="27626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97963696-68DE-5441-81C1-86086DF74933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8" y="702185"/>
            <a:ext cx="137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92803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6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6091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E0E74F4-EDC9-8148-877B-706DAA072CF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130CD66-F177-484A-930A-FEF348DC5F4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6CEF3A86-D8E6-FB4A-BA52-409D4D3554A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BA1A741D-850A-9B4F-AE42-A0C98906B3B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BE354FF4-53C8-6748-AFD7-B682D18921A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8C60F54D-32CF-1044-A8EC-987B013E348B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74" name="ZoneTexte 173">
            <a:extLst>
              <a:ext uri="{FF2B5EF4-FFF2-40B4-BE49-F238E27FC236}">
                <a16:creationId xmlns:a16="http://schemas.microsoft.com/office/drawing/2014/main" id="{8B31BD2B-B1CF-0844-B9E8-36E1834AE6A7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07021F60-780A-3241-A29E-31F946F15349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3" y="1446132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4D9DE45-2062-C94C-A159-D46E9D5CF6FC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84F6DD4-2EBF-FD4A-944E-A1CD4F197FB2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256A5753-6B8D-2F44-951F-299D986E0101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41715" y="1446132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41715" y="4589655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D005783D-ACD3-8A4E-B44F-81D010B4CB6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C85C5887-5148-4E40-8666-E964DA5915B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ADC9B02-6860-F241-842A-84FD4F211CC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498FBCA-D418-CA49-A8C6-69F680B0DDE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0F549DE6-A450-7547-98BA-45EB1AEF3113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205FB11A-6906-DD4B-94B3-EE8190B7D022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2CEF717E-0EDC-1445-9C42-6F9F2973DCDF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B3D68174-D5B7-E64A-A2B6-52E54FC82BDE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1331A9E-3019-2E44-84AA-E146FF409D45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E1BF21B4-A1FB-CD49-AAE4-968EF68496B4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B76F088F-CC59-8243-AF07-41D6F78E9AB3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2" y="1446132"/>
            <a:ext cx="14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54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1980" y="4589655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1980" y="1446132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C17_20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9048565-D151-2A40-BF93-C70A247B2FC9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6AB77A35-1139-D442-BDA4-D8C0CBDC4D3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E3D6533-66AE-FD4A-BE3F-553CAC9334C2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95573BA9-3877-794C-AAFB-41F81BF8B576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F0A171FE-DA96-F14E-A582-17FE952E3291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42917BF4-80BA-B246-9493-5920EEFE332D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6BD5DF96-BCE9-AB42-848F-E8A6DC49CB01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</p:spTree>
    <p:extLst>
      <p:ext uri="{BB962C8B-B14F-4D97-AF65-F5344CB8AC3E}">
        <p14:creationId xmlns:p14="http://schemas.microsoft.com/office/powerpoint/2010/main" val="4054534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833489"/>
              </p:ext>
            </p:extLst>
          </p:nvPr>
        </p:nvGraphicFramePr>
        <p:xfrm>
          <a:off x="154982" y="685903"/>
          <a:ext cx="9608952" cy="5788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{{PL9_EQ1}}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{{PL9_EQ2}}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{{PL10_EQ2}}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{{PL11_TERRAIN}}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{{PL11_EQ1}}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{{PL11_EQ2}}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{{PL12_EQ2}}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{{PL15_EQ1}}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{{PL15_EQ2}}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{{PL16_EQ1}}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{{PL16_EQ2}}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{{PL17_EQ2}}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{{PL18_EQ2}}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8AE4FDC-98D8-5F46-A342-BC567043ED7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60B5DC3-0DB5-544B-89C3-CB6C3D1A609A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1/2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D9571C3-7634-A14F-A3D7-9B39D03AB6FB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30DCB5B-7DAF-1E4D-B74D-FE85B822C2C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FB5E4C7-AA68-4542-BAEE-9AFD385DDD3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987620"/>
              </p:ext>
            </p:extLst>
          </p:nvPr>
        </p:nvGraphicFramePr>
        <p:xfrm>
          <a:off x="154982" y="685903"/>
          <a:ext cx="9608952" cy="5788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{{PL21_EQ1}}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{{PL21_EQ2}}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{{PL22_EQ1}}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{{PL22_EQ2}}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{{PL23_EQ1}}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{{PL23_EQ2}}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{{PL24_EQ1}}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{{PL24_EQ2}}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{{PL35_EQ1}}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{{PL35_EQ2}}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{{PL36_EQ1}}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{{PL36_EQ2}}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{{PL37_EQ2}}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{{PL38_EQ2}}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D496F79-2AA4-264F-A3DB-732E15567BA8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3D5D7AC-9AC8-0448-A6FF-598DA36E64F3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2/2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7B4EF23-E0ED-EA48-B571-2C9FB9811F2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A1D4653-DE22-D244-97C0-610C18FDF34E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DF5CCF5-3610-2E4F-A27E-8F62537AA9A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945990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68408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11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TSL Sans" pitchFamily="2" charset="0"/>
                        </a:rPr>
                        <a:t>🥇</a:t>
                      </a:r>
                      <a:r>
                        <a:rPr lang="fr-FR" sz="1100" dirty="0">
                          <a:latin typeface="TSL Sans" pitchFamily="2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1100" dirty="0">
                          <a:latin typeface="TSL Sans" pitchFamily="2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1100" dirty="0">
                          <a:latin typeface="TSL Sans" pitchFamily="2" charset="0"/>
                        </a:rPr>
                        <a:t> 3 </a:t>
                      </a:r>
                      <a:r>
                        <a:rPr lang="fr-FR" sz="1400" dirty="0">
                          <a:latin typeface="TSL Sans" pitchFamily="2" charset="0"/>
                        </a:rPr>
                        <a:t>🥉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12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13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20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3043</TotalTime>
  <Words>2453</Words>
  <Application>Microsoft Macintosh PowerPoint</Application>
  <PresentationFormat>Format A4 (210 x 297 mm)</PresentationFormat>
  <Paragraphs>651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85</cp:revision>
  <dcterms:created xsi:type="dcterms:W3CDTF">2013-01-27T09:14:16Z</dcterms:created>
  <dcterms:modified xsi:type="dcterms:W3CDTF">2026-07-05T10:47:58Z</dcterms:modified>
  <cp:category/>
</cp:coreProperties>
</file>