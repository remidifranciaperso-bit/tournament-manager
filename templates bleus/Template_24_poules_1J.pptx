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87" r:id="rId2"/>
    <p:sldId id="288" r:id="rId3"/>
    <p:sldId id="289" r:id="rId4"/>
    <p:sldId id="286" r:id="rId5"/>
    <p:sldId id="271" r:id="rId6"/>
    <p:sldId id="272" r:id="rId7"/>
    <p:sldId id="273" r:id="rId8"/>
    <p:sldId id="274" r:id="rId9"/>
    <p:sldId id="264" r:id="rId10"/>
    <p:sldId id="260" r:id="rId11"/>
    <p:sldId id="279" r:id="rId12"/>
    <p:sldId id="265" r:id="rId13"/>
    <p:sldId id="261" r:id="rId14"/>
    <p:sldId id="262" r:id="rId15"/>
    <p:sldId id="276" r:id="rId16"/>
    <p:sldId id="277" r:id="rId17"/>
    <p:sldId id="278" r:id="rId18"/>
    <p:sldId id="290" r:id="rId19"/>
  </p:sldIdLst>
  <p:sldSz cx="9906000" cy="6858000" type="A4"/>
  <p:notesSz cx="6858000" cy="9144000"/>
  <p:defaultTextStyle>
    <a:defPPr>
      <a:defRPr lang="en-US"/>
    </a:defPPr>
    <a:lvl1pPr marL="0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59" userDrawn="1">
          <p15:clr>
            <a:srgbClr val="A4A3A4"/>
          </p15:clr>
        </p15:guide>
        <p15:guide id="2" pos="266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755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224" y="176"/>
      </p:cViewPr>
      <p:guideLst>
        <p:guide orient="horz" pos="1959"/>
        <p:guide pos="266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58DB49-402F-FB41-B58E-980CBE386162}" type="datetimeFigureOut">
              <a:rPr lang="fr-FR" smtClean="0"/>
              <a:t>07/07/2026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C9A40-B94C-6A45-93D8-A04E1246FE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1580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5585" y="1931872"/>
            <a:ext cx="7203293" cy="13330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1169" y="3524010"/>
            <a:ext cx="5932124" cy="158925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45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9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43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5835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729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87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021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16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424" y="3996182"/>
            <a:ext cx="7203293" cy="1235131"/>
          </a:xfrm>
        </p:spPr>
        <p:txBody>
          <a:bodyPr anchor="t"/>
          <a:lstStyle>
            <a:lvl1pPr algn="l">
              <a:defRPr sz="362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424" y="2635811"/>
            <a:ext cx="7203293" cy="1360371"/>
          </a:xfrm>
        </p:spPr>
        <p:txBody>
          <a:bodyPr anchor="b"/>
          <a:lstStyle>
            <a:lvl1pPr marL="0" indent="0">
              <a:buNone/>
              <a:defRPr sz="1814">
                <a:solidFill>
                  <a:schemeClr val="tx1">
                    <a:tint val="75000"/>
                  </a:schemeClr>
                </a:solidFill>
              </a:defRPr>
            </a:lvl1pPr>
            <a:lvl2pPr marL="414589" indent="0">
              <a:buNone/>
              <a:defRPr sz="1632">
                <a:solidFill>
                  <a:schemeClr val="tx1">
                    <a:tint val="75000"/>
                  </a:schemeClr>
                </a:solidFill>
              </a:defRPr>
            </a:lvl2pPr>
            <a:lvl3pPr marL="829178" indent="0">
              <a:buNone/>
              <a:defRPr sz="1451">
                <a:solidFill>
                  <a:schemeClr val="tx1">
                    <a:tint val="75000"/>
                  </a:schemeClr>
                </a:solidFill>
              </a:defRPr>
            </a:lvl3pPr>
            <a:lvl4pPr marL="1243767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4pPr>
            <a:lvl5pPr marL="1658356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5pPr>
            <a:lvl6pPr marL="2072945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6pPr>
            <a:lvl7pPr marL="2487534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7pPr>
            <a:lvl8pPr marL="2902123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8pPr>
            <a:lvl9pPr marL="3316712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3723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07852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392042"/>
            <a:ext cx="3744359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723" y="1972179"/>
            <a:ext cx="3744359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04910" y="1392042"/>
            <a:ext cx="3745830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04910" y="1972179"/>
            <a:ext cx="3745830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3724" y="247602"/>
            <a:ext cx="2788040" cy="1053748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3280" y="247602"/>
            <a:ext cx="4737460" cy="5307609"/>
          </a:xfrm>
        </p:spPr>
        <p:txBody>
          <a:bodyPr/>
          <a:lstStyle>
            <a:lvl1pPr>
              <a:defRPr sz="2902"/>
            </a:lvl1pPr>
            <a:lvl2pPr>
              <a:defRPr sz="2539"/>
            </a:lvl2pPr>
            <a:lvl3pPr>
              <a:defRPr sz="2176"/>
            </a:lvl3pPr>
            <a:lvl4pPr>
              <a:defRPr sz="1814"/>
            </a:lvl4pPr>
            <a:lvl5pPr>
              <a:defRPr sz="1814"/>
            </a:lvl5pPr>
            <a:lvl6pPr>
              <a:defRPr sz="1814"/>
            </a:lvl6pPr>
            <a:lvl7pPr>
              <a:defRPr sz="1814"/>
            </a:lvl7pPr>
            <a:lvl8pPr>
              <a:defRPr sz="1814"/>
            </a:lvl8pPr>
            <a:lvl9pPr>
              <a:defRPr sz="181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3724" y="1301350"/>
            <a:ext cx="2788040" cy="4253861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1054" y="4353189"/>
            <a:ext cx="5084678" cy="513919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61054" y="555665"/>
            <a:ext cx="5084678" cy="3731305"/>
          </a:xfrm>
        </p:spPr>
        <p:txBody>
          <a:bodyPr/>
          <a:lstStyle>
            <a:lvl1pPr marL="0" indent="0">
              <a:buNone/>
              <a:defRPr sz="2902"/>
            </a:lvl1pPr>
            <a:lvl2pPr marL="414589" indent="0">
              <a:buNone/>
              <a:defRPr sz="2539"/>
            </a:lvl2pPr>
            <a:lvl3pPr marL="829178" indent="0">
              <a:buNone/>
              <a:defRPr sz="2176"/>
            </a:lvl3pPr>
            <a:lvl4pPr marL="1243767" indent="0">
              <a:buNone/>
              <a:defRPr sz="1814"/>
            </a:lvl4pPr>
            <a:lvl5pPr marL="1658356" indent="0">
              <a:buNone/>
              <a:defRPr sz="1814"/>
            </a:lvl5pPr>
            <a:lvl6pPr marL="2072945" indent="0">
              <a:buNone/>
              <a:defRPr sz="1814"/>
            </a:lvl6pPr>
            <a:lvl7pPr marL="2487534" indent="0">
              <a:buNone/>
              <a:defRPr sz="1814"/>
            </a:lvl7pPr>
            <a:lvl8pPr marL="2902123" indent="0">
              <a:buNone/>
              <a:defRPr sz="1814"/>
            </a:lvl8pPr>
            <a:lvl9pPr marL="3316712" indent="0">
              <a:buNone/>
              <a:defRPr sz="181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61054" y="4867107"/>
            <a:ext cx="5084678" cy="729850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43986" y="249042"/>
            <a:ext cx="1906754" cy="530616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3723" y="249042"/>
            <a:ext cx="5579021" cy="530616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3723" y="249042"/>
            <a:ext cx="7627016" cy="10364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451063"/>
            <a:ext cx="7627016" cy="41041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3723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5441" y="5763945"/>
            <a:ext cx="2683580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73365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4589" rtl="0" eaLnBrk="1" latinLnBrk="0" hangingPunct="1">
        <a:spcBef>
          <a:spcPct val="0"/>
        </a:spcBef>
        <a:buNone/>
        <a:defRPr sz="3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0942" indent="-310942" algn="l" defTabSz="414589" rtl="0" eaLnBrk="1" latinLnBrk="0" hangingPunct="1">
        <a:spcBef>
          <a:spcPct val="20000"/>
        </a:spcBef>
        <a:buFont typeface="Arial"/>
        <a:buChar char="•"/>
        <a:defRPr sz="2902" kern="1200">
          <a:solidFill>
            <a:schemeClr val="tx1"/>
          </a:solidFill>
          <a:latin typeface="+mn-lt"/>
          <a:ea typeface="+mn-ea"/>
          <a:cs typeface="+mn-cs"/>
        </a:defRPr>
      </a:lvl1pPr>
      <a:lvl2pPr marL="673707" indent="-259118" algn="l" defTabSz="414589" rtl="0" eaLnBrk="1" latinLnBrk="0" hangingPunct="1">
        <a:spcBef>
          <a:spcPct val="20000"/>
        </a:spcBef>
        <a:buFont typeface="Arial"/>
        <a:buChar char="–"/>
        <a:defRPr sz="2539" kern="1200">
          <a:solidFill>
            <a:schemeClr val="tx1"/>
          </a:solidFill>
          <a:latin typeface="+mn-lt"/>
          <a:ea typeface="+mn-ea"/>
          <a:cs typeface="+mn-cs"/>
        </a:defRPr>
      </a:lvl2pPr>
      <a:lvl3pPr marL="1036472" indent="-207294" algn="l" defTabSz="414589" rtl="0" eaLnBrk="1" latinLnBrk="0" hangingPunct="1">
        <a:spcBef>
          <a:spcPct val="20000"/>
        </a:spcBef>
        <a:buFont typeface="Arial"/>
        <a:buChar char="•"/>
        <a:defRPr sz="2176" kern="1200">
          <a:solidFill>
            <a:schemeClr val="tx1"/>
          </a:solidFill>
          <a:latin typeface="+mn-lt"/>
          <a:ea typeface="+mn-ea"/>
          <a:cs typeface="+mn-cs"/>
        </a:defRPr>
      </a:lvl3pPr>
      <a:lvl4pPr marL="1451061" indent="-207294" algn="l" defTabSz="414589" rtl="0" eaLnBrk="1" latinLnBrk="0" hangingPunct="1">
        <a:spcBef>
          <a:spcPct val="20000"/>
        </a:spcBef>
        <a:buFont typeface="Arial"/>
        <a:buChar char="–"/>
        <a:defRPr sz="1814" kern="1200">
          <a:solidFill>
            <a:schemeClr val="tx1"/>
          </a:solidFill>
          <a:latin typeface="+mn-lt"/>
          <a:ea typeface="+mn-ea"/>
          <a:cs typeface="+mn-cs"/>
        </a:defRPr>
      </a:lvl4pPr>
      <a:lvl5pPr marL="1865650" indent="-207294" algn="l" defTabSz="414589" rtl="0" eaLnBrk="1" latinLnBrk="0" hangingPunct="1">
        <a:spcBef>
          <a:spcPct val="20000"/>
        </a:spcBef>
        <a:buFont typeface="Arial"/>
        <a:buChar char="»"/>
        <a:defRPr sz="1814" kern="1200">
          <a:solidFill>
            <a:schemeClr val="tx1"/>
          </a:solidFill>
          <a:latin typeface="+mn-lt"/>
          <a:ea typeface="+mn-ea"/>
          <a:cs typeface="+mn-cs"/>
        </a:defRPr>
      </a:lvl5pPr>
      <a:lvl6pPr marL="2280239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6pPr>
      <a:lvl7pPr marL="2694828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7pPr>
      <a:lvl8pPr marL="3109417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8pPr>
      <a:lvl9pPr marL="3524006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1pPr>
      <a:lvl2pPr marL="414589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2pPr>
      <a:lvl3pPr marL="829178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3pPr>
      <a:lvl4pPr marL="1243767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4pPr>
      <a:lvl5pPr marL="1658356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5pPr>
      <a:lvl6pPr marL="2072945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6pPr>
      <a:lvl7pPr marL="2487534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7pPr>
      <a:lvl8pPr marL="2902123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8pPr>
      <a:lvl9pPr marL="3316712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22" descr="Une image contenant balle de tennis, équipement sportif, balle, Sport de raquette&#10;&#10;Description générée automatiquement">
            <a:extLst>
              <a:ext uri="{FF2B5EF4-FFF2-40B4-BE49-F238E27FC236}">
                <a16:creationId xmlns:a16="http://schemas.microsoft.com/office/drawing/2014/main" id="{3BE362C0-ECF4-1B42-98AF-438577F0B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25597" y="-40878"/>
            <a:ext cx="10531222" cy="6996771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64272530-0649-BD4A-A7D8-7C7792BB1E94}"/>
              </a:ext>
            </a:extLst>
          </p:cNvPr>
          <p:cNvSpPr txBox="1"/>
          <p:nvPr/>
        </p:nvSpPr>
        <p:spPr>
          <a:xfrm>
            <a:off x="2713126" y="380761"/>
            <a:ext cx="43920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200" dirty="0">
                <a:solidFill>
                  <a:schemeClr val="bg1"/>
                </a:solidFill>
                <a:latin typeface="TSL Sans" pitchFamily="2" charset="0"/>
                <a:cs typeface="Oriya MN" pitchFamily="2" charset="0"/>
              </a:rPr>
              <a:t>{{LOGO}}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F7DDA2-92C3-2944-8F86-E62910EEBB20}"/>
              </a:ext>
            </a:extLst>
          </p:cNvPr>
          <p:cNvSpPr txBox="1"/>
          <p:nvPr/>
        </p:nvSpPr>
        <p:spPr>
          <a:xfrm>
            <a:off x="-425597" y="1566952"/>
            <a:ext cx="1053122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6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3695CD-FDE4-F54B-8134-D0767A33B0A3}"/>
              </a:ext>
            </a:extLst>
          </p:cNvPr>
          <p:cNvSpPr txBox="1"/>
          <p:nvPr/>
        </p:nvSpPr>
        <p:spPr>
          <a:xfrm>
            <a:off x="1994338" y="5382572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{{NB_EQUIPES}}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D96DA86-9D71-1041-90D1-D256C10146A0}"/>
              </a:ext>
            </a:extLst>
          </p:cNvPr>
          <p:cNvSpPr txBox="1"/>
          <p:nvPr/>
        </p:nvSpPr>
        <p:spPr>
          <a:xfrm>
            <a:off x="1994338" y="4262590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84406B9-1400-604D-BCAD-81F49575497D}"/>
              </a:ext>
            </a:extLst>
          </p:cNvPr>
          <p:cNvSpPr txBox="1"/>
          <p:nvPr/>
        </p:nvSpPr>
        <p:spPr>
          <a:xfrm>
            <a:off x="1994338" y="4823648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{{HEURE}}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87C78276-0247-DB4D-9282-A024FA8B012B}"/>
              </a:ext>
            </a:extLst>
          </p:cNvPr>
          <p:cNvSpPr txBox="1"/>
          <p:nvPr/>
        </p:nvSpPr>
        <p:spPr>
          <a:xfrm>
            <a:off x="1994338" y="5941496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{{NB_TERRAINS}}</a:t>
            </a:r>
          </a:p>
        </p:txBody>
      </p: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2881E999-4164-2341-B126-C373A19A0BB7}"/>
              </a:ext>
            </a:extLst>
          </p:cNvPr>
          <p:cNvCxnSpPr>
            <a:cxnSpLocks/>
          </p:cNvCxnSpPr>
          <p:nvPr/>
        </p:nvCxnSpPr>
        <p:spPr>
          <a:xfrm>
            <a:off x="2296385" y="3132362"/>
            <a:ext cx="5087257" cy="0"/>
          </a:xfrm>
          <a:prstGeom prst="line">
            <a:avLst/>
          </a:prstGeom>
          <a:ln w="25400">
            <a:solidFill>
              <a:srgbClr val="FFFF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7835A0D9-906F-A949-B733-2DC87687B07B}"/>
              </a:ext>
            </a:extLst>
          </p:cNvPr>
          <p:cNvSpPr txBox="1"/>
          <p:nvPr/>
        </p:nvSpPr>
        <p:spPr>
          <a:xfrm>
            <a:off x="1881352" y="6688774"/>
            <a:ext cx="59173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dirty="0" err="1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padel</a:t>
            </a:r>
            <a:r>
              <a:rPr lang="fr-FR" sz="8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tournament</a:t>
            </a:r>
            <a:r>
              <a:rPr lang="fr-FR" sz="8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engine</a:t>
            </a:r>
            <a:r>
              <a:rPr lang="fr-FR" sz="8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endParaRPr lang="fr-FR" sz="1100" dirty="0">
              <a:solidFill>
                <a:srgbClr val="FFFF00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4067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ableau 154">
            <a:extLst>
              <a:ext uri="{FF2B5EF4-FFF2-40B4-BE49-F238E27FC236}">
                <a16:creationId xmlns:a16="http://schemas.microsoft.com/office/drawing/2014/main" id="{3A20A996-66AA-8749-88BD-781F6E97301F}"/>
              </a:ext>
            </a:extLst>
          </p:cNvPr>
          <p:cNvGraphicFramePr>
            <a:graphicFrameLocks noGrp="1"/>
          </p:cNvGraphicFramePr>
          <p:nvPr/>
        </p:nvGraphicFramePr>
        <p:xfrm>
          <a:off x="176286" y="829887"/>
          <a:ext cx="9553428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2238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218956"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b="1" kern="1200" dirty="0">
                          <a:solidFill>
                            <a:schemeClr val="bg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POIDS PAIRE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07789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Nom 1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1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Nom 2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2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Poids 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TS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{{PARTICIPANTS}}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B7E27EE6-87C4-AC41-AB5B-32129656A246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132464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CONVOCATIONS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graphicFrame>
        <p:nvGraphicFramePr>
          <p:cNvPr id="14" name="Tableau 154">
            <a:extLst>
              <a:ext uri="{FF2B5EF4-FFF2-40B4-BE49-F238E27FC236}">
                <a16:creationId xmlns:a16="http://schemas.microsoft.com/office/drawing/2014/main" id="{9AAB0331-425B-D24A-9A42-AFE074634216}"/>
              </a:ext>
            </a:extLst>
          </p:cNvPr>
          <p:cNvGraphicFramePr>
            <a:graphicFrameLocks noGrp="1"/>
          </p:cNvGraphicFramePr>
          <p:nvPr/>
        </p:nvGraphicFramePr>
        <p:xfrm>
          <a:off x="1203866" y="895642"/>
          <a:ext cx="7498268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1303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996965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184038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184038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{{CONV_NOMS}}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{{CONV_HORAIRE}}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  <p:sp>
        <p:nvSpPr>
          <p:cNvPr id="16" name="ZoneTexte 15">
            <a:extLst>
              <a:ext uri="{FF2B5EF4-FFF2-40B4-BE49-F238E27FC236}">
                <a16:creationId xmlns:a16="http://schemas.microsoft.com/office/drawing/2014/main" id="{69E3F15C-97CA-9E4B-8D41-8DBFC01A744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40715071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" name="Tableau 154">
            <a:extLst>
              <a:ext uri="{FF2B5EF4-FFF2-40B4-BE49-F238E27FC236}">
                <a16:creationId xmlns:a16="http://schemas.microsoft.com/office/drawing/2014/main" id="{FC7C3D93-D15A-3B46-B06A-CFFD9525C62C}"/>
              </a:ext>
            </a:extLst>
          </p:cNvPr>
          <p:cNvGraphicFramePr>
            <a:graphicFrameLocks noGrp="1"/>
          </p:cNvGraphicFramePr>
          <p:nvPr/>
        </p:nvGraphicFramePr>
        <p:xfrm>
          <a:off x="4952999" y="2720482"/>
          <a:ext cx="3648515" cy="1713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851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</a:tblGrid>
              <a:tr h="351048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POULE B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{{POULE_B_1_EQ}}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{{POULE_B_2_EQ}}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{{POULE_B_3_EQ}}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{{POULE_B_4_EQ}}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graphicFrame>
        <p:nvGraphicFramePr>
          <p:cNvPr id="33" name="Tableau 154">
            <a:extLst>
              <a:ext uri="{FF2B5EF4-FFF2-40B4-BE49-F238E27FC236}">
                <a16:creationId xmlns:a16="http://schemas.microsoft.com/office/drawing/2014/main" id="{D3CD5AB4-4D33-4840-9703-1A5884C7303C}"/>
              </a:ext>
            </a:extLst>
          </p:cNvPr>
          <p:cNvGraphicFramePr>
            <a:graphicFrameLocks noGrp="1"/>
          </p:cNvGraphicFramePr>
          <p:nvPr/>
        </p:nvGraphicFramePr>
        <p:xfrm>
          <a:off x="1183112" y="2720482"/>
          <a:ext cx="3648515" cy="1713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851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</a:tblGrid>
              <a:tr h="351048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POULE A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graphicFrame>
        <p:nvGraphicFramePr>
          <p:cNvPr id="41" name="Tableau 154">
            <a:extLst>
              <a:ext uri="{FF2B5EF4-FFF2-40B4-BE49-F238E27FC236}">
                <a16:creationId xmlns:a16="http://schemas.microsoft.com/office/drawing/2014/main" id="{E832A536-4E5B-D841-9BA4-5CE07D56561D}"/>
              </a:ext>
            </a:extLst>
          </p:cNvPr>
          <p:cNvGraphicFramePr>
            <a:graphicFrameLocks noGrp="1"/>
          </p:cNvGraphicFramePr>
          <p:nvPr/>
        </p:nvGraphicFramePr>
        <p:xfrm>
          <a:off x="4964252" y="4514525"/>
          <a:ext cx="3648515" cy="1713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851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</a:tblGrid>
              <a:tr h="351048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POULE D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graphicFrame>
        <p:nvGraphicFramePr>
          <p:cNvPr id="42" name="Tableau 154">
            <a:extLst>
              <a:ext uri="{FF2B5EF4-FFF2-40B4-BE49-F238E27FC236}">
                <a16:creationId xmlns:a16="http://schemas.microsoft.com/office/drawing/2014/main" id="{2E0B1337-C9CC-E24A-92BA-F637ED9F790D}"/>
              </a:ext>
            </a:extLst>
          </p:cNvPr>
          <p:cNvGraphicFramePr>
            <a:graphicFrameLocks noGrp="1"/>
          </p:cNvGraphicFramePr>
          <p:nvPr/>
        </p:nvGraphicFramePr>
        <p:xfrm>
          <a:off x="1183111" y="4514523"/>
          <a:ext cx="3648515" cy="17139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851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</a:tblGrid>
              <a:tr h="351049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POULE C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40724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40724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340724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340724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7B8CE1D3-5C06-2340-9DA0-5DCEFE1BB5D1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19B7F7D-FEF5-7449-B713-CD39C962DB3F}"/>
              </a:ext>
            </a:extLst>
          </p:cNvPr>
          <p:cNvSpPr txBox="1"/>
          <p:nvPr/>
        </p:nvSpPr>
        <p:spPr>
          <a:xfrm>
            <a:off x="21060" y="38299"/>
            <a:ext cx="9863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POULES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pPr algn="ctr"/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DC16794A-E883-8E44-B19F-8498F90B303D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54D35865-32BF-ED42-999D-580271FAF338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5A8FB36E-6047-FE44-8083-48F0DAF080AA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8A405E26-416A-5841-8D82-9AD59FDFC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5696936"/>
              </p:ext>
            </p:extLst>
          </p:nvPr>
        </p:nvGraphicFramePr>
        <p:xfrm>
          <a:off x="1183111" y="926439"/>
          <a:ext cx="7418404" cy="1713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9202">
                  <a:extLst>
                    <a:ext uri="{9D8B030D-6E8A-4147-A177-3AD203B41FA5}">
                      <a16:colId xmlns:a16="http://schemas.microsoft.com/office/drawing/2014/main" val="679590290"/>
                    </a:ext>
                  </a:extLst>
                </a:gridCol>
                <a:gridCol w="3709202">
                  <a:extLst>
                    <a:ext uri="{9D8B030D-6E8A-4147-A177-3AD203B41FA5}">
                      <a16:colId xmlns:a16="http://schemas.microsoft.com/office/drawing/2014/main" val="1283114295"/>
                    </a:ext>
                  </a:extLst>
                </a:gridCol>
              </a:tblGrid>
              <a:tr h="351048">
                <a:tc gridSpan="2"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ÉQUIPES EXEMPTÉES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 sz="14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3637267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{{EXEMPT_5_EQ}}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3299425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{{EXEMPT_6_EQ}}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9447677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{{EXEMPT_7_EQ}}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04407163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{{EXEMPT_8_EQ}}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658131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01872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ounded Rectangle 2">
            <a:extLst>
              <a:ext uri="{FF2B5EF4-FFF2-40B4-BE49-F238E27FC236}">
                <a16:creationId xmlns:a16="http://schemas.microsoft.com/office/drawing/2014/main" id="{4D86E969-1638-CE41-92EB-A1B18910ED33}"/>
              </a:ext>
            </a:extLst>
          </p:cNvPr>
          <p:cNvSpPr/>
          <p:nvPr/>
        </p:nvSpPr>
        <p:spPr>
          <a:xfrm>
            <a:off x="3565902" y="274115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6" name="Rounded Rectangle 2">
            <a:extLst>
              <a:ext uri="{FF2B5EF4-FFF2-40B4-BE49-F238E27FC236}">
                <a16:creationId xmlns:a16="http://schemas.microsoft.com/office/drawing/2014/main" id="{2D69CAA2-9594-364A-9937-2C7CF498FB49}"/>
              </a:ext>
            </a:extLst>
          </p:cNvPr>
          <p:cNvSpPr/>
          <p:nvPr/>
        </p:nvSpPr>
        <p:spPr>
          <a:xfrm>
            <a:off x="617354" y="2728482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7" name="Rounded Rectangle 2">
            <a:extLst>
              <a:ext uri="{FF2B5EF4-FFF2-40B4-BE49-F238E27FC236}">
                <a16:creationId xmlns:a16="http://schemas.microsoft.com/office/drawing/2014/main" id="{3294A423-2E19-3D4C-B831-5DF151F80A11}"/>
              </a:ext>
            </a:extLst>
          </p:cNvPr>
          <p:cNvSpPr/>
          <p:nvPr/>
        </p:nvSpPr>
        <p:spPr>
          <a:xfrm>
            <a:off x="603077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8" name="Rounded Rectangle 2">
            <a:extLst>
              <a:ext uri="{FF2B5EF4-FFF2-40B4-BE49-F238E27FC236}">
                <a16:creationId xmlns:a16="http://schemas.microsoft.com/office/drawing/2014/main" id="{149A39DD-9723-7544-AA40-D5C4D051748C}"/>
              </a:ext>
            </a:extLst>
          </p:cNvPr>
          <p:cNvSpPr/>
          <p:nvPr/>
        </p:nvSpPr>
        <p:spPr>
          <a:xfrm>
            <a:off x="3568809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Rounded Rectangle 2">
            <a:extLst>
              <a:ext uri="{FF2B5EF4-FFF2-40B4-BE49-F238E27FC236}">
                <a16:creationId xmlns:a16="http://schemas.microsoft.com/office/drawing/2014/main" id="{69454CC2-9D63-014E-9CE9-C258AB8EC22E}"/>
              </a:ext>
            </a:extLst>
          </p:cNvPr>
          <p:cNvSpPr/>
          <p:nvPr/>
        </p:nvSpPr>
        <p:spPr>
          <a:xfrm>
            <a:off x="6527557" y="1191400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00" name="Rounded Rectangle 2">
            <a:extLst>
              <a:ext uri="{FF2B5EF4-FFF2-40B4-BE49-F238E27FC236}">
                <a16:creationId xmlns:a16="http://schemas.microsoft.com/office/drawing/2014/main" id="{7895E4D7-7894-2440-89E1-9C22B66C7465}"/>
              </a:ext>
            </a:extLst>
          </p:cNvPr>
          <p:cNvSpPr/>
          <p:nvPr/>
        </p:nvSpPr>
        <p:spPr>
          <a:xfrm>
            <a:off x="6524829" y="272877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A653BCD9-F43C-6147-89B4-6748C84F21C8}"/>
              </a:ext>
            </a:extLst>
          </p:cNvPr>
          <p:cNvSpPr txBox="1"/>
          <p:nvPr/>
        </p:nvSpPr>
        <p:spPr>
          <a:xfrm>
            <a:off x="6520850" y="2741514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{{PA_M6_TERRAIN}}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69" name="ZoneTexte 68">
            <a:extLst>
              <a:ext uri="{FF2B5EF4-FFF2-40B4-BE49-F238E27FC236}">
                <a16:creationId xmlns:a16="http://schemas.microsoft.com/office/drawing/2014/main" id="{A1DF0712-15BB-C143-8B32-B814252D30D5}"/>
              </a:ext>
            </a:extLst>
          </p:cNvPr>
          <p:cNvSpPr txBox="1"/>
          <p:nvPr/>
        </p:nvSpPr>
        <p:spPr>
          <a:xfrm>
            <a:off x="6520850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{{PA_M5_TERRAIN}}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B8C0532A-7B80-3941-ABB8-B2C17DD01FF0}"/>
              </a:ext>
            </a:extLst>
          </p:cNvPr>
          <p:cNvSpPr txBox="1"/>
          <p:nvPr/>
        </p:nvSpPr>
        <p:spPr>
          <a:xfrm>
            <a:off x="3563174" y="2757161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{{PA_M4_TERRAIN}}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46758797-F6EA-CA45-931A-8230C7AFC9B4}"/>
              </a:ext>
            </a:extLst>
          </p:cNvPr>
          <p:cNvSpPr txBox="1"/>
          <p:nvPr/>
        </p:nvSpPr>
        <p:spPr>
          <a:xfrm>
            <a:off x="356317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{{PA_M3_TERRAIN}}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E1B42721-C923-2641-BA78-999929492964}"/>
              </a:ext>
            </a:extLst>
          </p:cNvPr>
          <p:cNvSpPr txBox="1"/>
          <p:nvPr/>
        </p:nvSpPr>
        <p:spPr>
          <a:xfrm>
            <a:off x="613375" y="274494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{{PA_M2_TERRAIN}}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8472328-417A-4747-B9A8-895E06F00EA2}"/>
              </a:ext>
            </a:extLst>
          </p:cNvPr>
          <p:cNvSpPr txBox="1"/>
          <p:nvPr/>
        </p:nvSpPr>
        <p:spPr>
          <a:xfrm>
            <a:off x="60093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{{PA_M1_TERRAIN}}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6C64A28-B62A-BB45-A3BB-3F6EF5FAB090}"/>
              </a:ext>
            </a:extLst>
          </p:cNvPr>
          <p:cNvSpPr txBox="1"/>
          <p:nvPr/>
        </p:nvSpPr>
        <p:spPr>
          <a:xfrm>
            <a:off x="613374" y="1204628"/>
            <a:ext cx="13017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{{PA_M1_CODE}}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AEE0EA8-A99F-5A41-A32F-1FE635256B61}"/>
              </a:ext>
            </a:extLst>
          </p:cNvPr>
          <p:cNvSpPr txBox="1"/>
          <p:nvPr/>
        </p:nvSpPr>
        <p:spPr>
          <a:xfrm>
            <a:off x="1996015" y="1204628"/>
            <a:ext cx="13800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{{PA_M1_HEURE}}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ECC62A31-9B71-2D46-ADA0-88CEAC60E8C6}"/>
              </a:ext>
            </a:extLst>
          </p:cNvPr>
          <p:cNvSpPr txBox="1"/>
          <p:nvPr/>
        </p:nvSpPr>
        <p:spPr>
          <a:xfrm>
            <a:off x="625815" y="2744948"/>
            <a:ext cx="12893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{{PA_M2_CODE}}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C1A95A25-554C-054B-A442-676879D47B03}"/>
              </a:ext>
            </a:extLst>
          </p:cNvPr>
          <p:cNvSpPr txBox="1"/>
          <p:nvPr/>
        </p:nvSpPr>
        <p:spPr>
          <a:xfrm>
            <a:off x="1996016" y="2744948"/>
            <a:ext cx="13924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{{PA_M2_HEURE}}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2DB7A4FD-B99A-A943-82C4-DD1185026293}"/>
              </a:ext>
            </a:extLst>
          </p:cNvPr>
          <p:cNvSpPr txBox="1"/>
          <p:nvPr/>
        </p:nvSpPr>
        <p:spPr>
          <a:xfrm>
            <a:off x="3575614" y="1204628"/>
            <a:ext cx="13128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{{PA_M3_CODE}}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F23D1591-DE57-444A-8C91-C3304E50CC2B}"/>
              </a:ext>
            </a:extLst>
          </p:cNvPr>
          <p:cNvSpPr txBox="1"/>
          <p:nvPr/>
        </p:nvSpPr>
        <p:spPr>
          <a:xfrm>
            <a:off x="4950709" y="1204628"/>
            <a:ext cx="13875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{{PA_M3_HEURE}}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83280CF4-5974-D446-A6A8-8EEBCF0F0D3D}"/>
              </a:ext>
            </a:extLst>
          </p:cNvPr>
          <p:cNvSpPr txBox="1"/>
          <p:nvPr/>
        </p:nvSpPr>
        <p:spPr>
          <a:xfrm>
            <a:off x="3575614" y="2757161"/>
            <a:ext cx="13058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{{PA_M4_CODE}}</a:t>
            </a: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A92AE725-EEFE-5C42-928A-644050212EE4}"/>
              </a:ext>
            </a:extLst>
          </p:cNvPr>
          <p:cNvSpPr txBox="1"/>
          <p:nvPr/>
        </p:nvSpPr>
        <p:spPr>
          <a:xfrm>
            <a:off x="4950709" y="2757161"/>
            <a:ext cx="13875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{{PA_M4_HEURE}}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6E0293E8-2BBF-2D4D-A8BC-9F49DD1204AB}"/>
              </a:ext>
            </a:extLst>
          </p:cNvPr>
          <p:cNvSpPr txBox="1"/>
          <p:nvPr/>
        </p:nvSpPr>
        <p:spPr>
          <a:xfrm>
            <a:off x="6533291" y="1204628"/>
            <a:ext cx="12974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{{PA_M5_CODE}}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39D77668-E9D9-984A-850F-CCAAA7828FD8}"/>
              </a:ext>
            </a:extLst>
          </p:cNvPr>
          <p:cNvSpPr txBox="1"/>
          <p:nvPr/>
        </p:nvSpPr>
        <p:spPr>
          <a:xfrm>
            <a:off x="7838635" y="1204628"/>
            <a:ext cx="14573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{{PA_M5_HEURE}}</a:t>
            </a:r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370BB671-2507-784D-B767-1712C68C6094}"/>
              </a:ext>
            </a:extLst>
          </p:cNvPr>
          <p:cNvSpPr txBox="1"/>
          <p:nvPr/>
        </p:nvSpPr>
        <p:spPr>
          <a:xfrm>
            <a:off x="6533291" y="2741514"/>
            <a:ext cx="13598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{{PA_M6_CODE}}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1EEACAE2-A82C-EE4B-BAB2-D9081098DB83}"/>
              </a:ext>
            </a:extLst>
          </p:cNvPr>
          <p:cNvSpPr txBox="1"/>
          <p:nvPr/>
        </p:nvSpPr>
        <p:spPr>
          <a:xfrm>
            <a:off x="7838635" y="2741514"/>
            <a:ext cx="14573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{{PA_M6_HEURE}}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240B3778-AA08-0143-86D8-E42344DBC697}"/>
              </a:ext>
            </a:extLst>
          </p:cNvPr>
          <p:cNvSpPr txBox="1"/>
          <p:nvPr/>
        </p:nvSpPr>
        <p:spPr>
          <a:xfrm>
            <a:off x="175103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E2649F6E-3F53-7E40-BEE0-36099D7B4D34}"/>
              </a:ext>
            </a:extLst>
          </p:cNvPr>
          <p:cNvSpPr txBox="1"/>
          <p:nvPr/>
        </p:nvSpPr>
        <p:spPr>
          <a:xfrm>
            <a:off x="166636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676CB05C-7A3D-804E-881D-9CBF4B8D77E6}"/>
              </a:ext>
            </a:extLst>
          </p:cNvPr>
          <p:cNvGrpSpPr/>
          <p:nvPr/>
        </p:nvGrpSpPr>
        <p:grpSpPr>
          <a:xfrm>
            <a:off x="605498" y="1191269"/>
            <a:ext cx="2770524" cy="1354907"/>
            <a:chOff x="336470" y="583726"/>
            <a:chExt cx="2770524" cy="1354907"/>
          </a:xfrm>
        </p:grpSpPr>
        <p:sp>
          <p:nvSpPr>
            <p:cNvPr id="18" name="Rounded Rectangle 2">
              <a:extLst>
                <a:ext uri="{FF2B5EF4-FFF2-40B4-BE49-F238E27FC236}">
                  <a16:creationId xmlns:a16="http://schemas.microsoft.com/office/drawing/2014/main" id="{01AE91BE-F4CD-594F-B331-3E4FE50F5044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8BC618FF-B7F2-5144-99BC-D2973E79002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46EF965E-1BB2-7446-A7EE-B03CA8D97457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ZoneTexte 20">
            <a:extLst>
              <a:ext uri="{FF2B5EF4-FFF2-40B4-BE49-F238E27FC236}">
                <a16:creationId xmlns:a16="http://schemas.microsoft.com/office/drawing/2014/main" id="{1DB95A72-DC02-044B-85C8-C66CA8275358}"/>
              </a:ext>
            </a:extLst>
          </p:cNvPr>
          <p:cNvSpPr txBox="1"/>
          <p:nvPr/>
        </p:nvSpPr>
        <p:spPr>
          <a:xfrm>
            <a:off x="6300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{{POULE_A_1_EQ}}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9B0CAD5A-07BB-A04C-B314-90153D36FB20}"/>
              </a:ext>
            </a:extLst>
          </p:cNvPr>
          <p:cNvSpPr txBox="1"/>
          <p:nvPr/>
        </p:nvSpPr>
        <p:spPr>
          <a:xfrm>
            <a:off x="6300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{{POULE_A_4_EQ}}</a:t>
            </a:r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A06F6E98-54A4-9D4E-9AA2-093AE61E82F4}"/>
              </a:ext>
            </a:extLst>
          </p:cNvPr>
          <p:cNvCxnSpPr/>
          <p:nvPr/>
        </p:nvCxnSpPr>
        <p:spPr>
          <a:xfrm>
            <a:off x="74493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685D11C7-C6B8-CA4B-A459-8F29401CFA3D}"/>
              </a:ext>
            </a:extLst>
          </p:cNvPr>
          <p:cNvCxnSpPr/>
          <p:nvPr/>
        </p:nvCxnSpPr>
        <p:spPr>
          <a:xfrm>
            <a:off x="74493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ZoneTexte 27">
            <a:extLst>
              <a:ext uri="{FF2B5EF4-FFF2-40B4-BE49-F238E27FC236}">
                <a16:creationId xmlns:a16="http://schemas.microsoft.com/office/drawing/2014/main" id="{5036ECC0-8BD8-E647-B5F4-DE9EADE38113}"/>
              </a:ext>
            </a:extLst>
          </p:cNvPr>
          <p:cNvSpPr txBox="1"/>
          <p:nvPr/>
        </p:nvSpPr>
        <p:spPr>
          <a:xfrm>
            <a:off x="1763475" y="329734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036CC0FC-48F2-B343-83FE-3A28B8F19DA1}"/>
              </a:ext>
            </a:extLst>
          </p:cNvPr>
          <p:cNvSpPr txBox="1"/>
          <p:nvPr/>
        </p:nvSpPr>
        <p:spPr>
          <a:xfrm>
            <a:off x="1678810" y="382426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49B7AEE6-D13D-524A-97C4-2B75203C0A8B}"/>
              </a:ext>
            </a:extLst>
          </p:cNvPr>
          <p:cNvGrpSpPr/>
          <p:nvPr/>
        </p:nvGrpSpPr>
        <p:grpSpPr>
          <a:xfrm>
            <a:off x="617939" y="2731589"/>
            <a:ext cx="2770524" cy="1354907"/>
            <a:chOff x="336470" y="583726"/>
            <a:chExt cx="2770524" cy="1354907"/>
          </a:xfrm>
        </p:grpSpPr>
        <p:sp>
          <p:nvSpPr>
            <p:cNvPr id="31" name="Rounded Rectangle 2">
              <a:extLst>
                <a:ext uri="{FF2B5EF4-FFF2-40B4-BE49-F238E27FC236}">
                  <a16:creationId xmlns:a16="http://schemas.microsoft.com/office/drawing/2014/main" id="{ADB4CAB7-53F0-7C46-8AFC-BBEF27D6F337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2" name="Connecteur droit 31">
              <a:extLst>
                <a:ext uri="{FF2B5EF4-FFF2-40B4-BE49-F238E27FC236}">
                  <a16:creationId xmlns:a16="http://schemas.microsoft.com/office/drawing/2014/main" id="{95F3EACB-2A36-CE4A-9B1F-955DDD0135FA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F76C9B3D-1B20-DD40-AA24-FB4BB0B096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ZoneTexte 34">
            <a:extLst>
              <a:ext uri="{FF2B5EF4-FFF2-40B4-BE49-F238E27FC236}">
                <a16:creationId xmlns:a16="http://schemas.microsoft.com/office/drawing/2014/main" id="{434308F8-3BB8-784A-B752-ECB58DE610AF}"/>
              </a:ext>
            </a:extLst>
          </p:cNvPr>
          <p:cNvSpPr txBox="1"/>
          <p:nvPr/>
        </p:nvSpPr>
        <p:spPr>
          <a:xfrm>
            <a:off x="630000" y="308339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{{POULE_A_2_EQ}}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539B44F5-83CF-D045-B098-AF9D7011C071}"/>
              </a:ext>
            </a:extLst>
          </p:cNvPr>
          <p:cNvSpPr txBox="1"/>
          <p:nvPr/>
        </p:nvSpPr>
        <p:spPr>
          <a:xfrm>
            <a:off x="630000" y="350702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{{POULE_A_3_EQ}}</a:t>
            </a:r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32BD1AD3-7511-1F46-8762-4E55AFFF5BDD}"/>
              </a:ext>
            </a:extLst>
          </p:cNvPr>
          <p:cNvCxnSpPr/>
          <p:nvPr/>
        </p:nvCxnSpPr>
        <p:spPr>
          <a:xfrm>
            <a:off x="757380" y="330519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15A70E6C-79D7-4A4A-9E93-EE80BB7631C2}"/>
              </a:ext>
            </a:extLst>
          </p:cNvPr>
          <p:cNvCxnSpPr/>
          <p:nvPr/>
        </p:nvCxnSpPr>
        <p:spPr>
          <a:xfrm>
            <a:off x="757380" y="373721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842481BB-54A9-834D-A3E8-CD3F0EAC666B}"/>
              </a:ext>
            </a:extLst>
          </p:cNvPr>
          <p:cNvSpPr txBox="1"/>
          <p:nvPr/>
        </p:nvSpPr>
        <p:spPr>
          <a:xfrm>
            <a:off x="471327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61715A87-D0FF-A240-BBDD-6E129D399904}"/>
              </a:ext>
            </a:extLst>
          </p:cNvPr>
          <p:cNvSpPr txBox="1"/>
          <p:nvPr/>
        </p:nvSpPr>
        <p:spPr>
          <a:xfrm>
            <a:off x="462860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62E7E9B0-A8A3-C844-9D03-0AE47F0C0FBE}"/>
              </a:ext>
            </a:extLst>
          </p:cNvPr>
          <p:cNvGrpSpPr/>
          <p:nvPr/>
        </p:nvGrpSpPr>
        <p:grpSpPr>
          <a:xfrm>
            <a:off x="3567738" y="1191269"/>
            <a:ext cx="2770524" cy="1354907"/>
            <a:chOff x="336470" y="583726"/>
            <a:chExt cx="2770524" cy="1354907"/>
          </a:xfrm>
        </p:grpSpPr>
        <p:sp>
          <p:nvSpPr>
            <p:cNvPr id="48" name="Rounded Rectangle 2">
              <a:extLst>
                <a:ext uri="{FF2B5EF4-FFF2-40B4-BE49-F238E27FC236}">
                  <a16:creationId xmlns:a16="http://schemas.microsoft.com/office/drawing/2014/main" id="{6722E2F9-EF49-F347-A376-04B18C8C6E4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49" name="Connecteur droit 48">
              <a:extLst>
                <a:ext uri="{FF2B5EF4-FFF2-40B4-BE49-F238E27FC236}">
                  <a16:creationId xmlns:a16="http://schemas.microsoft.com/office/drawing/2014/main" id="{B5E97FF9-48F2-1342-8E38-220903BA572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eur droit 49">
              <a:extLst>
                <a:ext uri="{FF2B5EF4-FFF2-40B4-BE49-F238E27FC236}">
                  <a16:creationId xmlns:a16="http://schemas.microsoft.com/office/drawing/2014/main" id="{46B6F24B-37E6-2A4F-BF1C-226DCB4472B4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D7D8F991-85F3-4C4D-9F42-B723CE66801F}"/>
              </a:ext>
            </a:extLst>
          </p:cNvPr>
          <p:cNvSpPr txBox="1"/>
          <p:nvPr/>
        </p:nvSpPr>
        <p:spPr>
          <a:xfrm>
            <a:off x="35892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{{POULE_A_1_EQ}}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E6390EA2-E809-B04F-9E44-B1B1DE9302A4}"/>
              </a:ext>
            </a:extLst>
          </p:cNvPr>
          <p:cNvSpPr txBox="1"/>
          <p:nvPr/>
        </p:nvSpPr>
        <p:spPr>
          <a:xfrm>
            <a:off x="35892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{{POULE_A_3_EQ}}</a:t>
            </a:r>
          </a:p>
        </p:txBody>
      </p: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006359E6-51C8-DB4C-AEA8-FF115C08C703}"/>
              </a:ext>
            </a:extLst>
          </p:cNvPr>
          <p:cNvCxnSpPr/>
          <p:nvPr/>
        </p:nvCxnSpPr>
        <p:spPr>
          <a:xfrm>
            <a:off x="370717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53">
            <a:extLst>
              <a:ext uri="{FF2B5EF4-FFF2-40B4-BE49-F238E27FC236}">
                <a16:creationId xmlns:a16="http://schemas.microsoft.com/office/drawing/2014/main" id="{914BA920-9CFD-A74F-AFA7-F8E68D769BE2}"/>
              </a:ext>
            </a:extLst>
          </p:cNvPr>
          <p:cNvCxnSpPr/>
          <p:nvPr/>
        </p:nvCxnSpPr>
        <p:spPr>
          <a:xfrm>
            <a:off x="370717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2EF17EAD-D7EE-8648-BD5A-459941F359C3}"/>
              </a:ext>
            </a:extLst>
          </p:cNvPr>
          <p:cNvSpPr txBox="1"/>
          <p:nvPr/>
        </p:nvSpPr>
        <p:spPr>
          <a:xfrm>
            <a:off x="4713274" y="330955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0E8AD211-DDDA-7241-986E-E184A9A6D4BD}"/>
              </a:ext>
            </a:extLst>
          </p:cNvPr>
          <p:cNvSpPr txBox="1"/>
          <p:nvPr/>
        </p:nvSpPr>
        <p:spPr>
          <a:xfrm>
            <a:off x="4628609" y="383647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24F1D3D7-813F-9945-8F78-346CB4A1133E}"/>
              </a:ext>
            </a:extLst>
          </p:cNvPr>
          <p:cNvGrpSpPr/>
          <p:nvPr/>
        </p:nvGrpSpPr>
        <p:grpSpPr>
          <a:xfrm>
            <a:off x="3567738" y="2743802"/>
            <a:ext cx="2770524" cy="1354907"/>
            <a:chOff x="336470" y="583726"/>
            <a:chExt cx="2770524" cy="1354907"/>
          </a:xfrm>
        </p:grpSpPr>
        <p:sp>
          <p:nvSpPr>
            <p:cNvPr id="61" name="Rounded Rectangle 2">
              <a:extLst>
                <a:ext uri="{FF2B5EF4-FFF2-40B4-BE49-F238E27FC236}">
                  <a16:creationId xmlns:a16="http://schemas.microsoft.com/office/drawing/2014/main" id="{6664D816-EBFD-D247-9A6C-58B9F3ECAE8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62" name="Connecteur droit 61">
              <a:extLst>
                <a:ext uri="{FF2B5EF4-FFF2-40B4-BE49-F238E27FC236}">
                  <a16:creationId xmlns:a16="http://schemas.microsoft.com/office/drawing/2014/main" id="{5298B7E7-1567-B848-85FA-D5F3A99E993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eur droit 62">
              <a:extLst>
                <a:ext uri="{FF2B5EF4-FFF2-40B4-BE49-F238E27FC236}">
                  <a16:creationId xmlns:a16="http://schemas.microsoft.com/office/drawing/2014/main" id="{563009BB-303E-6F43-8D36-7F07C19A459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4" name="ZoneTexte 63">
            <a:extLst>
              <a:ext uri="{FF2B5EF4-FFF2-40B4-BE49-F238E27FC236}">
                <a16:creationId xmlns:a16="http://schemas.microsoft.com/office/drawing/2014/main" id="{1938415F-9D42-5D42-AEE8-449687EBDE47}"/>
              </a:ext>
            </a:extLst>
          </p:cNvPr>
          <p:cNvSpPr txBox="1"/>
          <p:nvPr/>
        </p:nvSpPr>
        <p:spPr>
          <a:xfrm>
            <a:off x="3589200" y="3095608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{{POULE_A_4_EQ}}</a:t>
            </a:r>
          </a:p>
        </p:txBody>
      </p:sp>
      <p:sp>
        <p:nvSpPr>
          <p:cNvPr id="65" name="ZoneTexte 64">
            <a:extLst>
              <a:ext uri="{FF2B5EF4-FFF2-40B4-BE49-F238E27FC236}">
                <a16:creationId xmlns:a16="http://schemas.microsoft.com/office/drawing/2014/main" id="{86CA141B-4D44-D647-8CBA-65AE60268F7C}"/>
              </a:ext>
            </a:extLst>
          </p:cNvPr>
          <p:cNvSpPr txBox="1"/>
          <p:nvPr/>
        </p:nvSpPr>
        <p:spPr>
          <a:xfrm>
            <a:off x="3589200" y="351923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{{POULE_A_2_EQ}}</a:t>
            </a:r>
          </a:p>
        </p:txBody>
      </p: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1A7FCAE0-22B6-7A4E-AFA7-AA87E23FADD1}"/>
              </a:ext>
            </a:extLst>
          </p:cNvPr>
          <p:cNvCxnSpPr/>
          <p:nvPr/>
        </p:nvCxnSpPr>
        <p:spPr>
          <a:xfrm>
            <a:off x="3707179" y="331740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612A255A-EC44-894C-88A6-B10A676F5A0B}"/>
              </a:ext>
            </a:extLst>
          </p:cNvPr>
          <p:cNvCxnSpPr/>
          <p:nvPr/>
        </p:nvCxnSpPr>
        <p:spPr>
          <a:xfrm>
            <a:off x="3707179" y="374943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ZoneTexte 70">
            <a:extLst>
              <a:ext uri="{FF2B5EF4-FFF2-40B4-BE49-F238E27FC236}">
                <a16:creationId xmlns:a16="http://schemas.microsoft.com/office/drawing/2014/main" id="{2378CCB7-062C-3A42-82E2-F8C401E159BA}"/>
              </a:ext>
            </a:extLst>
          </p:cNvPr>
          <p:cNvSpPr txBox="1"/>
          <p:nvPr/>
        </p:nvSpPr>
        <p:spPr>
          <a:xfrm>
            <a:off x="7670950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9D6149A3-6EB8-AF44-92E2-618C7339DA52}"/>
              </a:ext>
            </a:extLst>
          </p:cNvPr>
          <p:cNvSpPr txBox="1"/>
          <p:nvPr/>
        </p:nvSpPr>
        <p:spPr>
          <a:xfrm>
            <a:off x="7586285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9987D3B0-549C-6E40-A6CF-5F6E6C4CE40A}"/>
              </a:ext>
            </a:extLst>
          </p:cNvPr>
          <p:cNvGrpSpPr/>
          <p:nvPr/>
        </p:nvGrpSpPr>
        <p:grpSpPr>
          <a:xfrm>
            <a:off x="6525414" y="1191269"/>
            <a:ext cx="2770524" cy="1354907"/>
            <a:chOff x="336470" y="583726"/>
            <a:chExt cx="2770524" cy="1354907"/>
          </a:xfrm>
        </p:grpSpPr>
        <p:sp>
          <p:nvSpPr>
            <p:cNvPr id="74" name="Rounded Rectangle 2">
              <a:extLst>
                <a:ext uri="{FF2B5EF4-FFF2-40B4-BE49-F238E27FC236}">
                  <a16:creationId xmlns:a16="http://schemas.microsoft.com/office/drawing/2014/main" id="{E6D3EE2E-8D43-F64F-A499-ABD12CC4081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5" name="Connecteur droit 74">
              <a:extLst>
                <a:ext uri="{FF2B5EF4-FFF2-40B4-BE49-F238E27FC236}">
                  <a16:creationId xmlns:a16="http://schemas.microsoft.com/office/drawing/2014/main" id="{9CA2511E-1CC0-224A-85BC-A3E6CB0DCFE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7A23B077-D268-7F45-9F81-7FC3BE6FD37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7" name="ZoneTexte 76">
            <a:extLst>
              <a:ext uri="{FF2B5EF4-FFF2-40B4-BE49-F238E27FC236}">
                <a16:creationId xmlns:a16="http://schemas.microsoft.com/office/drawing/2014/main" id="{F76319DA-3A13-9149-AF23-B8CA3B551472}"/>
              </a:ext>
            </a:extLst>
          </p:cNvPr>
          <p:cNvSpPr txBox="1"/>
          <p:nvPr/>
        </p:nvSpPr>
        <p:spPr>
          <a:xfrm>
            <a:off x="65448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{{POULE_A_1_EQ}}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95F3F264-008E-7F4D-AF6F-D44F047A9BFB}"/>
              </a:ext>
            </a:extLst>
          </p:cNvPr>
          <p:cNvSpPr txBox="1"/>
          <p:nvPr/>
        </p:nvSpPr>
        <p:spPr>
          <a:xfrm>
            <a:off x="65448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{{POULE_A_2_EQ}}</a:t>
            </a:r>
          </a:p>
        </p:txBody>
      </p:sp>
      <p:cxnSp>
        <p:nvCxnSpPr>
          <p:cNvPr id="79" name="Connecteur droit 78">
            <a:extLst>
              <a:ext uri="{FF2B5EF4-FFF2-40B4-BE49-F238E27FC236}">
                <a16:creationId xmlns:a16="http://schemas.microsoft.com/office/drawing/2014/main" id="{29B005C4-8AF8-1541-92C4-268530461982}"/>
              </a:ext>
            </a:extLst>
          </p:cNvPr>
          <p:cNvCxnSpPr/>
          <p:nvPr/>
        </p:nvCxnSpPr>
        <p:spPr>
          <a:xfrm>
            <a:off x="6664855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21925513-DBD5-2D48-999B-4066C42C6F6B}"/>
              </a:ext>
            </a:extLst>
          </p:cNvPr>
          <p:cNvCxnSpPr/>
          <p:nvPr/>
        </p:nvCxnSpPr>
        <p:spPr>
          <a:xfrm>
            <a:off x="6664855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ZoneTexte 83">
            <a:extLst>
              <a:ext uri="{FF2B5EF4-FFF2-40B4-BE49-F238E27FC236}">
                <a16:creationId xmlns:a16="http://schemas.microsoft.com/office/drawing/2014/main" id="{2D7F23C6-D6BD-9B47-9A3C-C2AA0394C7B2}"/>
              </a:ext>
            </a:extLst>
          </p:cNvPr>
          <p:cNvSpPr txBox="1"/>
          <p:nvPr/>
        </p:nvSpPr>
        <p:spPr>
          <a:xfrm>
            <a:off x="7670950" y="3293907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E887466C-206C-D64B-953E-821BDA01EE7C}"/>
              </a:ext>
            </a:extLst>
          </p:cNvPr>
          <p:cNvSpPr txBox="1"/>
          <p:nvPr/>
        </p:nvSpPr>
        <p:spPr>
          <a:xfrm>
            <a:off x="7586285" y="3820828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C2BD2A20-AA3B-2C43-B38D-F350C4EAADD8}"/>
              </a:ext>
            </a:extLst>
          </p:cNvPr>
          <p:cNvGrpSpPr/>
          <p:nvPr/>
        </p:nvGrpSpPr>
        <p:grpSpPr>
          <a:xfrm>
            <a:off x="6525414" y="2728155"/>
            <a:ext cx="2770524" cy="1354907"/>
            <a:chOff x="336470" y="583726"/>
            <a:chExt cx="2770524" cy="1354907"/>
          </a:xfrm>
        </p:grpSpPr>
        <p:sp>
          <p:nvSpPr>
            <p:cNvPr id="87" name="Rounded Rectangle 2">
              <a:extLst>
                <a:ext uri="{FF2B5EF4-FFF2-40B4-BE49-F238E27FC236}">
                  <a16:creationId xmlns:a16="http://schemas.microsoft.com/office/drawing/2014/main" id="{90DE40EC-DE50-8248-901B-B045B5D7CC7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88" name="Connecteur droit 87">
              <a:extLst>
                <a:ext uri="{FF2B5EF4-FFF2-40B4-BE49-F238E27FC236}">
                  <a16:creationId xmlns:a16="http://schemas.microsoft.com/office/drawing/2014/main" id="{B59905EC-A12E-7046-9E3B-0DDB41492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eur droit 88">
              <a:extLst>
                <a:ext uri="{FF2B5EF4-FFF2-40B4-BE49-F238E27FC236}">
                  <a16:creationId xmlns:a16="http://schemas.microsoft.com/office/drawing/2014/main" id="{4A9912D7-4756-414F-A0B1-CD0EF0947EDB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" name="ZoneTexte 89">
            <a:extLst>
              <a:ext uri="{FF2B5EF4-FFF2-40B4-BE49-F238E27FC236}">
                <a16:creationId xmlns:a16="http://schemas.microsoft.com/office/drawing/2014/main" id="{B638B146-29B3-EF4F-A6C0-93D4ACB0EA96}"/>
              </a:ext>
            </a:extLst>
          </p:cNvPr>
          <p:cNvSpPr txBox="1"/>
          <p:nvPr/>
        </p:nvSpPr>
        <p:spPr>
          <a:xfrm>
            <a:off x="6544800" y="307996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{{POULE_A_3_EQ}}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356B77AD-F697-844C-A47C-C175ACAC7F50}"/>
              </a:ext>
            </a:extLst>
          </p:cNvPr>
          <p:cNvSpPr txBox="1"/>
          <p:nvPr/>
        </p:nvSpPr>
        <p:spPr>
          <a:xfrm>
            <a:off x="6544800" y="350359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{{POULE_A_4_EQ}}</a:t>
            </a:r>
          </a:p>
        </p:txBody>
      </p:sp>
      <p:cxnSp>
        <p:nvCxnSpPr>
          <p:cNvPr id="92" name="Connecteur droit 91">
            <a:extLst>
              <a:ext uri="{FF2B5EF4-FFF2-40B4-BE49-F238E27FC236}">
                <a16:creationId xmlns:a16="http://schemas.microsoft.com/office/drawing/2014/main" id="{2B2A62CE-20F5-5642-8C50-7C03CA1D5CF8}"/>
              </a:ext>
            </a:extLst>
          </p:cNvPr>
          <p:cNvCxnSpPr/>
          <p:nvPr/>
        </p:nvCxnSpPr>
        <p:spPr>
          <a:xfrm>
            <a:off x="6664855" y="33017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eur droit 92">
            <a:extLst>
              <a:ext uri="{FF2B5EF4-FFF2-40B4-BE49-F238E27FC236}">
                <a16:creationId xmlns:a16="http://schemas.microsoft.com/office/drawing/2014/main" id="{E016F092-2E9F-A042-BCEA-F6EF67CA5B23}"/>
              </a:ext>
            </a:extLst>
          </p:cNvPr>
          <p:cNvCxnSpPr/>
          <p:nvPr/>
        </p:nvCxnSpPr>
        <p:spPr>
          <a:xfrm>
            <a:off x="6664855" y="373378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4" name="Tableau 154">
            <a:extLst>
              <a:ext uri="{FF2B5EF4-FFF2-40B4-BE49-F238E27FC236}">
                <a16:creationId xmlns:a16="http://schemas.microsoft.com/office/drawing/2014/main" id="{B1AF19C9-7C1C-5145-8050-2A8C1F0C52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6987874"/>
              </p:ext>
            </p:extLst>
          </p:nvPr>
        </p:nvGraphicFramePr>
        <p:xfrm>
          <a:off x="739678" y="4705373"/>
          <a:ext cx="8426644" cy="126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6412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975360">
                  <a:extLst>
                    <a:ext uri="{9D8B030D-6E8A-4147-A177-3AD203B41FA5}">
                      <a16:colId xmlns:a16="http://schemas.microsoft.com/office/drawing/2014/main" val="835005734"/>
                    </a:ext>
                  </a:extLst>
                </a:gridCol>
                <a:gridCol w="897172">
                  <a:extLst>
                    <a:ext uri="{9D8B030D-6E8A-4147-A177-3AD203B41FA5}">
                      <a16:colId xmlns:a16="http://schemas.microsoft.com/office/drawing/2014/main" val="2438221648"/>
                    </a:ext>
                  </a:extLst>
                </a:gridCol>
                <a:gridCol w="687788">
                  <a:extLst>
                    <a:ext uri="{9D8B030D-6E8A-4147-A177-3AD203B41FA5}">
                      <a16:colId xmlns:a16="http://schemas.microsoft.com/office/drawing/2014/main" val="4275197807"/>
                    </a:ext>
                  </a:extLst>
                </a:gridCol>
                <a:gridCol w="1159912">
                  <a:extLst>
                    <a:ext uri="{9D8B030D-6E8A-4147-A177-3AD203B41FA5}">
                      <a16:colId xmlns:a16="http://schemas.microsoft.com/office/drawing/2014/main" val="3380834670"/>
                    </a:ext>
                  </a:extLst>
                </a:gridCol>
              </a:tblGrid>
              <a:tr h="232249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VICTOIRES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DÉFAITES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JEUX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sp>
        <p:nvSpPr>
          <p:cNvPr id="101" name="Rectangle 100">
            <a:extLst>
              <a:ext uri="{FF2B5EF4-FFF2-40B4-BE49-F238E27FC236}">
                <a16:creationId xmlns:a16="http://schemas.microsoft.com/office/drawing/2014/main" id="{856DF613-D889-D745-AAF5-2D9DE1C611C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91B86B0A-F860-B444-9F06-A84595401109}"/>
              </a:ext>
            </a:extLst>
          </p:cNvPr>
          <p:cNvSpPr txBox="1"/>
          <p:nvPr/>
        </p:nvSpPr>
        <p:spPr>
          <a:xfrm>
            <a:off x="21060" y="38299"/>
            <a:ext cx="9863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POULE A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pPr algn="ctr"/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2ACB8B7D-BF08-5141-854D-15C94D591638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04" name="ZoneTexte 103">
            <a:extLst>
              <a:ext uri="{FF2B5EF4-FFF2-40B4-BE49-F238E27FC236}">
                <a16:creationId xmlns:a16="http://schemas.microsoft.com/office/drawing/2014/main" id="{5A4A646C-A965-274E-BECE-707FF1F51DC7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05" name="ZoneTexte 104">
            <a:extLst>
              <a:ext uri="{FF2B5EF4-FFF2-40B4-BE49-F238E27FC236}">
                <a16:creationId xmlns:a16="http://schemas.microsoft.com/office/drawing/2014/main" id="{13A16C87-D6D2-6C46-A745-38E4F2F3D37A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23182075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ounded Rectangle 2">
            <a:extLst>
              <a:ext uri="{FF2B5EF4-FFF2-40B4-BE49-F238E27FC236}">
                <a16:creationId xmlns:a16="http://schemas.microsoft.com/office/drawing/2014/main" id="{40DCC79F-C718-3045-B953-EF631919CC6F}"/>
              </a:ext>
            </a:extLst>
          </p:cNvPr>
          <p:cNvSpPr/>
          <p:nvPr/>
        </p:nvSpPr>
        <p:spPr>
          <a:xfrm>
            <a:off x="3565902" y="274115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6" name="Rounded Rectangle 2">
            <a:extLst>
              <a:ext uri="{FF2B5EF4-FFF2-40B4-BE49-F238E27FC236}">
                <a16:creationId xmlns:a16="http://schemas.microsoft.com/office/drawing/2014/main" id="{EE25AB87-A129-BB42-A831-B40EBC26ECE5}"/>
              </a:ext>
            </a:extLst>
          </p:cNvPr>
          <p:cNvSpPr/>
          <p:nvPr/>
        </p:nvSpPr>
        <p:spPr>
          <a:xfrm>
            <a:off x="617354" y="2728482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7" name="Rounded Rectangle 2">
            <a:extLst>
              <a:ext uri="{FF2B5EF4-FFF2-40B4-BE49-F238E27FC236}">
                <a16:creationId xmlns:a16="http://schemas.microsoft.com/office/drawing/2014/main" id="{780E29EE-20BD-E547-92E1-A356CEE1D2A0}"/>
              </a:ext>
            </a:extLst>
          </p:cNvPr>
          <p:cNvSpPr/>
          <p:nvPr/>
        </p:nvSpPr>
        <p:spPr>
          <a:xfrm>
            <a:off x="603077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8" name="Rounded Rectangle 2">
            <a:extLst>
              <a:ext uri="{FF2B5EF4-FFF2-40B4-BE49-F238E27FC236}">
                <a16:creationId xmlns:a16="http://schemas.microsoft.com/office/drawing/2014/main" id="{166BDE1C-8935-D146-AC5D-20DB8374E044}"/>
              </a:ext>
            </a:extLst>
          </p:cNvPr>
          <p:cNvSpPr/>
          <p:nvPr/>
        </p:nvSpPr>
        <p:spPr>
          <a:xfrm>
            <a:off x="3568809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Rounded Rectangle 2">
            <a:extLst>
              <a:ext uri="{FF2B5EF4-FFF2-40B4-BE49-F238E27FC236}">
                <a16:creationId xmlns:a16="http://schemas.microsoft.com/office/drawing/2014/main" id="{3D78BDFF-7166-6144-917C-F5D6697DAD53}"/>
              </a:ext>
            </a:extLst>
          </p:cNvPr>
          <p:cNvSpPr/>
          <p:nvPr/>
        </p:nvSpPr>
        <p:spPr>
          <a:xfrm>
            <a:off x="6527557" y="1191400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00" name="Rounded Rectangle 2">
            <a:extLst>
              <a:ext uri="{FF2B5EF4-FFF2-40B4-BE49-F238E27FC236}">
                <a16:creationId xmlns:a16="http://schemas.microsoft.com/office/drawing/2014/main" id="{CCFE559D-A7ED-5C4E-931A-36E9582F531F}"/>
              </a:ext>
            </a:extLst>
          </p:cNvPr>
          <p:cNvSpPr/>
          <p:nvPr/>
        </p:nvSpPr>
        <p:spPr>
          <a:xfrm>
            <a:off x="6524829" y="272877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370BB671-2507-784D-B767-1712C68C6094}"/>
              </a:ext>
            </a:extLst>
          </p:cNvPr>
          <p:cNvSpPr txBox="1"/>
          <p:nvPr/>
        </p:nvSpPr>
        <p:spPr>
          <a:xfrm>
            <a:off x="6533291" y="2741514"/>
            <a:ext cx="13598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{{PB_M6_CODE}}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6E0293E8-2BBF-2D4D-A8BC-9F49DD1204AB}"/>
              </a:ext>
            </a:extLst>
          </p:cNvPr>
          <p:cNvSpPr txBox="1"/>
          <p:nvPr/>
        </p:nvSpPr>
        <p:spPr>
          <a:xfrm>
            <a:off x="6533291" y="1204628"/>
            <a:ext cx="12974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{{PB_M5_CODE}}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83280CF4-5974-D446-A6A8-8EEBCF0F0D3D}"/>
              </a:ext>
            </a:extLst>
          </p:cNvPr>
          <p:cNvSpPr txBox="1"/>
          <p:nvPr/>
        </p:nvSpPr>
        <p:spPr>
          <a:xfrm>
            <a:off x="3575614" y="2757161"/>
            <a:ext cx="13058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{{PB_M4_CODE}}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ECC62A31-9B71-2D46-ADA0-88CEAC60E8C6}"/>
              </a:ext>
            </a:extLst>
          </p:cNvPr>
          <p:cNvSpPr txBox="1"/>
          <p:nvPr/>
        </p:nvSpPr>
        <p:spPr>
          <a:xfrm>
            <a:off x="625815" y="2744948"/>
            <a:ext cx="12893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{{PB_M2_CODE}}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2DB7A4FD-B99A-A943-82C4-DD1185026293}"/>
              </a:ext>
            </a:extLst>
          </p:cNvPr>
          <p:cNvSpPr txBox="1"/>
          <p:nvPr/>
        </p:nvSpPr>
        <p:spPr>
          <a:xfrm>
            <a:off x="3575614" y="1204628"/>
            <a:ext cx="13128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{{PB_M3_CODE}}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6C64A28-B62A-BB45-A3BB-3F6EF5FAB090}"/>
              </a:ext>
            </a:extLst>
          </p:cNvPr>
          <p:cNvSpPr txBox="1"/>
          <p:nvPr/>
        </p:nvSpPr>
        <p:spPr>
          <a:xfrm>
            <a:off x="613374" y="1204628"/>
            <a:ext cx="13017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{{PB_M1_CODE}}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AEE0EA8-A99F-5A41-A32F-1FE635256B61}"/>
              </a:ext>
            </a:extLst>
          </p:cNvPr>
          <p:cNvSpPr txBox="1"/>
          <p:nvPr/>
        </p:nvSpPr>
        <p:spPr>
          <a:xfrm>
            <a:off x="1996015" y="1204628"/>
            <a:ext cx="13800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{{PB_M1_HEURE}}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C1A95A25-554C-054B-A442-676879D47B03}"/>
              </a:ext>
            </a:extLst>
          </p:cNvPr>
          <p:cNvSpPr txBox="1"/>
          <p:nvPr/>
        </p:nvSpPr>
        <p:spPr>
          <a:xfrm>
            <a:off x="1996016" y="2744948"/>
            <a:ext cx="13924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{{PB_M2_HEURE}}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F23D1591-DE57-444A-8C91-C3304E50CC2B}"/>
              </a:ext>
            </a:extLst>
          </p:cNvPr>
          <p:cNvSpPr txBox="1"/>
          <p:nvPr/>
        </p:nvSpPr>
        <p:spPr>
          <a:xfrm>
            <a:off x="4950709" y="1204628"/>
            <a:ext cx="13875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{{PB_M3_HEURE}}</a:t>
            </a: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A92AE725-EEFE-5C42-928A-644050212EE4}"/>
              </a:ext>
            </a:extLst>
          </p:cNvPr>
          <p:cNvSpPr txBox="1"/>
          <p:nvPr/>
        </p:nvSpPr>
        <p:spPr>
          <a:xfrm>
            <a:off x="4950709" y="2757161"/>
            <a:ext cx="13875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39D77668-E9D9-984A-850F-CCAAA7828FD8}"/>
              </a:ext>
            </a:extLst>
          </p:cNvPr>
          <p:cNvSpPr txBox="1"/>
          <p:nvPr/>
        </p:nvSpPr>
        <p:spPr>
          <a:xfrm>
            <a:off x="7838635" y="1204628"/>
            <a:ext cx="14573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{{PB_M5_HEURE}}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1EEACAE2-A82C-EE4B-BAB2-D9081098DB83}"/>
              </a:ext>
            </a:extLst>
          </p:cNvPr>
          <p:cNvSpPr txBox="1"/>
          <p:nvPr/>
        </p:nvSpPr>
        <p:spPr>
          <a:xfrm>
            <a:off x="7838635" y="2741514"/>
            <a:ext cx="14573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{{PB_M6_HEURE}}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A653BCD9-F43C-6147-89B4-6748C84F21C8}"/>
              </a:ext>
            </a:extLst>
          </p:cNvPr>
          <p:cNvSpPr txBox="1"/>
          <p:nvPr/>
        </p:nvSpPr>
        <p:spPr>
          <a:xfrm>
            <a:off x="6520850" y="2741514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{{PB_M6_TERRAIN}}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69" name="ZoneTexte 68">
            <a:extLst>
              <a:ext uri="{FF2B5EF4-FFF2-40B4-BE49-F238E27FC236}">
                <a16:creationId xmlns:a16="http://schemas.microsoft.com/office/drawing/2014/main" id="{A1DF0712-15BB-C143-8B32-B814252D30D5}"/>
              </a:ext>
            </a:extLst>
          </p:cNvPr>
          <p:cNvSpPr txBox="1"/>
          <p:nvPr/>
        </p:nvSpPr>
        <p:spPr>
          <a:xfrm>
            <a:off x="6520850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{{PB_M5_TERRAIN}}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B8C0532A-7B80-3941-ABB8-B2C17DD01FF0}"/>
              </a:ext>
            </a:extLst>
          </p:cNvPr>
          <p:cNvSpPr txBox="1"/>
          <p:nvPr/>
        </p:nvSpPr>
        <p:spPr>
          <a:xfrm>
            <a:off x="3563174" y="2757161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{{PB_M4_TERRAIN}}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46758797-F6EA-CA45-931A-8230C7AFC9B4}"/>
              </a:ext>
            </a:extLst>
          </p:cNvPr>
          <p:cNvSpPr txBox="1"/>
          <p:nvPr/>
        </p:nvSpPr>
        <p:spPr>
          <a:xfrm>
            <a:off x="356317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{{PB_M3_TERRAIN}}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E1B42721-C923-2641-BA78-999929492964}"/>
              </a:ext>
            </a:extLst>
          </p:cNvPr>
          <p:cNvSpPr txBox="1"/>
          <p:nvPr/>
        </p:nvSpPr>
        <p:spPr>
          <a:xfrm>
            <a:off x="613375" y="274494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{{PB_M2_TERRAIN}}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8472328-417A-4747-B9A8-895E06F00EA2}"/>
              </a:ext>
            </a:extLst>
          </p:cNvPr>
          <p:cNvSpPr txBox="1"/>
          <p:nvPr/>
        </p:nvSpPr>
        <p:spPr>
          <a:xfrm>
            <a:off x="60093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{{PB_M1_TERRAIN}}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240B3778-AA08-0143-86D8-E42344DBC697}"/>
              </a:ext>
            </a:extLst>
          </p:cNvPr>
          <p:cNvSpPr txBox="1"/>
          <p:nvPr/>
        </p:nvSpPr>
        <p:spPr>
          <a:xfrm>
            <a:off x="175103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E2649F6E-3F53-7E40-BEE0-36099D7B4D34}"/>
              </a:ext>
            </a:extLst>
          </p:cNvPr>
          <p:cNvSpPr txBox="1"/>
          <p:nvPr/>
        </p:nvSpPr>
        <p:spPr>
          <a:xfrm>
            <a:off x="166636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676CB05C-7A3D-804E-881D-9CBF4B8D77E6}"/>
              </a:ext>
            </a:extLst>
          </p:cNvPr>
          <p:cNvGrpSpPr/>
          <p:nvPr/>
        </p:nvGrpSpPr>
        <p:grpSpPr>
          <a:xfrm>
            <a:off x="605498" y="1191269"/>
            <a:ext cx="2770524" cy="1354907"/>
            <a:chOff x="336470" y="583726"/>
            <a:chExt cx="2770524" cy="1354907"/>
          </a:xfrm>
        </p:grpSpPr>
        <p:sp>
          <p:nvSpPr>
            <p:cNvPr id="18" name="Rounded Rectangle 2">
              <a:extLst>
                <a:ext uri="{FF2B5EF4-FFF2-40B4-BE49-F238E27FC236}">
                  <a16:creationId xmlns:a16="http://schemas.microsoft.com/office/drawing/2014/main" id="{01AE91BE-F4CD-594F-B331-3E4FE50F5044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8BC618FF-B7F2-5144-99BC-D2973E79002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46EF965E-1BB2-7446-A7EE-B03CA8D97457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ZoneTexte 20">
            <a:extLst>
              <a:ext uri="{FF2B5EF4-FFF2-40B4-BE49-F238E27FC236}">
                <a16:creationId xmlns:a16="http://schemas.microsoft.com/office/drawing/2014/main" id="{1DB95A72-DC02-044B-85C8-C66CA8275358}"/>
              </a:ext>
            </a:extLst>
          </p:cNvPr>
          <p:cNvSpPr txBox="1"/>
          <p:nvPr/>
        </p:nvSpPr>
        <p:spPr>
          <a:xfrm>
            <a:off x="6300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{{POULE_B_1_EQ}}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9B0CAD5A-07BB-A04C-B314-90153D36FB20}"/>
              </a:ext>
            </a:extLst>
          </p:cNvPr>
          <p:cNvSpPr txBox="1"/>
          <p:nvPr/>
        </p:nvSpPr>
        <p:spPr>
          <a:xfrm>
            <a:off x="6300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{{POULE_B_4_EQ}}</a:t>
            </a:r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A06F6E98-54A4-9D4E-9AA2-093AE61E82F4}"/>
              </a:ext>
            </a:extLst>
          </p:cNvPr>
          <p:cNvCxnSpPr/>
          <p:nvPr/>
        </p:nvCxnSpPr>
        <p:spPr>
          <a:xfrm>
            <a:off x="74493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685D11C7-C6B8-CA4B-A459-8F29401CFA3D}"/>
              </a:ext>
            </a:extLst>
          </p:cNvPr>
          <p:cNvCxnSpPr/>
          <p:nvPr/>
        </p:nvCxnSpPr>
        <p:spPr>
          <a:xfrm>
            <a:off x="74493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ZoneTexte 27">
            <a:extLst>
              <a:ext uri="{FF2B5EF4-FFF2-40B4-BE49-F238E27FC236}">
                <a16:creationId xmlns:a16="http://schemas.microsoft.com/office/drawing/2014/main" id="{5036ECC0-8BD8-E647-B5F4-DE9EADE38113}"/>
              </a:ext>
            </a:extLst>
          </p:cNvPr>
          <p:cNvSpPr txBox="1"/>
          <p:nvPr/>
        </p:nvSpPr>
        <p:spPr>
          <a:xfrm>
            <a:off x="1763475" y="329734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036CC0FC-48F2-B343-83FE-3A28B8F19DA1}"/>
              </a:ext>
            </a:extLst>
          </p:cNvPr>
          <p:cNvSpPr txBox="1"/>
          <p:nvPr/>
        </p:nvSpPr>
        <p:spPr>
          <a:xfrm>
            <a:off x="1678810" y="382426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49B7AEE6-D13D-524A-97C4-2B75203C0A8B}"/>
              </a:ext>
            </a:extLst>
          </p:cNvPr>
          <p:cNvGrpSpPr/>
          <p:nvPr/>
        </p:nvGrpSpPr>
        <p:grpSpPr>
          <a:xfrm>
            <a:off x="617939" y="2731589"/>
            <a:ext cx="2770524" cy="1354907"/>
            <a:chOff x="336470" y="583726"/>
            <a:chExt cx="2770524" cy="1354907"/>
          </a:xfrm>
        </p:grpSpPr>
        <p:sp>
          <p:nvSpPr>
            <p:cNvPr id="31" name="Rounded Rectangle 2">
              <a:extLst>
                <a:ext uri="{FF2B5EF4-FFF2-40B4-BE49-F238E27FC236}">
                  <a16:creationId xmlns:a16="http://schemas.microsoft.com/office/drawing/2014/main" id="{ADB4CAB7-53F0-7C46-8AFC-BBEF27D6F337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2" name="Connecteur droit 31">
              <a:extLst>
                <a:ext uri="{FF2B5EF4-FFF2-40B4-BE49-F238E27FC236}">
                  <a16:creationId xmlns:a16="http://schemas.microsoft.com/office/drawing/2014/main" id="{95F3EACB-2A36-CE4A-9B1F-955DDD0135FA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F76C9B3D-1B20-DD40-AA24-FB4BB0B096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ZoneTexte 34">
            <a:extLst>
              <a:ext uri="{FF2B5EF4-FFF2-40B4-BE49-F238E27FC236}">
                <a16:creationId xmlns:a16="http://schemas.microsoft.com/office/drawing/2014/main" id="{434308F8-3BB8-784A-B752-ECB58DE610AF}"/>
              </a:ext>
            </a:extLst>
          </p:cNvPr>
          <p:cNvSpPr txBox="1"/>
          <p:nvPr/>
        </p:nvSpPr>
        <p:spPr>
          <a:xfrm>
            <a:off x="630000" y="308339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{{POULE_B_2_EQ}}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539B44F5-83CF-D045-B098-AF9D7011C071}"/>
              </a:ext>
            </a:extLst>
          </p:cNvPr>
          <p:cNvSpPr txBox="1"/>
          <p:nvPr/>
        </p:nvSpPr>
        <p:spPr>
          <a:xfrm>
            <a:off x="630000" y="350702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{{POULE_B_3_EQ}}</a:t>
            </a:r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32BD1AD3-7511-1F46-8762-4E55AFFF5BDD}"/>
              </a:ext>
            </a:extLst>
          </p:cNvPr>
          <p:cNvCxnSpPr/>
          <p:nvPr/>
        </p:nvCxnSpPr>
        <p:spPr>
          <a:xfrm>
            <a:off x="757380" y="330519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15A70E6C-79D7-4A4A-9E93-EE80BB7631C2}"/>
              </a:ext>
            </a:extLst>
          </p:cNvPr>
          <p:cNvCxnSpPr/>
          <p:nvPr/>
        </p:nvCxnSpPr>
        <p:spPr>
          <a:xfrm>
            <a:off x="757380" y="373721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842481BB-54A9-834D-A3E8-CD3F0EAC666B}"/>
              </a:ext>
            </a:extLst>
          </p:cNvPr>
          <p:cNvSpPr txBox="1"/>
          <p:nvPr/>
        </p:nvSpPr>
        <p:spPr>
          <a:xfrm>
            <a:off x="471327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61715A87-D0FF-A240-BBDD-6E129D399904}"/>
              </a:ext>
            </a:extLst>
          </p:cNvPr>
          <p:cNvSpPr txBox="1"/>
          <p:nvPr/>
        </p:nvSpPr>
        <p:spPr>
          <a:xfrm>
            <a:off x="462860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62E7E9B0-A8A3-C844-9D03-0AE47F0C0FBE}"/>
              </a:ext>
            </a:extLst>
          </p:cNvPr>
          <p:cNvGrpSpPr/>
          <p:nvPr/>
        </p:nvGrpSpPr>
        <p:grpSpPr>
          <a:xfrm>
            <a:off x="3567738" y="1191269"/>
            <a:ext cx="2770524" cy="1354907"/>
            <a:chOff x="336470" y="583726"/>
            <a:chExt cx="2770524" cy="1354907"/>
          </a:xfrm>
        </p:grpSpPr>
        <p:sp>
          <p:nvSpPr>
            <p:cNvPr id="48" name="Rounded Rectangle 2">
              <a:extLst>
                <a:ext uri="{FF2B5EF4-FFF2-40B4-BE49-F238E27FC236}">
                  <a16:creationId xmlns:a16="http://schemas.microsoft.com/office/drawing/2014/main" id="{6722E2F9-EF49-F347-A376-04B18C8C6E4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49" name="Connecteur droit 48">
              <a:extLst>
                <a:ext uri="{FF2B5EF4-FFF2-40B4-BE49-F238E27FC236}">
                  <a16:creationId xmlns:a16="http://schemas.microsoft.com/office/drawing/2014/main" id="{B5E97FF9-48F2-1342-8E38-220903BA572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eur droit 49">
              <a:extLst>
                <a:ext uri="{FF2B5EF4-FFF2-40B4-BE49-F238E27FC236}">
                  <a16:creationId xmlns:a16="http://schemas.microsoft.com/office/drawing/2014/main" id="{46B6F24B-37E6-2A4F-BF1C-226DCB4472B4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D7D8F991-85F3-4C4D-9F42-B723CE66801F}"/>
              </a:ext>
            </a:extLst>
          </p:cNvPr>
          <p:cNvSpPr txBox="1"/>
          <p:nvPr/>
        </p:nvSpPr>
        <p:spPr>
          <a:xfrm>
            <a:off x="35892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{{POULE_B_1_EQ}}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E6390EA2-E809-B04F-9E44-B1B1DE9302A4}"/>
              </a:ext>
            </a:extLst>
          </p:cNvPr>
          <p:cNvSpPr txBox="1"/>
          <p:nvPr/>
        </p:nvSpPr>
        <p:spPr>
          <a:xfrm>
            <a:off x="35892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{{POULE_B_3_EQ}}</a:t>
            </a:r>
          </a:p>
        </p:txBody>
      </p: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006359E6-51C8-DB4C-AEA8-FF115C08C703}"/>
              </a:ext>
            </a:extLst>
          </p:cNvPr>
          <p:cNvCxnSpPr/>
          <p:nvPr/>
        </p:nvCxnSpPr>
        <p:spPr>
          <a:xfrm>
            <a:off x="370717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53">
            <a:extLst>
              <a:ext uri="{FF2B5EF4-FFF2-40B4-BE49-F238E27FC236}">
                <a16:creationId xmlns:a16="http://schemas.microsoft.com/office/drawing/2014/main" id="{914BA920-9CFD-A74F-AFA7-F8E68D769BE2}"/>
              </a:ext>
            </a:extLst>
          </p:cNvPr>
          <p:cNvCxnSpPr/>
          <p:nvPr/>
        </p:nvCxnSpPr>
        <p:spPr>
          <a:xfrm>
            <a:off x="370717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2EF17EAD-D7EE-8648-BD5A-459941F359C3}"/>
              </a:ext>
            </a:extLst>
          </p:cNvPr>
          <p:cNvSpPr txBox="1"/>
          <p:nvPr/>
        </p:nvSpPr>
        <p:spPr>
          <a:xfrm>
            <a:off x="4713274" y="330955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0E8AD211-DDDA-7241-986E-E184A9A6D4BD}"/>
              </a:ext>
            </a:extLst>
          </p:cNvPr>
          <p:cNvSpPr txBox="1"/>
          <p:nvPr/>
        </p:nvSpPr>
        <p:spPr>
          <a:xfrm>
            <a:off x="4628609" y="383647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24F1D3D7-813F-9945-8F78-346CB4A1133E}"/>
              </a:ext>
            </a:extLst>
          </p:cNvPr>
          <p:cNvGrpSpPr/>
          <p:nvPr/>
        </p:nvGrpSpPr>
        <p:grpSpPr>
          <a:xfrm>
            <a:off x="3567738" y="2743802"/>
            <a:ext cx="2770524" cy="1354907"/>
            <a:chOff x="336470" y="583726"/>
            <a:chExt cx="2770524" cy="1354907"/>
          </a:xfrm>
        </p:grpSpPr>
        <p:sp>
          <p:nvSpPr>
            <p:cNvPr id="61" name="Rounded Rectangle 2">
              <a:extLst>
                <a:ext uri="{FF2B5EF4-FFF2-40B4-BE49-F238E27FC236}">
                  <a16:creationId xmlns:a16="http://schemas.microsoft.com/office/drawing/2014/main" id="{6664D816-EBFD-D247-9A6C-58B9F3ECAE8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62" name="Connecteur droit 61">
              <a:extLst>
                <a:ext uri="{FF2B5EF4-FFF2-40B4-BE49-F238E27FC236}">
                  <a16:creationId xmlns:a16="http://schemas.microsoft.com/office/drawing/2014/main" id="{5298B7E7-1567-B848-85FA-D5F3A99E993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eur droit 62">
              <a:extLst>
                <a:ext uri="{FF2B5EF4-FFF2-40B4-BE49-F238E27FC236}">
                  <a16:creationId xmlns:a16="http://schemas.microsoft.com/office/drawing/2014/main" id="{563009BB-303E-6F43-8D36-7F07C19A459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4" name="ZoneTexte 63">
            <a:extLst>
              <a:ext uri="{FF2B5EF4-FFF2-40B4-BE49-F238E27FC236}">
                <a16:creationId xmlns:a16="http://schemas.microsoft.com/office/drawing/2014/main" id="{1938415F-9D42-5D42-AEE8-449687EBDE47}"/>
              </a:ext>
            </a:extLst>
          </p:cNvPr>
          <p:cNvSpPr txBox="1"/>
          <p:nvPr/>
        </p:nvSpPr>
        <p:spPr>
          <a:xfrm>
            <a:off x="3589200" y="3095608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{{POULE_B_4_EQ}}</a:t>
            </a:r>
          </a:p>
        </p:txBody>
      </p:sp>
      <p:sp>
        <p:nvSpPr>
          <p:cNvPr id="65" name="ZoneTexte 64">
            <a:extLst>
              <a:ext uri="{FF2B5EF4-FFF2-40B4-BE49-F238E27FC236}">
                <a16:creationId xmlns:a16="http://schemas.microsoft.com/office/drawing/2014/main" id="{86CA141B-4D44-D647-8CBA-65AE60268F7C}"/>
              </a:ext>
            </a:extLst>
          </p:cNvPr>
          <p:cNvSpPr txBox="1"/>
          <p:nvPr/>
        </p:nvSpPr>
        <p:spPr>
          <a:xfrm>
            <a:off x="3589200" y="351923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{{POULE_B_2_EQ}}</a:t>
            </a:r>
          </a:p>
        </p:txBody>
      </p: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1A7FCAE0-22B6-7A4E-AFA7-AA87E23FADD1}"/>
              </a:ext>
            </a:extLst>
          </p:cNvPr>
          <p:cNvCxnSpPr/>
          <p:nvPr/>
        </p:nvCxnSpPr>
        <p:spPr>
          <a:xfrm>
            <a:off x="3707179" y="331740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612A255A-EC44-894C-88A6-B10A676F5A0B}"/>
              </a:ext>
            </a:extLst>
          </p:cNvPr>
          <p:cNvCxnSpPr/>
          <p:nvPr/>
        </p:nvCxnSpPr>
        <p:spPr>
          <a:xfrm>
            <a:off x="3707179" y="374943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ZoneTexte 70">
            <a:extLst>
              <a:ext uri="{FF2B5EF4-FFF2-40B4-BE49-F238E27FC236}">
                <a16:creationId xmlns:a16="http://schemas.microsoft.com/office/drawing/2014/main" id="{2378CCB7-062C-3A42-82E2-F8C401E159BA}"/>
              </a:ext>
            </a:extLst>
          </p:cNvPr>
          <p:cNvSpPr txBox="1"/>
          <p:nvPr/>
        </p:nvSpPr>
        <p:spPr>
          <a:xfrm>
            <a:off x="7670950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9D6149A3-6EB8-AF44-92E2-618C7339DA52}"/>
              </a:ext>
            </a:extLst>
          </p:cNvPr>
          <p:cNvSpPr txBox="1"/>
          <p:nvPr/>
        </p:nvSpPr>
        <p:spPr>
          <a:xfrm>
            <a:off x="7586285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9987D3B0-549C-6E40-A6CF-5F6E6C4CE40A}"/>
              </a:ext>
            </a:extLst>
          </p:cNvPr>
          <p:cNvGrpSpPr/>
          <p:nvPr/>
        </p:nvGrpSpPr>
        <p:grpSpPr>
          <a:xfrm>
            <a:off x="6525414" y="1191269"/>
            <a:ext cx="2770524" cy="1354907"/>
            <a:chOff x="336470" y="583726"/>
            <a:chExt cx="2770524" cy="1354907"/>
          </a:xfrm>
        </p:grpSpPr>
        <p:sp>
          <p:nvSpPr>
            <p:cNvPr id="74" name="Rounded Rectangle 2">
              <a:extLst>
                <a:ext uri="{FF2B5EF4-FFF2-40B4-BE49-F238E27FC236}">
                  <a16:creationId xmlns:a16="http://schemas.microsoft.com/office/drawing/2014/main" id="{E6D3EE2E-8D43-F64F-A499-ABD12CC4081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5" name="Connecteur droit 74">
              <a:extLst>
                <a:ext uri="{FF2B5EF4-FFF2-40B4-BE49-F238E27FC236}">
                  <a16:creationId xmlns:a16="http://schemas.microsoft.com/office/drawing/2014/main" id="{9CA2511E-1CC0-224A-85BC-A3E6CB0DCFE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7A23B077-D268-7F45-9F81-7FC3BE6FD37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7" name="ZoneTexte 76">
            <a:extLst>
              <a:ext uri="{FF2B5EF4-FFF2-40B4-BE49-F238E27FC236}">
                <a16:creationId xmlns:a16="http://schemas.microsoft.com/office/drawing/2014/main" id="{F76319DA-3A13-9149-AF23-B8CA3B551472}"/>
              </a:ext>
            </a:extLst>
          </p:cNvPr>
          <p:cNvSpPr txBox="1"/>
          <p:nvPr/>
        </p:nvSpPr>
        <p:spPr>
          <a:xfrm>
            <a:off x="65448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{{POULE_B_1_EQ}}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95F3F264-008E-7F4D-AF6F-D44F047A9BFB}"/>
              </a:ext>
            </a:extLst>
          </p:cNvPr>
          <p:cNvSpPr txBox="1"/>
          <p:nvPr/>
        </p:nvSpPr>
        <p:spPr>
          <a:xfrm>
            <a:off x="65448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{{POULE_B_2_EQ}}</a:t>
            </a:r>
          </a:p>
        </p:txBody>
      </p:sp>
      <p:cxnSp>
        <p:nvCxnSpPr>
          <p:cNvPr id="79" name="Connecteur droit 78">
            <a:extLst>
              <a:ext uri="{FF2B5EF4-FFF2-40B4-BE49-F238E27FC236}">
                <a16:creationId xmlns:a16="http://schemas.microsoft.com/office/drawing/2014/main" id="{29B005C4-8AF8-1541-92C4-268530461982}"/>
              </a:ext>
            </a:extLst>
          </p:cNvPr>
          <p:cNvCxnSpPr/>
          <p:nvPr/>
        </p:nvCxnSpPr>
        <p:spPr>
          <a:xfrm>
            <a:off x="6664855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21925513-DBD5-2D48-999B-4066C42C6F6B}"/>
              </a:ext>
            </a:extLst>
          </p:cNvPr>
          <p:cNvCxnSpPr/>
          <p:nvPr/>
        </p:nvCxnSpPr>
        <p:spPr>
          <a:xfrm>
            <a:off x="6664855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ZoneTexte 83">
            <a:extLst>
              <a:ext uri="{FF2B5EF4-FFF2-40B4-BE49-F238E27FC236}">
                <a16:creationId xmlns:a16="http://schemas.microsoft.com/office/drawing/2014/main" id="{2D7F23C6-D6BD-9B47-9A3C-C2AA0394C7B2}"/>
              </a:ext>
            </a:extLst>
          </p:cNvPr>
          <p:cNvSpPr txBox="1"/>
          <p:nvPr/>
        </p:nvSpPr>
        <p:spPr>
          <a:xfrm>
            <a:off x="7670950" y="3293907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E887466C-206C-D64B-953E-821BDA01EE7C}"/>
              </a:ext>
            </a:extLst>
          </p:cNvPr>
          <p:cNvSpPr txBox="1"/>
          <p:nvPr/>
        </p:nvSpPr>
        <p:spPr>
          <a:xfrm>
            <a:off x="7586285" y="3820828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C2BD2A20-AA3B-2C43-B38D-F350C4EAADD8}"/>
              </a:ext>
            </a:extLst>
          </p:cNvPr>
          <p:cNvGrpSpPr/>
          <p:nvPr/>
        </p:nvGrpSpPr>
        <p:grpSpPr>
          <a:xfrm>
            <a:off x="6525414" y="2728155"/>
            <a:ext cx="2770524" cy="1354907"/>
            <a:chOff x="336470" y="583726"/>
            <a:chExt cx="2770524" cy="1354907"/>
          </a:xfrm>
        </p:grpSpPr>
        <p:sp>
          <p:nvSpPr>
            <p:cNvPr id="87" name="Rounded Rectangle 2">
              <a:extLst>
                <a:ext uri="{FF2B5EF4-FFF2-40B4-BE49-F238E27FC236}">
                  <a16:creationId xmlns:a16="http://schemas.microsoft.com/office/drawing/2014/main" id="{90DE40EC-DE50-8248-901B-B045B5D7CC7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88" name="Connecteur droit 87">
              <a:extLst>
                <a:ext uri="{FF2B5EF4-FFF2-40B4-BE49-F238E27FC236}">
                  <a16:creationId xmlns:a16="http://schemas.microsoft.com/office/drawing/2014/main" id="{B59905EC-A12E-7046-9E3B-0DDB41492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eur droit 88">
              <a:extLst>
                <a:ext uri="{FF2B5EF4-FFF2-40B4-BE49-F238E27FC236}">
                  <a16:creationId xmlns:a16="http://schemas.microsoft.com/office/drawing/2014/main" id="{4A9912D7-4756-414F-A0B1-CD0EF0947EDB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" name="ZoneTexte 89">
            <a:extLst>
              <a:ext uri="{FF2B5EF4-FFF2-40B4-BE49-F238E27FC236}">
                <a16:creationId xmlns:a16="http://schemas.microsoft.com/office/drawing/2014/main" id="{B638B146-29B3-EF4F-A6C0-93D4ACB0EA96}"/>
              </a:ext>
            </a:extLst>
          </p:cNvPr>
          <p:cNvSpPr txBox="1"/>
          <p:nvPr/>
        </p:nvSpPr>
        <p:spPr>
          <a:xfrm>
            <a:off x="6544800" y="307996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{{POULE_B_3_EQ}}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356B77AD-F697-844C-A47C-C175ACAC7F50}"/>
              </a:ext>
            </a:extLst>
          </p:cNvPr>
          <p:cNvSpPr txBox="1"/>
          <p:nvPr/>
        </p:nvSpPr>
        <p:spPr>
          <a:xfrm>
            <a:off x="6544800" y="350359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{{POULE_B_4_EQ}}</a:t>
            </a:r>
          </a:p>
        </p:txBody>
      </p:sp>
      <p:cxnSp>
        <p:nvCxnSpPr>
          <p:cNvPr id="92" name="Connecteur droit 91">
            <a:extLst>
              <a:ext uri="{FF2B5EF4-FFF2-40B4-BE49-F238E27FC236}">
                <a16:creationId xmlns:a16="http://schemas.microsoft.com/office/drawing/2014/main" id="{2B2A62CE-20F5-5642-8C50-7C03CA1D5CF8}"/>
              </a:ext>
            </a:extLst>
          </p:cNvPr>
          <p:cNvCxnSpPr/>
          <p:nvPr/>
        </p:nvCxnSpPr>
        <p:spPr>
          <a:xfrm>
            <a:off x="6664855" y="33017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eur droit 92">
            <a:extLst>
              <a:ext uri="{FF2B5EF4-FFF2-40B4-BE49-F238E27FC236}">
                <a16:creationId xmlns:a16="http://schemas.microsoft.com/office/drawing/2014/main" id="{E016F092-2E9F-A042-BCEA-F6EF67CA5B23}"/>
              </a:ext>
            </a:extLst>
          </p:cNvPr>
          <p:cNvCxnSpPr/>
          <p:nvPr/>
        </p:nvCxnSpPr>
        <p:spPr>
          <a:xfrm>
            <a:off x="6664855" y="373378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4" name="Tableau 154">
            <a:extLst>
              <a:ext uri="{FF2B5EF4-FFF2-40B4-BE49-F238E27FC236}">
                <a16:creationId xmlns:a16="http://schemas.microsoft.com/office/drawing/2014/main" id="{B1AF19C9-7C1C-5145-8050-2A8C1F0C52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4400313"/>
              </p:ext>
            </p:extLst>
          </p:nvPr>
        </p:nvGraphicFramePr>
        <p:xfrm>
          <a:off x="739678" y="4705373"/>
          <a:ext cx="8426644" cy="126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6412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975360">
                  <a:extLst>
                    <a:ext uri="{9D8B030D-6E8A-4147-A177-3AD203B41FA5}">
                      <a16:colId xmlns:a16="http://schemas.microsoft.com/office/drawing/2014/main" val="835005734"/>
                    </a:ext>
                  </a:extLst>
                </a:gridCol>
                <a:gridCol w="897172">
                  <a:extLst>
                    <a:ext uri="{9D8B030D-6E8A-4147-A177-3AD203B41FA5}">
                      <a16:colId xmlns:a16="http://schemas.microsoft.com/office/drawing/2014/main" val="2438221648"/>
                    </a:ext>
                  </a:extLst>
                </a:gridCol>
                <a:gridCol w="687788">
                  <a:extLst>
                    <a:ext uri="{9D8B030D-6E8A-4147-A177-3AD203B41FA5}">
                      <a16:colId xmlns:a16="http://schemas.microsoft.com/office/drawing/2014/main" val="4275197807"/>
                    </a:ext>
                  </a:extLst>
                </a:gridCol>
                <a:gridCol w="1159912">
                  <a:extLst>
                    <a:ext uri="{9D8B030D-6E8A-4147-A177-3AD203B41FA5}">
                      <a16:colId xmlns:a16="http://schemas.microsoft.com/office/drawing/2014/main" val="3380834670"/>
                    </a:ext>
                  </a:extLst>
                </a:gridCol>
              </a:tblGrid>
              <a:tr h="232249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VICTOIRES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DÉFAITES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JEUX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{{POULE_B_1_EQ}}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{{POULE_B_2_EQ}}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{{POULE_B_3_EQ}}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{{POULE_B_4_EQ}}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sp>
        <p:nvSpPr>
          <p:cNvPr id="101" name="Rectangle 100">
            <a:extLst>
              <a:ext uri="{FF2B5EF4-FFF2-40B4-BE49-F238E27FC236}">
                <a16:creationId xmlns:a16="http://schemas.microsoft.com/office/drawing/2014/main" id="{CD08BCAD-450E-9742-93C3-1A2B685B3E51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01C27448-1B7A-E845-9EA6-8FDA238C3DB2}"/>
              </a:ext>
            </a:extLst>
          </p:cNvPr>
          <p:cNvSpPr txBox="1"/>
          <p:nvPr/>
        </p:nvSpPr>
        <p:spPr>
          <a:xfrm>
            <a:off x="21060" y="38299"/>
            <a:ext cx="9863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POULE B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pPr algn="ctr"/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C4F7DAD7-DD8F-9346-8888-4AA1049AE60A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04" name="ZoneTexte 103">
            <a:extLst>
              <a:ext uri="{FF2B5EF4-FFF2-40B4-BE49-F238E27FC236}">
                <a16:creationId xmlns:a16="http://schemas.microsoft.com/office/drawing/2014/main" id="{740FEED5-F67D-E545-AD6F-9590ACAC37C9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05" name="ZoneTexte 104">
            <a:extLst>
              <a:ext uri="{FF2B5EF4-FFF2-40B4-BE49-F238E27FC236}">
                <a16:creationId xmlns:a16="http://schemas.microsoft.com/office/drawing/2014/main" id="{CEDB5CE9-6FC8-3341-8094-AC86CDCD9D35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3316170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ounded Rectangle 2">
            <a:extLst>
              <a:ext uri="{FF2B5EF4-FFF2-40B4-BE49-F238E27FC236}">
                <a16:creationId xmlns:a16="http://schemas.microsoft.com/office/drawing/2014/main" id="{AD142AC9-AC68-8A46-863E-F7EC8F0EE5BB}"/>
              </a:ext>
            </a:extLst>
          </p:cNvPr>
          <p:cNvSpPr/>
          <p:nvPr/>
        </p:nvSpPr>
        <p:spPr>
          <a:xfrm>
            <a:off x="3565902" y="274115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6" name="Rounded Rectangle 2">
            <a:extLst>
              <a:ext uri="{FF2B5EF4-FFF2-40B4-BE49-F238E27FC236}">
                <a16:creationId xmlns:a16="http://schemas.microsoft.com/office/drawing/2014/main" id="{A91694B3-184F-EA4B-801A-0E80EDB08D1B}"/>
              </a:ext>
            </a:extLst>
          </p:cNvPr>
          <p:cNvSpPr/>
          <p:nvPr/>
        </p:nvSpPr>
        <p:spPr>
          <a:xfrm>
            <a:off x="617354" y="2728482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7" name="Rounded Rectangle 2">
            <a:extLst>
              <a:ext uri="{FF2B5EF4-FFF2-40B4-BE49-F238E27FC236}">
                <a16:creationId xmlns:a16="http://schemas.microsoft.com/office/drawing/2014/main" id="{5A3B776A-31FF-B946-9FD4-BF6E48C9FA5D}"/>
              </a:ext>
            </a:extLst>
          </p:cNvPr>
          <p:cNvSpPr/>
          <p:nvPr/>
        </p:nvSpPr>
        <p:spPr>
          <a:xfrm>
            <a:off x="603077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8" name="Rounded Rectangle 2">
            <a:extLst>
              <a:ext uri="{FF2B5EF4-FFF2-40B4-BE49-F238E27FC236}">
                <a16:creationId xmlns:a16="http://schemas.microsoft.com/office/drawing/2014/main" id="{CF2CCE46-4EC8-0D4E-9185-573F3D4A93EE}"/>
              </a:ext>
            </a:extLst>
          </p:cNvPr>
          <p:cNvSpPr/>
          <p:nvPr/>
        </p:nvSpPr>
        <p:spPr>
          <a:xfrm>
            <a:off x="3568809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Rounded Rectangle 2">
            <a:extLst>
              <a:ext uri="{FF2B5EF4-FFF2-40B4-BE49-F238E27FC236}">
                <a16:creationId xmlns:a16="http://schemas.microsoft.com/office/drawing/2014/main" id="{27BB03F2-5922-2047-BEEF-F6C8CD14EA4E}"/>
              </a:ext>
            </a:extLst>
          </p:cNvPr>
          <p:cNvSpPr/>
          <p:nvPr/>
        </p:nvSpPr>
        <p:spPr>
          <a:xfrm>
            <a:off x="6527557" y="1191400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00" name="Rounded Rectangle 2">
            <a:extLst>
              <a:ext uri="{FF2B5EF4-FFF2-40B4-BE49-F238E27FC236}">
                <a16:creationId xmlns:a16="http://schemas.microsoft.com/office/drawing/2014/main" id="{E1334237-4609-1541-A297-FAFC010E16B9}"/>
              </a:ext>
            </a:extLst>
          </p:cNvPr>
          <p:cNvSpPr/>
          <p:nvPr/>
        </p:nvSpPr>
        <p:spPr>
          <a:xfrm>
            <a:off x="6524829" y="272877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370BB671-2507-784D-B767-1712C68C6094}"/>
              </a:ext>
            </a:extLst>
          </p:cNvPr>
          <p:cNvSpPr txBox="1"/>
          <p:nvPr/>
        </p:nvSpPr>
        <p:spPr>
          <a:xfrm>
            <a:off x="6533291" y="2741514"/>
            <a:ext cx="13598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{{PC_M6_CODE}}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6E0293E8-2BBF-2D4D-A8BC-9F49DD1204AB}"/>
              </a:ext>
            </a:extLst>
          </p:cNvPr>
          <p:cNvSpPr txBox="1"/>
          <p:nvPr/>
        </p:nvSpPr>
        <p:spPr>
          <a:xfrm>
            <a:off x="6533291" y="1204628"/>
            <a:ext cx="12974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{{PC_M5_CODE}}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83280CF4-5974-D446-A6A8-8EEBCF0F0D3D}"/>
              </a:ext>
            </a:extLst>
          </p:cNvPr>
          <p:cNvSpPr txBox="1"/>
          <p:nvPr/>
        </p:nvSpPr>
        <p:spPr>
          <a:xfrm>
            <a:off x="3575614" y="2757161"/>
            <a:ext cx="13058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{{PC_M4_CODE}}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2DB7A4FD-B99A-A943-82C4-DD1185026293}"/>
              </a:ext>
            </a:extLst>
          </p:cNvPr>
          <p:cNvSpPr txBox="1"/>
          <p:nvPr/>
        </p:nvSpPr>
        <p:spPr>
          <a:xfrm>
            <a:off x="3575614" y="1204628"/>
            <a:ext cx="13128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{{PC_M3_CODE}}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ECC62A31-9B71-2D46-ADA0-88CEAC60E8C6}"/>
              </a:ext>
            </a:extLst>
          </p:cNvPr>
          <p:cNvSpPr txBox="1"/>
          <p:nvPr/>
        </p:nvSpPr>
        <p:spPr>
          <a:xfrm>
            <a:off x="625815" y="2744948"/>
            <a:ext cx="12893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{{PC_M2_CODE}}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6C64A28-B62A-BB45-A3BB-3F6EF5FAB090}"/>
              </a:ext>
            </a:extLst>
          </p:cNvPr>
          <p:cNvSpPr txBox="1"/>
          <p:nvPr/>
        </p:nvSpPr>
        <p:spPr>
          <a:xfrm>
            <a:off x="613374" y="1204628"/>
            <a:ext cx="13017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{{PC_M1_CODE}}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AEE0EA8-A99F-5A41-A32F-1FE635256B61}"/>
              </a:ext>
            </a:extLst>
          </p:cNvPr>
          <p:cNvSpPr txBox="1"/>
          <p:nvPr/>
        </p:nvSpPr>
        <p:spPr>
          <a:xfrm>
            <a:off x="1996015" y="1204628"/>
            <a:ext cx="13800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{{PC_M1_HEURE}}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C1A95A25-554C-054B-A442-676879D47B03}"/>
              </a:ext>
            </a:extLst>
          </p:cNvPr>
          <p:cNvSpPr txBox="1"/>
          <p:nvPr/>
        </p:nvSpPr>
        <p:spPr>
          <a:xfrm>
            <a:off x="1996016" y="2744948"/>
            <a:ext cx="13924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{{PC_M2_HEURE}}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F23D1591-DE57-444A-8C91-C3304E50CC2B}"/>
              </a:ext>
            </a:extLst>
          </p:cNvPr>
          <p:cNvSpPr txBox="1"/>
          <p:nvPr/>
        </p:nvSpPr>
        <p:spPr>
          <a:xfrm>
            <a:off x="4950709" y="1204628"/>
            <a:ext cx="13875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{{PC_M3_HEURE}}</a:t>
            </a: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A92AE725-EEFE-5C42-928A-644050212EE4}"/>
              </a:ext>
            </a:extLst>
          </p:cNvPr>
          <p:cNvSpPr txBox="1"/>
          <p:nvPr/>
        </p:nvSpPr>
        <p:spPr>
          <a:xfrm>
            <a:off x="4950709" y="2757161"/>
            <a:ext cx="13875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39D77668-E9D9-984A-850F-CCAAA7828FD8}"/>
              </a:ext>
            </a:extLst>
          </p:cNvPr>
          <p:cNvSpPr txBox="1"/>
          <p:nvPr/>
        </p:nvSpPr>
        <p:spPr>
          <a:xfrm>
            <a:off x="7838635" y="1204628"/>
            <a:ext cx="14573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{{PC_M5_HEURE}}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1EEACAE2-A82C-EE4B-BAB2-D9081098DB83}"/>
              </a:ext>
            </a:extLst>
          </p:cNvPr>
          <p:cNvSpPr txBox="1"/>
          <p:nvPr/>
        </p:nvSpPr>
        <p:spPr>
          <a:xfrm>
            <a:off x="7838635" y="2741514"/>
            <a:ext cx="14573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{{PC_M6_HEURE}}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A653BCD9-F43C-6147-89B4-6748C84F21C8}"/>
              </a:ext>
            </a:extLst>
          </p:cNvPr>
          <p:cNvSpPr txBox="1"/>
          <p:nvPr/>
        </p:nvSpPr>
        <p:spPr>
          <a:xfrm>
            <a:off x="6520850" y="2741514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{{PC_M6_TERRAIN}}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69" name="ZoneTexte 68">
            <a:extLst>
              <a:ext uri="{FF2B5EF4-FFF2-40B4-BE49-F238E27FC236}">
                <a16:creationId xmlns:a16="http://schemas.microsoft.com/office/drawing/2014/main" id="{A1DF0712-15BB-C143-8B32-B814252D30D5}"/>
              </a:ext>
            </a:extLst>
          </p:cNvPr>
          <p:cNvSpPr txBox="1"/>
          <p:nvPr/>
        </p:nvSpPr>
        <p:spPr>
          <a:xfrm>
            <a:off x="6520850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{{PC_M5_TERRAIN}}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B8C0532A-7B80-3941-ABB8-B2C17DD01FF0}"/>
              </a:ext>
            </a:extLst>
          </p:cNvPr>
          <p:cNvSpPr txBox="1"/>
          <p:nvPr/>
        </p:nvSpPr>
        <p:spPr>
          <a:xfrm>
            <a:off x="3563174" y="2757161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{{PC_M4_TERRAIN}}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46758797-F6EA-CA45-931A-8230C7AFC9B4}"/>
              </a:ext>
            </a:extLst>
          </p:cNvPr>
          <p:cNvSpPr txBox="1"/>
          <p:nvPr/>
        </p:nvSpPr>
        <p:spPr>
          <a:xfrm>
            <a:off x="356317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{{PC_M3_TERRAIN}}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E1B42721-C923-2641-BA78-999929492964}"/>
              </a:ext>
            </a:extLst>
          </p:cNvPr>
          <p:cNvSpPr txBox="1"/>
          <p:nvPr/>
        </p:nvSpPr>
        <p:spPr>
          <a:xfrm>
            <a:off x="613375" y="274494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{{PC_M2_TERRAIN}}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8472328-417A-4747-B9A8-895E06F00EA2}"/>
              </a:ext>
            </a:extLst>
          </p:cNvPr>
          <p:cNvSpPr txBox="1"/>
          <p:nvPr/>
        </p:nvSpPr>
        <p:spPr>
          <a:xfrm>
            <a:off x="60093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{{PC_M1_TERRAIN}}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240B3778-AA08-0143-86D8-E42344DBC697}"/>
              </a:ext>
            </a:extLst>
          </p:cNvPr>
          <p:cNvSpPr txBox="1"/>
          <p:nvPr/>
        </p:nvSpPr>
        <p:spPr>
          <a:xfrm>
            <a:off x="175103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E2649F6E-3F53-7E40-BEE0-36099D7B4D34}"/>
              </a:ext>
            </a:extLst>
          </p:cNvPr>
          <p:cNvSpPr txBox="1"/>
          <p:nvPr/>
        </p:nvSpPr>
        <p:spPr>
          <a:xfrm>
            <a:off x="166636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676CB05C-7A3D-804E-881D-9CBF4B8D77E6}"/>
              </a:ext>
            </a:extLst>
          </p:cNvPr>
          <p:cNvGrpSpPr/>
          <p:nvPr/>
        </p:nvGrpSpPr>
        <p:grpSpPr>
          <a:xfrm>
            <a:off x="605498" y="1191269"/>
            <a:ext cx="2770524" cy="1354907"/>
            <a:chOff x="336470" y="583726"/>
            <a:chExt cx="2770524" cy="1354907"/>
          </a:xfrm>
        </p:grpSpPr>
        <p:sp>
          <p:nvSpPr>
            <p:cNvPr id="18" name="Rounded Rectangle 2">
              <a:extLst>
                <a:ext uri="{FF2B5EF4-FFF2-40B4-BE49-F238E27FC236}">
                  <a16:creationId xmlns:a16="http://schemas.microsoft.com/office/drawing/2014/main" id="{01AE91BE-F4CD-594F-B331-3E4FE50F5044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8BC618FF-B7F2-5144-99BC-D2973E79002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46EF965E-1BB2-7446-A7EE-B03CA8D97457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ZoneTexte 20">
            <a:extLst>
              <a:ext uri="{FF2B5EF4-FFF2-40B4-BE49-F238E27FC236}">
                <a16:creationId xmlns:a16="http://schemas.microsoft.com/office/drawing/2014/main" id="{1DB95A72-DC02-044B-85C8-C66CA8275358}"/>
              </a:ext>
            </a:extLst>
          </p:cNvPr>
          <p:cNvSpPr txBox="1"/>
          <p:nvPr/>
        </p:nvSpPr>
        <p:spPr>
          <a:xfrm>
            <a:off x="6300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{{POULE_C_1_EQ}}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9B0CAD5A-07BB-A04C-B314-90153D36FB20}"/>
              </a:ext>
            </a:extLst>
          </p:cNvPr>
          <p:cNvSpPr txBox="1"/>
          <p:nvPr/>
        </p:nvSpPr>
        <p:spPr>
          <a:xfrm>
            <a:off x="6300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{{POULE_C_4_EQ}}</a:t>
            </a:r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A06F6E98-54A4-9D4E-9AA2-093AE61E82F4}"/>
              </a:ext>
            </a:extLst>
          </p:cNvPr>
          <p:cNvCxnSpPr/>
          <p:nvPr/>
        </p:nvCxnSpPr>
        <p:spPr>
          <a:xfrm>
            <a:off x="74493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685D11C7-C6B8-CA4B-A459-8F29401CFA3D}"/>
              </a:ext>
            </a:extLst>
          </p:cNvPr>
          <p:cNvCxnSpPr/>
          <p:nvPr/>
        </p:nvCxnSpPr>
        <p:spPr>
          <a:xfrm>
            <a:off x="74493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ZoneTexte 27">
            <a:extLst>
              <a:ext uri="{FF2B5EF4-FFF2-40B4-BE49-F238E27FC236}">
                <a16:creationId xmlns:a16="http://schemas.microsoft.com/office/drawing/2014/main" id="{5036ECC0-8BD8-E647-B5F4-DE9EADE38113}"/>
              </a:ext>
            </a:extLst>
          </p:cNvPr>
          <p:cNvSpPr txBox="1"/>
          <p:nvPr/>
        </p:nvSpPr>
        <p:spPr>
          <a:xfrm>
            <a:off x="1763475" y="329734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036CC0FC-48F2-B343-83FE-3A28B8F19DA1}"/>
              </a:ext>
            </a:extLst>
          </p:cNvPr>
          <p:cNvSpPr txBox="1"/>
          <p:nvPr/>
        </p:nvSpPr>
        <p:spPr>
          <a:xfrm>
            <a:off x="1678810" y="382426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49B7AEE6-D13D-524A-97C4-2B75203C0A8B}"/>
              </a:ext>
            </a:extLst>
          </p:cNvPr>
          <p:cNvGrpSpPr/>
          <p:nvPr/>
        </p:nvGrpSpPr>
        <p:grpSpPr>
          <a:xfrm>
            <a:off x="617939" y="2731589"/>
            <a:ext cx="2770524" cy="1354907"/>
            <a:chOff x="336470" y="583726"/>
            <a:chExt cx="2770524" cy="1354907"/>
          </a:xfrm>
        </p:grpSpPr>
        <p:sp>
          <p:nvSpPr>
            <p:cNvPr id="31" name="Rounded Rectangle 2">
              <a:extLst>
                <a:ext uri="{FF2B5EF4-FFF2-40B4-BE49-F238E27FC236}">
                  <a16:creationId xmlns:a16="http://schemas.microsoft.com/office/drawing/2014/main" id="{ADB4CAB7-53F0-7C46-8AFC-BBEF27D6F337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2" name="Connecteur droit 31">
              <a:extLst>
                <a:ext uri="{FF2B5EF4-FFF2-40B4-BE49-F238E27FC236}">
                  <a16:creationId xmlns:a16="http://schemas.microsoft.com/office/drawing/2014/main" id="{95F3EACB-2A36-CE4A-9B1F-955DDD0135FA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F76C9B3D-1B20-DD40-AA24-FB4BB0B096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ZoneTexte 34">
            <a:extLst>
              <a:ext uri="{FF2B5EF4-FFF2-40B4-BE49-F238E27FC236}">
                <a16:creationId xmlns:a16="http://schemas.microsoft.com/office/drawing/2014/main" id="{434308F8-3BB8-784A-B752-ECB58DE610AF}"/>
              </a:ext>
            </a:extLst>
          </p:cNvPr>
          <p:cNvSpPr txBox="1"/>
          <p:nvPr/>
        </p:nvSpPr>
        <p:spPr>
          <a:xfrm>
            <a:off x="630000" y="308339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{{POULE_C_2_EQ}}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539B44F5-83CF-D045-B098-AF9D7011C071}"/>
              </a:ext>
            </a:extLst>
          </p:cNvPr>
          <p:cNvSpPr txBox="1"/>
          <p:nvPr/>
        </p:nvSpPr>
        <p:spPr>
          <a:xfrm>
            <a:off x="630000" y="350702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{{POULE_C_3_EQ}}</a:t>
            </a:r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32BD1AD3-7511-1F46-8762-4E55AFFF5BDD}"/>
              </a:ext>
            </a:extLst>
          </p:cNvPr>
          <p:cNvCxnSpPr/>
          <p:nvPr/>
        </p:nvCxnSpPr>
        <p:spPr>
          <a:xfrm>
            <a:off x="757380" y="330519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15A70E6C-79D7-4A4A-9E93-EE80BB7631C2}"/>
              </a:ext>
            </a:extLst>
          </p:cNvPr>
          <p:cNvCxnSpPr/>
          <p:nvPr/>
        </p:nvCxnSpPr>
        <p:spPr>
          <a:xfrm>
            <a:off x="757380" y="373721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842481BB-54A9-834D-A3E8-CD3F0EAC666B}"/>
              </a:ext>
            </a:extLst>
          </p:cNvPr>
          <p:cNvSpPr txBox="1"/>
          <p:nvPr/>
        </p:nvSpPr>
        <p:spPr>
          <a:xfrm>
            <a:off x="471327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61715A87-D0FF-A240-BBDD-6E129D399904}"/>
              </a:ext>
            </a:extLst>
          </p:cNvPr>
          <p:cNvSpPr txBox="1"/>
          <p:nvPr/>
        </p:nvSpPr>
        <p:spPr>
          <a:xfrm>
            <a:off x="462860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62E7E9B0-A8A3-C844-9D03-0AE47F0C0FBE}"/>
              </a:ext>
            </a:extLst>
          </p:cNvPr>
          <p:cNvGrpSpPr/>
          <p:nvPr/>
        </p:nvGrpSpPr>
        <p:grpSpPr>
          <a:xfrm>
            <a:off x="3567738" y="1191269"/>
            <a:ext cx="2770524" cy="1354907"/>
            <a:chOff x="336470" y="583726"/>
            <a:chExt cx="2770524" cy="1354907"/>
          </a:xfrm>
        </p:grpSpPr>
        <p:sp>
          <p:nvSpPr>
            <p:cNvPr id="48" name="Rounded Rectangle 2">
              <a:extLst>
                <a:ext uri="{FF2B5EF4-FFF2-40B4-BE49-F238E27FC236}">
                  <a16:creationId xmlns:a16="http://schemas.microsoft.com/office/drawing/2014/main" id="{6722E2F9-EF49-F347-A376-04B18C8C6E4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49" name="Connecteur droit 48">
              <a:extLst>
                <a:ext uri="{FF2B5EF4-FFF2-40B4-BE49-F238E27FC236}">
                  <a16:creationId xmlns:a16="http://schemas.microsoft.com/office/drawing/2014/main" id="{B5E97FF9-48F2-1342-8E38-220903BA572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eur droit 49">
              <a:extLst>
                <a:ext uri="{FF2B5EF4-FFF2-40B4-BE49-F238E27FC236}">
                  <a16:creationId xmlns:a16="http://schemas.microsoft.com/office/drawing/2014/main" id="{46B6F24B-37E6-2A4F-BF1C-226DCB4472B4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D7D8F991-85F3-4C4D-9F42-B723CE66801F}"/>
              </a:ext>
            </a:extLst>
          </p:cNvPr>
          <p:cNvSpPr txBox="1"/>
          <p:nvPr/>
        </p:nvSpPr>
        <p:spPr>
          <a:xfrm>
            <a:off x="35892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{{POULE_C_1_EQ}}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E6390EA2-E809-B04F-9E44-B1B1DE9302A4}"/>
              </a:ext>
            </a:extLst>
          </p:cNvPr>
          <p:cNvSpPr txBox="1"/>
          <p:nvPr/>
        </p:nvSpPr>
        <p:spPr>
          <a:xfrm>
            <a:off x="35892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{{POULE_C_3_EQ}}</a:t>
            </a:r>
          </a:p>
        </p:txBody>
      </p: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006359E6-51C8-DB4C-AEA8-FF115C08C703}"/>
              </a:ext>
            </a:extLst>
          </p:cNvPr>
          <p:cNvCxnSpPr/>
          <p:nvPr/>
        </p:nvCxnSpPr>
        <p:spPr>
          <a:xfrm>
            <a:off x="370717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53">
            <a:extLst>
              <a:ext uri="{FF2B5EF4-FFF2-40B4-BE49-F238E27FC236}">
                <a16:creationId xmlns:a16="http://schemas.microsoft.com/office/drawing/2014/main" id="{914BA920-9CFD-A74F-AFA7-F8E68D769BE2}"/>
              </a:ext>
            </a:extLst>
          </p:cNvPr>
          <p:cNvCxnSpPr/>
          <p:nvPr/>
        </p:nvCxnSpPr>
        <p:spPr>
          <a:xfrm>
            <a:off x="370717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2EF17EAD-D7EE-8648-BD5A-459941F359C3}"/>
              </a:ext>
            </a:extLst>
          </p:cNvPr>
          <p:cNvSpPr txBox="1"/>
          <p:nvPr/>
        </p:nvSpPr>
        <p:spPr>
          <a:xfrm>
            <a:off x="4713274" y="330955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0E8AD211-DDDA-7241-986E-E184A9A6D4BD}"/>
              </a:ext>
            </a:extLst>
          </p:cNvPr>
          <p:cNvSpPr txBox="1"/>
          <p:nvPr/>
        </p:nvSpPr>
        <p:spPr>
          <a:xfrm>
            <a:off x="4628609" y="383647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24F1D3D7-813F-9945-8F78-346CB4A1133E}"/>
              </a:ext>
            </a:extLst>
          </p:cNvPr>
          <p:cNvGrpSpPr/>
          <p:nvPr/>
        </p:nvGrpSpPr>
        <p:grpSpPr>
          <a:xfrm>
            <a:off x="3567738" y="2743802"/>
            <a:ext cx="2770524" cy="1354907"/>
            <a:chOff x="336470" y="583726"/>
            <a:chExt cx="2770524" cy="1354907"/>
          </a:xfrm>
        </p:grpSpPr>
        <p:sp>
          <p:nvSpPr>
            <p:cNvPr id="61" name="Rounded Rectangle 2">
              <a:extLst>
                <a:ext uri="{FF2B5EF4-FFF2-40B4-BE49-F238E27FC236}">
                  <a16:creationId xmlns:a16="http://schemas.microsoft.com/office/drawing/2014/main" id="{6664D816-EBFD-D247-9A6C-58B9F3ECAE8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62" name="Connecteur droit 61">
              <a:extLst>
                <a:ext uri="{FF2B5EF4-FFF2-40B4-BE49-F238E27FC236}">
                  <a16:creationId xmlns:a16="http://schemas.microsoft.com/office/drawing/2014/main" id="{5298B7E7-1567-B848-85FA-D5F3A99E993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eur droit 62">
              <a:extLst>
                <a:ext uri="{FF2B5EF4-FFF2-40B4-BE49-F238E27FC236}">
                  <a16:creationId xmlns:a16="http://schemas.microsoft.com/office/drawing/2014/main" id="{563009BB-303E-6F43-8D36-7F07C19A459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4" name="ZoneTexte 63">
            <a:extLst>
              <a:ext uri="{FF2B5EF4-FFF2-40B4-BE49-F238E27FC236}">
                <a16:creationId xmlns:a16="http://schemas.microsoft.com/office/drawing/2014/main" id="{1938415F-9D42-5D42-AEE8-449687EBDE47}"/>
              </a:ext>
            </a:extLst>
          </p:cNvPr>
          <p:cNvSpPr txBox="1"/>
          <p:nvPr/>
        </p:nvSpPr>
        <p:spPr>
          <a:xfrm>
            <a:off x="3589200" y="3095608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{{POULE_C_4_EQ}}</a:t>
            </a:r>
          </a:p>
        </p:txBody>
      </p:sp>
      <p:sp>
        <p:nvSpPr>
          <p:cNvPr id="65" name="ZoneTexte 64">
            <a:extLst>
              <a:ext uri="{FF2B5EF4-FFF2-40B4-BE49-F238E27FC236}">
                <a16:creationId xmlns:a16="http://schemas.microsoft.com/office/drawing/2014/main" id="{86CA141B-4D44-D647-8CBA-65AE60268F7C}"/>
              </a:ext>
            </a:extLst>
          </p:cNvPr>
          <p:cNvSpPr txBox="1"/>
          <p:nvPr/>
        </p:nvSpPr>
        <p:spPr>
          <a:xfrm>
            <a:off x="3589200" y="351923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{{POULE_C_2_EQ}}</a:t>
            </a:r>
          </a:p>
        </p:txBody>
      </p: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1A7FCAE0-22B6-7A4E-AFA7-AA87E23FADD1}"/>
              </a:ext>
            </a:extLst>
          </p:cNvPr>
          <p:cNvCxnSpPr/>
          <p:nvPr/>
        </p:nvCxnSpPr>
        <p:spPr>
          <a:xfrm>
            <a:off x="3707179" y="331740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612A255A-EC44-894C-88A6-B10A676F5A0B}"/>
              </a:ext>
            </a:extLst>
          </p:cNvPr>
          <p:cNvCxnSpPr/>
          <p:nvPr/>
        </p:nvCxnSpPr>
        <p:spPr>
          <a:xfrm>
            <a:off x="3707179" y="374943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ZoneTexte 70">
            <a:extLst>
              <a:ext uri="{FF2B5EF4-FFF2-40B4-BE49-F238E27FC236}">
                <a16:creationId xmlns:a16="http://schemas.microsoft.com/office/drawing/2014/main" id="{2378CCB7-062C-3A42-82E2-F8C401E159BA}"/>
              </a:ext>
            </a:extLst>
          </p:cNvPr>
          <p:cNvSpPr txBox="1"/>
          <p:nvPr/>
        </p:nvSpPr>
        <p:spPr>
          <a:xfrm>
            <a:off x="7670950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9D6149A3-6EB8-AF44-92E2-618C7339DA52}"/>
              </a:ext>
            </a:extLst>
          </p:cNvPr>
          <p:cNvSpPr txBox="1"/>
          <p:nvPr/>
        </p:nvSpPr>
        <p:spPr>
          <a:xfrm>
            <a:off x="7586285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9987D3B0-549C-6E40-A6CF-5F6E6C4CE40A}"/>
              </a:ext>
            </a:extLst>
          </p:cNvPr>
          <p:cNvGrpSpPr/>
          <p:nvPr/>
        </p:nvGrpSpPr>
        <p:grpSpPr>
          <a:xfrm>
            <a:off x="6525414" y="1191269"/>
            <a:ext cx="2770524" cy="1354907"/>
            <a:chOff x="336470" y="583726"/>
            <a:chExt cx="2770524" cy="1354907"/>
          </a:xfrm>
        </p:grpSpPr>
        <p:sp>
          <p:nvSpPr>
            <p:cNvPr id="74" name="Rounded Rectangle 2">
              <a:extLst>
                <a:ext uri="{FF2B5EF4-FFF2-40B4-BE49-F238E27FC236}">
                  <a16:creationId xmlns:a16="http://schemas.microsoft.com/office/drawing/2014/main" id="{E6D3EE2E-8D43-F64F-A499-ABD12CC4081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5" name="Connecteur droit 74">
              <a:extLst>
                <a:ext uri="{FF2B5EF4-FFF2-40B4-BE49-F238E27FC236}">
                  <a16:creationId xmlns:a16="http://schemas.microsoft.com/office/drawing/2014/main" id="{9CA2511E-1CC0-224A-85BC-A3E6CB0DCFE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7A23B077-D268-7F45-9F81-7FC3BE6FD37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7" name="ZoneTexte 76">
            <a:extLst>
              <a:ext uri="{FF2B5EF4-FFF2-40B4-BE49-F238E27FC236}">
                <a16:creationId xmlns:a16="http://schemas.microsoft.com/office/drawing/2014/main" id="{F76319DA-3A13-9149-AF23-B8CA3B551472}"/>
              </a:ext>
            </a:extLst>
          </p:cNvPr>
          <p:cNvSpPr txBox="1"/>
          <p:nvPr/>
        </p:nvSpPr>
        <p:spPr>
          <a:xfrm>
            <a:off x="65448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{{POULE_C_1_EQ}}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95F3F264-008E-7F4D-AF6F-D44F047A9BFB}"/>
              </a:ext>
            </a:extLst>
          </p:cNvPr>
          <p:cNvSpPr txBox="1"/>
          <p:nvPr/>
        </p:nvSpPr>
        <p:spPr>
          <a:xfrm>
            <a:off x="65448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{{POULE_C_2_EQ}}</a:t>
            </a:r>
          </a:p>
        </p:txBody>
      </p:sp>
      <p:cxnSp>
        <p:nvCxnSpPr>
          <p:cNvPr id="79" name="Connecteur droit 78">
            <a:extLst>
              <a:ext uri="{FF2B5EF4-FFF2-40B4-BE49-F238E27FC236}">
                <a16:creationId xmlns:a16="http://schemas.microsoft.com/office/drawing/2014/main" id="{29B005C4-8AF8-1541-92C4-268530461982}"/>
              </a:ext>
            </a:extLst>
          </p:cNvPr>
          <p:cNvCxnSpPr/>
          <p:nvPr/>
        </p:nvCxnSpPr>
        <p:spPr>
          <a:xfrm>
            <a:off x="6664855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21925513-DBD5-2D48-999B-4066C42C6F6B}"/>
              </a:ext>
            </a:extLst>
          </p:cNvPr>
          <p:cNvCxnSpPr/>
          <p:nvPr/>
        </p:nvCxnSpPr>
        <p:spPr>
          <a:xfrm>
            <a:off x="6664855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ZoneTexte 83">
            <a:extLst>
              <a:ext uri="{FF2B5EF4-FFF2-40B4-BE49-F238E27FC236}">
                <a16:creationId xmlns:a16="http://schemas.microsoft.com/office/drawing/2014/main" id="{2D7F23C6-D6BD-9B47-9A3C-C2AA0394C7B2}"/>
              </a:ext>
            </a:extLst>
          </p:cNvPr>
          <p:cNvSpPr txBox="1"/>
          <p:nvPr/>
        </p:nvSpPr>
        <p:spPr>
          <a:xfrm>
            <a:off x="7670950" y="3293907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E887466C-206C-D64B-953E-821BDA01EE7C}"/>
              </a:ext>
            </a:extLst>
          </p:cNvPr>
          <p:cNvSpPr txBox="1"/>
          <p:nvPr/>
        </p:nvSpPr>
        <p:spPr>
          <a:xfrm>
            <a:off x="7586285" y="3820828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C2BD2A20-AA3B-2C43-B38D-F350C4EAADD8}"/>
              </a:ext>
            </a:extLst>
          </p:cNvPr>
          <p:cNvGrpSpPr/>
          <p:nvPr/>
        </p:nvGrpSpPr>
        <p:grpSpPr>
          <a:xfrm>
            <a:off x="6525414" y="2728155"/>
            <a:ext cx="2770524" cy="1354907"/>
            <a:chOff x="336470" y="583726"/>
            <a:chExt cx="2770524" cy="1354907"/>
          </a:xfrm>
        </p:grpSpPr>
        <p:sp>
          <p:nvSpPr>
            <p:cNvPr id="87" name="Rounded Rectangle 2">
              <a:extLst>
                <a:ext uri="{FF2B5EF4-FFF2-40B4-BE49-F238E27FC236}">
                  <a16:creationId xmlns:a16="http://schemas.microsoft.com/office/drawing/2014/main" id="{90DE40EC-DE50-8248-901B-B045B5D7CC7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88" name="Connecteur droit 87">
              <a:extLst>
                <a:ext uri="{FF2B5EF4-FFF2-40B4-BE49-F238E27FC236}">
                  <a16:creationId xmlns:a16="http://schemas.microsoft.com/office/drawing/2014/main" id="{B59905EC-A12E-7046-9E3B-0DDB41492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eur droit 88">
              <a:extLst>
                <a:ext uri="{FF2B5EF4-FFF2-40B4-BE49-F238E27FC236}">
                  <a16:creationId xmlns:a16="http://schemas.microsoft.com/office/drawing/2014/main" id="{4A9912D7-4756-414F-A0B1-CD0EF0947EDB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" name="ZoneTexte 89">
            <a:extLst>
              <a:ext uri="{FF2B5EF4-FFF2-40B4-BE49-F238E27FC236}">
                <a16:creationId xmlns:a16="http://schemas.microsoft.com/office/drawing/2014/main" id="{B638B146-29B3-EF4F-A6C0-93D4ACB0EA96}"/>
              </a:ext>
            </a:extLst>
          </p:cNvPr>
          <p:cNvSpPr txBox="1"/>
          <p:nvPr/>
        </p:nvSpPr>
        <p:spPr>
          <a:xfrm>
            <a:off x="6544800" y="307996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{{POULE_C_3_EQ}}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356B77AD-F697-844C-A47C-C175ACAC7F50}"/>
              </a:ext>
            </a:extLst>
          </p:cNvPr>
          <p:cNvSpPr txBox="1"/>
          <p:nvPr/>
        </p:nvSpPr>
        <p:spPr>
          <a:xfrm>
            <a:off x="6544800" y="350359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{{POULE_C_4_EQ}}</a:t>
            </a:r>
          </a:p>
        </p:txBody>
      </p:sp>
      <p:cxnSp>
        <p:nvCxnSpPr>
          <p:cNvPr id="92" name="Connecteur droit 91">
            <a:extLst>
              <a:ext uri="{FF2B5EF4-FFF2-40B4-BE49-F238E27FC236}">
                <a16:creationId xmlns:a16="http://schemas.microsoft.com/office/drawing/2014/main" id="{2B2A62CE-20F5-5642-8C50-7C03CA1D5CF8}"/>
              </a:ext>
            </a:extLst>
          </p:cNvPr>
          <p:cNvCxnSpPr/>
          <p:nvPr/>
        </p:nvCxnSpPr>
        <p:spPr>
          <a:xfrm>
            <a:off x="6664855" y="33017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eur droit 92">
            <a:extLst>
              <a:ext uri="{FF2B5EF4-FFF2-40B4-BE49-F238E27FC236}">
                <a16:creationId xmlns:a16="http://schemas.microsoft.com/office/drawing/2014/main" id="{E016F092-2E9F-A042-BCEA-F6EF67CA5B23}"/>
              </a:ext>
            </a:extLst>
          </p:cNvPr>
          <p:cNvCxnSpPr/>
          <p:nvPr/>
        </p:nvCxnSpPr>
        <p:spPr>
          <a:xfrm>
            <a:off x="6664855" y="373378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4" name="Tableau 154">
            <a:extLst>
              <a:ext uri="{FF2B5EF4-FFF2-40B4-BE49-F238E27FC236}">
                <a16:creationId xmlns:a16="http://schemas.microsoft.com/office/drawing/2014/main" id="{B1AF19C9-7C1C-5145-8050-2A8C1F0C52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4879498"/>
              </p:ext>
            </p:extLst>
          </p:nvPr>
        </p:nvGraphicFramePr>
        <p:xfrm>
          <a:off x="739678" y="4705373"/>
          <a:ext cx="8426644" cy="126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6412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975360">
                  <a:extLst>
                    <a:ext uri="{9D8B030D-6E8A-4147-A177-3AD203B41FA5}">
                      <a16:colId xmlns:a16="http://schemas.microsoft.com/office/drawing/2014/main" val="835005734"/>
                    </a:ext>
                  </a:extLst>
                </a:gridCol>
                <a:gridCol w="897172">
                  <a:extLst>
                    <a:ext uri="{9D8B030D-6E8A-4147-A177-3AD203B41FA5}">
                      <a16:colId xmlns:a16="http://schemas.microsoft.com/office/drawing/2014/main" val="2438221648"/>
                    </a:ext>
                  </a:extLst>
                </a:gridCol>
                <a:gridCol w="687788">
                  <a:extLst>
                    <a:ext uri="{9D8B030D-6E8A-4147-A177-3AD203B41FA5}">
                      <a16:colId xmlns:a16="http://schemas.microsoft.com/office/drawing/2014/main" val="4275197807"/>
                    </a:ext>
                  </a:extLst>
                </a:gridCol>
                <a:gridCol w="1159912">
                  <a:extLst>
                    <a:ext uri="{9D8B030D-6E8A-4147-A177-3AD203B41FA5}">
                      <a16:colId xmlns:a16="http://schemas.microsoft.com/office/drawing/2014/main" val="3380834670"/>
                    </a:ext>
                  </a:extLst>
                </a:gridCol>
              </a:tblGrid>
              <a:tr h="232249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VICTOIRES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DÉFAITES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JEUX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sp>
        <p:nvSpPr>
          <p:cNvPr id="101" name="Rectangle 100">
            <a:extLst>
              <a:ext uri="{FF2B5EF4-FFF2-40B4-BE49-F238E27FC236}">
                <a16:creationId xmlns:a16="http://schemas.microsoft.com/office/drawing/2014/main" id="{B88BA659-7F9D-C049-90D7-0F0A866BE0B6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A0E81C57-4D5F-FF48-8896-226FDCEA3230}"/>
              </a:ext>
            </a:extLst>
          </p:cNvPr>
          <p:cNvSpPr txBox="1"/>
          <p:nvPr/>
        </p:nvSpPr>
        <p:spPr>
          <a:xfrm>
            <a:off x="21060" y="38299"/>
            <a:ext cx="9863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POULE C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pPr algn="ctr"/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10E6A30D-005D-3A46-AFDC-C557BD1C56D3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04" name="ZoneTexte 103">
            <a:extLst>
              <a:ext uri="{FF2B5EF4-FFF2-40B4-BE49-F238E27FC236}">
                <a16:creationId xmlns:a16="http://schemas.microsoft.com/office/drawing/2014/main" id="{59E695E9-396A-3649-8D8F-77FC3002E2A4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05" name="ZoneTexte 104">
            <a:extLst>
              <a:ext uri="{FF2B5EF4-FFF2-40B4-BE49-F238E27FC236}">
                <a16:creationId xmlns:a16="http://schemas.microsoft.com/office/drawing/2014/main" id="{34832D52-B2D4-AA41-BA8A-6CF434C6822B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4126455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ounded Rectangle 2">
            <a:extLst>
              <a:ext uri="{FF2B5EF4-FFF2-40B4-BE49-F238E27FC236}">
                <a16:creationId xmlns:a16="http://schemas.microsoft.com/office/drawing/2014/main" id="{002AA61B-FD29-B442-A2C2-C5D4E7F63E17}"/>
              </a:ext>
            </a:extLst>
          </p:cNvPr>
          <p:cNvSpPr/>
          <p:nvPr/>
        </p:nvSpPr>
        <p:spPr>
          <a:xfrm>
            <a:off x="3565902" y="274115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6" name="Rounded Rectangle 2">
            <a:extLst>
              <a:ext uri="{FF2B5EF4-FFF2-40B4-BE49-F238E27FC236}">
                <a16:creationId xmlns:a16="http://schemas.microsoft.com/office/drawing/2014/main" id="{77792EE0-47B5-5843-91B0-8431EEBCF199}"/>
              </a:ext>
            </a:extLst>
          </p:cNvPr>
          <p:cNvSpPr/>
          <p:nvPr/>
        </p:nvSpPr>
        <p:spPr>
          <a:xfrm>
            <a:off x="617354" y="2728482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7" name="Rounded Rectangle 2">
            <a:extLst>
              <a:ext uri="{FF2B5EF4-FFF2-40B4-BE49-F238E27FC236}">
                <a16:creationId xmlns:a16="http://schemas.microsoft.com/office/drawing/2014/main" id="{F22F789A-66FE-F04F-9376-F2E6E8CD0463}"/>
              </a:ext>
            </a:extLst>
          </p:cNvPr>
          <p:cNvSpPr/>
          <p:nvPr/>
        </p:nvSpPr>
        <p:spPr>
          <a:xfrm>
            <a:off x="603077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8" name="Rounded Rectangle 2">
            <a:extLst>
              <a:ext uri="{FF2B5EF4-FFF2-40B4-BE49-F238E27FC236}">
                <a16:creationId xmlns:a16="http://schemas.microsoft.com/office/drawing/2014/main" id="{AFDB4ACD-C780-7D47-A2FC-6AE80D6F7E94}"/>
              </a:ext>
            </a:extLst>
          </p:cNvPr>
          <p:cNvSpPr/>
          <p:nvPr/>
        </p:nvSpPr>
        <p:spPr>
          <a:xfrm>
            <a:off x="3568809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Rounded Rectangle 2">
            <a:extLst>
              <a:ext uri="{FF2B5EF4-FFF2-40B4-BE49-F238E27FC236}">
                <a16:creationId xmlns:a16="http://schemas.microsoft.com/office/drawing/2014/main" id="{5396C838-B032-6C4F-AA58-746608C7DDA2}"/>
              </a:ext>
            </a:extLst>
          </p:cNvPr>
          <p:cNvSpPr/>
          <p:nvPr/>
        </p:nvSpPr>
        <p:spPr>
          <a:xfrm>
            <a:off x="6527557" y="1191400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00" name="Rounded Rectangle 2">
            <a:extLst>
              <a:ext uri="{FF2B5EF4-FFF2-40B4-BE49-F238E27FC236}">
                <a16:creationId xmlns:a16="http://schemas.microsoft.com/office/drawing/2014/main" id="{CD9FE340-429F-7E44-A3B1-BE4FA5C14302}"/>
              </a:ext>
            </a:extLst>
          </p:cNvPr>
          <p:cNvSpPr/>
          <p:nvPr/>
        </p:nvSpPr>
        <p:spPr>
          <a:xfrm>
            <a:off x="6524829" y="272877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370BB671-2507-784D-B767-1712C68C6094}"/>
              </a:ext>
            </a:extLst>
          </p:cNvPr>
          <p:cNvSpPr txBox="1"/>
          <p:nvPr/>
        </p:nvSpPr>
        <p:spPr>
          <a:xfrm>
            <a:off x="6533291" y="2741514"/>
            <a:ext cx="13598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{{PD_M6_CODE}}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6E0293E8-2BBF-2D4D-A8BC-9F49DD1204AB}"/>
              </a:ext>
            </a:extLst>
          </p:cNvPr>
          <p:cNvSpPr txBox="1"/>
          <p:nvPr/>
        </p:nvSpPr>
        <p:spPr>
          <a:xfrm>
            <a:off x="6533291" y="1204628"/>
            <a:ext cx="12974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{{PD_M5_CODE}}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83280CF4-5974-D446-A6A8-8EEBCF0F0D3D}"/>
              </a:ext>
            </a:extLst>
          </p:cNvPr>
          <p:cNvSpPr txBox="1"/>
          <p:nvPr/>
        </p:nvSpPr>
        <p:spPr>
          <a:xfrm>
            <a:off x="3575614" y="2757161"/>
            <a:ext cx="13058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{{PD_M4_CODE}}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2DB7A4FD-B99A-A943-82C4-DD1185026293}"/>
              </a:ext>
            </a:extLst>
          </p:cNvPr>
          <p:cNvSpPr txBox="1"/>
          <p:nvPr/>
        </p:nvSpPr>
        <p:spPr>
          <a:xfrm>
            <a:off x="3575614" y="1204628"/>
            <a:ext cx="13128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{{PD_M3_CODE}}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ECC62A31-9B71-2D46-ADA0-88CEAC60E8C6}"/>
              </a:ext>
            </a:extLst>
          </p:cNvPr>
          <p:cNvSpPr txBox="1"/>
          <p:nvPr/>
        </p:nvSpPr>
        <p:spPr>
          <a:xfrm>
            <a:off x="625815" y="2744948"/>
            <a:ext cx="12893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{{PD_M2_CODE}}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6C64A28-B62A-BB45-A3BB-3F6EF5FAB090}"/>
              </a:ext>
            </a:extLst>
          </p:cNvPr>
          <p:cNvSpPr txBox="1"/>
          <p:nvPr/>
        </p:nvSpPr>
        <p:spPr>
          <a:xfrm>
            <a:off x="613374" y="1204628"/>
            <a:ext cx="13017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{{PD_M1_CODE}}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AEE0EA8-A99F-5A41-A32F-1FE635256B61}"/>
              </a:ext>
            </a:extLst>
          </p:cNvPr>
          <p:cNvSpPr txBox="1"/>
          <p:nvPr/>
        </p:nvSpPr>
        <p:spPr>
          <a:xfrm>
            <a:off x="1996015" y="1204628"/>
            <a:ext cx="13800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{{PD_M1_HEURE}}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C1A95A25-554C-054B-A442-676879D47B03}"/>
              </a:ext>
            </a:extLst>
          </p:cNvPr>
          <p:cNvSpPr txBox="1"/>
          <p:nvPr/>
        </p:nvSpPr>
        <p:spPr>
          <a:xfrm>
            <a:off x="1996016" y="2744948"/>
            <a:ext cx="13924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{{PD_M2_HEURE}}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F23D1591-DE57-444A-8C91-C3304E50CC2B}"/>
              </a:ext>
            </a:extLst>
          </p:cNvPr>
          <p:cNvSpPr txBox="1"/>
          <p:nvPr/>
        </p:nvSpPr>
        <p:spPr>
          <a:xfrm>
            <a:off x="4950709" y="1204628"/>
            <a:ext cx="13875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{{PD_M3_HEURE}}</a:t>
            </a: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A92AE725-EEFE-5C42-928A-644050212EE4}"/>
              </a:ext>
            </a:extLst>
          </p:cNvPr>
          <p:cNvSpPr txBox="1"/>
          <p:nvPr/>
        </p:nvSpPr>
        <p:spPr>
          <a:xfrm>
            <a:off x="4950709" y="2757161"/>
            <a:ext cx="13875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39D77668-E9D9-984A-850F-CCAAA7828FD8}"/>
              </a:ext>
            </a:extLst>
          </p:cNvPr>
          <p:cNvSpPr txBox="1"/>
          <p:nvPr/>
        </p:nvSpPr>
        <p:spPr>
          <a:xfrm>
            <a:off x="7838635" y="1204628"/>
            <a:ext cx="14573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{{PD_M5_HEURE}}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1EEACAE2-A82C-EE4B-BAB2-D9081098DB83}"/>
              </a:ext>
            </a:extLst>
          </p:cNvPr>
          <p:cNvSpPr txBox="1"/>
          <p:nvPr/>
        </p:nvSpPr>
        <p:spPr>
          <a:xfrm>
            <a:off x="7838635" y="2741514"/>
            <a:ext cx="14573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{{PD_M6_HEURE}}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A653BCD9-F43C-6147-89B4-6748C84F21C8}"/>
              </a:ext>
            </a:extLst>
          </p:cNvPr>
          <p:cNvSpPr txBox="1"/>
          <p:nvPr/>
        </p:nvSpPr>
        <p:spPr>
          <a:xfrm>
            <a:off x="6520850" y="2741514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{{PD_M6_TERRAIN}}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69" name="ZoneTexte 68">
            <a:extLst>
              <a:ext uri="{FF2B5EF4-FFF2-40B4-BE49-F238E27FC236}">
                <a16:creationId xmlns:a16="http://schemas.microsoft.com/office/drawing/2014/main" id="{A1DF0712-15BB-C143-8B32-B814252D30D5}"/>
              </a:ext>
            </a:extLst>
          </p:cNvPr>
          <p:cNvSpPr txBox="1"/>
          <p:nvPr/>
        </p:nvSpPr>
        <p:spPr>
          <a:xfrm>
            <a:off x="6520850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{{PD_M5_TERRAIN}}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B8C0532A-7B80-3941-ABB8-B2C17DD01FF0}"/>
              </a:ext>
            </a:extLst>
          </p:cNvPr>
          <p:cNvSpPr txBox="1"/>
          <p:nvPr/>
        </p:nvSpPr>
        <p:spPr>
          <a:xfrm>
            <a:off x="3563174" y="2757161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{{PD_M4_TERRAIN}}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46758797-F6EA-CA45-931A-8230C7AFC9B4}"/>
              </a:ext>
            </a:extLst>
          </p:cNvPr>
          <p:cNvSpPr txBox="1"/>
          <p:nvPr/>
        </p:nvSpPr>
        <p:spPr>
          <a:xfrm>
            <a:off x="356317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{{PD_M3_TERRAIN}}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E1B42721-C923-2641-BA78-999929492964}"/>
              </a:ext>
            </a:extLst>
          </p:cNvPr>
          <p:cNvSpPr txBox="1"/>
          <p:nvPr/>
        </p:nvSpPr>
        <p:spPr>
          <a:xfrm>
            <a:off x="613375" y="274494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{{PD_M2_TERRAIN}}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8472328-417A-4747-B9A8-895E06F00EA2}"/>
              </a:ext>
            </a:extLst>
          </p:cNvPr>
          <p:cNvSpPr txBox="1"/>
          <p:nvPr/>
        </p:nvSpPr>
        <p:spPr>
          <a:xfrm>
            <a:off x="60093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{{PD_M1_TERRAIN}}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240B3778-AA08-0143-86D8-E42344DBC697}"/>
              </a:ext>
            </a:extLst>
          </p:cNvPr>
          <p:cNvSpPr txBox="1"/>
          <p:nvPr/>
        </p:nvSpPr>
        <p:spPr>
          <a:xfrm>
            <a:off x="175103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E2649F6E-3F53-7E40-BEE0-36099D7B4D34}"/>
              </a:ext>
            </a:extLst>
          </p:cNvPr>
          <p:cNvSpPr txBox="1"/>
          <p:nvPr/>
        </p:nvSpPr>
        <p:spPr>
          <a:xfrm>
            <a:off x="166636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676CB05C-7A3D-804E-881D-9CBF4B8D77E6}"/>
              </a:ext>
            </a:extLst>
          </p:cNvPr>
          <p:cNvGrpSpPr/>
          <p:nvPr/>
        </p:nvGrpSpPr>
        <p:grpSpPr>
          <a:xfrm>
            <a:off x="605498" y="1191269"/>
            <a:ext cx="2770524" cy="1354907"/>
            <a:chOff x="336470" y="583726"/>
            <a:chExt cx="2770524" cy="1354907"/>
          </a:xfrm>
        </p:grpSpPr>
        <p:sp>
          <p:nvSpPr>
            <p:cNvPr id="18" name="Rounded Rectangle 2">
              <a:extLst>
                <a:ext uri="{FF2B5EF4-FFF2-40B4-BE49-F238E27FC236}">
                  <a16:creationId xmlns:a16="http://schemas.microsoft.com/office/drawing/2014/main" id="{01AE91BE-F4CD-594F-B331-3E4FE50F5044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8BC618FF-B7F2-5144-99BC-D2973E79002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46EF965E-1BB2-7446-A7EE-B03CA8D97457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ZoneTexte 20">
            <a:extLst>
              <a:ext uri="{FF2B5EF4-FFF2-40B4-BE49-F238E27FC236}">
                <a16:creationId xmlns:a16="http://schemas.microsoft.com/office/drawing/2014/main" id="{1DB95A72-DC02-044B-85C8-C66CA8275358}"/>
              </a:ext>
            </a:extLst>
          </p:cNvPr>
          <p:cNvSpPr txBox="1"/>
          <p:nvPr/>
        </p:nvSpPr>
        <p:spPr>
          <a:xfrm>
            <a:off x="6300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{{POULE_D_1_EQ}}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9B0CAD5A-07BB-A04C-B314-90153D36FB20}"/>
              </a:ext>
            </a:extLst>
          </p:cNvPr>
          <p:cNvSpPr txBox="1"/>
          <p:nvPr/>
        </p:nvSpPr>
        <p:spPr>
          <a:xfrm>
            <a:off x="6300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{{POULE_D_4_EQ}}</a:t>
            </a:r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A06F6E98-54A4-9D4E-9AA2-093AE61E82F4}"/>
              </a:ext>
            </a:extLst>
          </p:cNvPr>
          <p:cNvCxnSpPr/>
          <p:nvPr/>
        </p:nvCxnSpPr>
        <p:spPr>
          <a:xfrm>
            <a:off x="74493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685D11C7-C6B8-CA4B-A459-8F29401CFA3D}"/>
              </a:ext>
            </a:extLst>
          </p:cNvPr>
          <p:cNvCxnSpPr/>
          <p:nvPr/>
        </p:nvCxnSpPr>
        <p:spPr>
          <a:xfrm>
            <a:off x="74493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ZoneTexte 27">
            <a:extLst>
              <a:ext uri="{FF2B5EF4-FFF2-40B4-BE49-F238E27FC236}">
                <a16:creationId xmlns:a16="http://schemas.microsoft.com/office/drawing/2014/main" id="{5036ECC0-8BD8-E647-B5F4-DE9EADE38113}"/>
              </a:ext>
            </a:extLst>
          </p:cNvPr>
          <p:cNvSpPr txBox="1"/>
          <p:nvPr/>
        </p:nvSpPr>
        <p:spPr>
          <a:xfrm>
            <a:off x="1763475" y="329734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036CC0FC-48F2-B343-83FE-3A28B8F19DA1}"/>
              </a:ext>
            </a:extLst>
          </p:cNvPr>
          <p:cNvSpPr txBox="1"/>
          <p:nvPr/>
        </p:nvSpPr>
        <p:spPr>
          <a:xfrm>
            <a:off x="1678810" y="382426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49B7AEE6-D13D-524A-97C4-2B75203C0A8B}"/>
              </a:ext>
            </a:extLst>
          </p:cNvPr>
          <p:cNvGrpSpPr/>
          <p:nvPr/>
        </p:nvGrpSpPr>
        <p:grpSpPr>
          <a:xfrm>
            <a:off x="617939" y="2731589"/>
            <a:ext cx="2770524" cy="1354907"/>
            <a:chOff x="336470" y="583726"/>
            <a:chExt cx="2770524" cy="1354907"/>
          </a:xfrm>
        </p:grpSpPr>
        <p:sp>
          <p:nvSpPr>
            <p:cNvPr id="31" name="Rounded Rectangle 2">
              <a:extLst>
                <a:ext uri="{FF2B5EF4-FFF2-40B4-BE49-F238E27FC236}">
                  <a16:creationId xmlns:a16="http://schemas.microsoft.com/office/drawing/2014/main" id="{ADB4CAB7-53F0-7C46-8AFC-BBEF27D6F337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2" name="Connecteur droit 31">
              <a:extLst>
                <a:ext uri="{FF2B5EF4-FFF2-40B4-BE49-F238E27FC236}">
                  <a16:creationId xmlns:a16="http://schemas.microsoft.com/office/drawing/2014/main" id="{95F3EACB-2A36-CE4A-9B1F-955DDD0135FA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F76C9B3D-1B20-DD40-AA24-FB4BB0B096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ZoneTexte 34">
            <a:extLst>
              <a:ext uri="{FF2B5EF4-FFF2-40B4-BE49-F238E27FC236}">
                <a16:creationId xmlns:a16="http://schemas.microsoft.com/office/drawing/2014/main" id="{434308F8-3BB8-784A-B752-ECB58DE610AF}"/>
              </a:ext>
            </a:extLst>
          </p:cNvPr>
          <p:cNvSpPr txBox="1"/>
          <p:nvPr/>
        </p:nvSpPr>
        <p:spPr>
          <a:xfrm>
            <a:off x="630000" y="308339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{{POULE_D_2_EQ}}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539B44F5-83CF-D045-B098-AF9D7011C071}"/>
              </a:ext>
            </a:extLst>
          </p:cNvPr>
          <p:cNvSpPr txBox="1"/>
          <p:nvPr/>
        </p:nvSpPr>
        <p:spPr>
          <a:xfrm>
            <a:off x="630000" y="350702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{{POULE_D_3_EQ}}</a:t>
            </a:r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32BD1AD3-7511-1F46-8762-4E55AFFF5BDD}"/>
              </a:ext>
            </a:extLst>
          </p:cNvPr>
          <p:cNvCxnSpPr/>
          <p:nvPr/>
        </p:nvCxnSpPr>
        <p:spPr>
          <a:xfrm>
            <a:off x="757380" y="330519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15A70E6C-79D7-4A4A-9E93-EE80BB7631C2}"/>
              </a:ext>
            </a:extLst>
          </p:cNvPr>
          <p:cNvCxnSpPr/>
          <p:nvPr/>
        </p:nvCxnSpPr>
        <p:spPr>
          <a:xfrm>
            <a:off x="757380" y="373721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842481BB-54A9-834D-A3E8-CD3F0EAC666B}"/>
              </a:ext>
            </a:extLst>
          </p:cNvPr>
          <p:cNvSpPr txBox="1"/>
          <p:nvPr/>
        </p:nvSpPr>
        <p:spPr>
          <a:xfrm>
            <a:off x="471327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61715A87-D0FF-A240-BBDD-6E129D399904}"/>
              </a:ext>
            </a:extLst>
          </p:cNvPr>
          <p:cNvSpPr txBox="1"/>
          <p:nvPr/>
        </p:nvSpPr>
        <p:spPr>
          <a:xfrm>
            <a:off x="462860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62E7E9B0-A8A3-C844-9D03-0AE47F0C0FBE}"/>
              </a:ext>
            </a:extLst>
          </p:cNvPr>
          <p:cNvGrpSpPr/>
          <p:nvPr/>
        </p:nvGrpSpPr>
        <p:grpSpPr>
          <a:xfrm>
            <a:off x="3567738" y="1191269"/>
            <a:ext cx="2770524" cy="1354907"/>
            <a:chOff x="336470" y="583726"/>
            <a:chExt cx="2770524" cy="1354907"/>
          </a:xfrm>
        </p:grpSpPr>
        <p:sp>
          <p:nvSpPr>
            <p:cNvPr id="48" name="Rounded Rectangle 2">
              <a:extLst>
                <a:ext uri="{FF2B5EF4-FFF2-40B4-BE49-F238E27FC236}">
                  <a16:creationId xmlns:a16="http://schemas.microsoft.com/office/drawing/2014/main" id="{6722E2F9-EF49-F347-A376-04B18C8C6E4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49" name="Connecteur droit 48">
              <a:extLst>
                <a:ext uri="{FF2B5EF4-FFF2-40B4-BE49-F238E27FC236}">
                  <a16:creationId xmlns:a16="http://schemas.microsoft.com/office/drawing/2014/main" id="{B5E97FF9-48F2-1342-8E38-220903BA572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eur droit 49">
              <a:extLst>
                <a:ext uri="{FF2B5EF4-FFF2-40B4-BE49-F238E27FC236}">
                  <a16:creationId xmlns:a16="http://schemas.microsoft.com/office/drawing/2014/main" id="{46B6F24B-37E6-2A4F-BF1C-226DCB4472B4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D7D8F991-85F3-4C4D-9F42-B723CE66801F}"/>
              </a:ext>
            </a:extLst>
          </p:cNvPr>
          <p:cNvSpPr txBox="1"/>
          <p:nvPr/>
        </p:nvSpPr>
        <p:spPr>
          <a:xfrm>
            <a:off x="35892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{{POULE_D_1_EQ}}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E6390EA2-E809-B04F-9E44-B1B1DE9302A4}"/>
              </a:ext>
            </a:extLst>
          </p:cNvPr>
          <p:cNvSpPr txBox="1"/>
          <p:nvPr/>
        </p:nvSpPr>
        <p:spPr>
          <a:xfrm>
            <a:off x="35892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{{POULE_D_3_EQ}}</a:t>
            </a:r>
          </a:p>
        </p:txBody>
      </p: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006359E6-51C8-DB4C-AEA8-FF115C08C703}"/>
              </a:ext>
            </a:extLst>
          </p:cNvPr>
          <p:cNvCxnSpPr/>
          <p:nvPr/>
        </p:nvCxnSpPr>
        <p:spPr>
          <a:xfrm>
            <a:off x="370717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53">
            <a:extLst>
              <a:ext uri="{FF2B5EF4-FFF2-40B4-BE49-F238E27FC236}">
                <a16:creationId xmlns:a16="http://schemas.microsoft.com/office/drawing/2014/main" id="{914BA920-9CFD-A74F-AFA7-F8E68D769BE2}"/>
              </a:ext>
            </a:extLst>
          </p:cNvPr>
          <p:cNvCxnSpPr/>
          <p:nvPr/>
        </p:nvCxnSpPr>
        <p:spPr>
          <a:xfrm>
            <a:off x="370717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2EF17EAD-D7EE-8648-BD5A-459941F359C3}"/>
              </a:ext>
            </a:extLst>
          </p:cNvPr>
          <p:cNvSpPr txBox="1"/>
          <p:nvPr/>
        </p:nvSpPr>
        <p:spPr>
          <a:xfrm>
            <a:off x="4713274" y="330955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0E8AD211-DDDA-7241-986E-E184A9A6D4BD}"/>
              </a:ext>
            </a:extLst>
          </p:cNvPr>
          <p:cNvSpPr txBox="1"/>
          <p:nvPr/>
        </p:nvSpPr>
        <p:spPr>
          <a:xfrm>
            <a:off x="4628609" y="383647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24F1D3D7-813F-9945-8F78-346CB4A1133E}"/>
              </a:ext>
            </a:extLst>
          </p:cNvPr>
          <p:cNvGrpSpPr/>
          <p:nvPr/>
        </p:nvGrpSpPr>
        <p:grpSpPr>
          <a:xfrm>
            <a:off x="3567738" y="2743802"/>
            <a:ext cx="2770524" cy="1354907"/>
            <a:chOff x="336470" y="583726"/>
            <a:chExt cx="2770524" cy="1354907"/>
          </a:xfrm>
        </p:grpSpPr>
        <p:sp>
          <p:nvSpPr>
            <p:cNvPr id="61" name="Rounded Rectangle 2">
              <a:extLst>
                <a:ext uri="{FF2B5EF4-FFF2-40B4-BE49-F238E27FC236}">
                  <a16:creationId xmlns:a16="http://schemas.microsoft.com/office/drawing/2014/main" id="{6664D816-EBFD-D247-9A6C-58B9F3ECAE8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62" name="Connecteur droit 61">
              <a:extLst>
                <a:ext uri="{FF2B5EF4-FFF2-40B4-BE49-F238E27FC236}">
                  <a16:creationId xmlns:a16="http://schemas.microsoft.com/office/drawing/2014/main" id="{5298B7E7-1567-B848-85FA-D5F3A99E993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eur droit 62">
              <a:extLst>
                <a:ext uri="{FF2B5EF4-FFF2-40B4-BE49-F238E27FC236}">
                  <a16:creationId xmlns:a16="http://schemas.microsoft.com/office/drawing/2014/main" id="{563009BB-303E-6F43-8D36-7F07C19A459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4" name="ZoneTexte 63">
            <a:extLst>
              <a:ext uri="{FF2B5EF4-FFF2-40B4-BE49-F238E27FC236}">
                <a16:creationId xmlns:a16="http://schemas.microsoft.com/office/drawing/2014/main" id="{1938415F-9D42-5D42-AEE8-449687EBDE47}"/>
              </a:ext>
            </a:extLst>
          </p:cNvPr>
          <p:cNvSpPr txBox="1"/>
          <p:nvPr/>
        </p:nvSpPr>
        <p:spPr>
          <a:xfrm>
            <a:off x="3589200" y="3095608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{{POULE_D_4_EQ}}</a:t>
            </a:r>
          </a:p>
        </p:txBody>
      </p:sp>
      <p:sp>
        <p:nvSpPr>
          <p:cNvPr id="65" name="ZoneTexte 64">
            <a:extLst>
              <a:ext uri="{FF2B5EF4-FFF2-40B4-BE49-F238E27FC236}">
                <a16:creationId xmlns:a16="http://schemas.microsoft.com/office/drawing/2014/main" id="{86CA141B-4D44-D647-8CBA-65AE60268F7C}"/>
              </a:ext>
            </a:extLst>
          </p:cNvPr>
          <p:cNvSpPr txBox="1"/>
          <p:nvPr/>
        </p:nvSpPr>
        <p:spPr>
          <a:xfrm>
            <a:off x="3589200" y="351923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{{POULE_D_2_EQ}}</a:t>
            </a:r>
          </a:p>
        </p:txBody>
      </p: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1A7FCAE0-22B6-7A4E-AFA7-AA87E23FADD1}"/>
              </a:ext>
            </a:extLst>
          </p:cNvPr>
          <p:cNvCxnSpPr/>
          <p:nvPr/>
        </p:nvCxnSpPr>
        <p:spPr>
          <a:xfrm>
            <a:off x="3707179" y="331740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612A255A-EC44-894C-88A6-B10A676F5A0B}"/>
              </a:ext>
            </a:extLst>
          </p:cNvPr>
          <p:cNvCxnSpPr/>
          <p:nvPr/>
        </p:nvCxnSpPr>
        <p:spPr>
          <a:xfrm>
            <a:off x="3707179" y="374943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ZoneTexte 70">
            <a:extLst>
              <a:ext uri="{FF2B5EF4-FFF2-40B4-BE49-F238E27FC236}">
                <a16:creationId xmlns:a16="http://schemas.microsoft.com/office/drawing/2014/main" id="{2378CCB7-062C-3A42-82E2-F8C401E159BA}"/>
              </a:ext>
            </a:extLst>
          </p:cNvPr>
          <p:cNvSpPr txBox="1"/>
          <p:nvPr/>
        </p:nvSpPr>
        <p:spPr>
          <a:xfrm>
            <a:off x="7670950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9D6149A3-6EB8-AF44-92E2-618C7339DA52}"/>
              </a:ext>
            </a:extLst>
          </p:cNvPr>
          <p:cNvSpPr txBox="1"/>
          <p:nvPr/>
        </p:nvSpPr>
        <p:spPr>
          <a:xfrm>
            <a:off x="7586285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9987D3B0-549C-6E40-A6CF-5F6E6C4CE40A}"/>
              </a:ext>
            </a:extLst>
          </p:cNvPr>
          <p:cNvGrpSpPr/>
          <p:nvPr/>
        </p:nvGrpSpPr>
        <p:grpSpPr>
          <a:xfrm>
            <a:off x="6525414" y="1191269"/>
            <a:ext cx="2770524" cy="1354907"/>
            <a:chOff x="336470" y="583726"/>
            <a:chExt cx="2770524" cy="1354907"/>
          </a:xfrm>
        </p:grpSpPr>
        <p:sp>
          <p:nvSpPr>
            <p:cNvPr id="74" name="Rounded Rectangle 2">
              <a:extLst>
                <a:ext uri="{FF2B5EF4-FFF2-40B4-BE49-F238E27FC236}">
                  <a16:creationId xmlns:a16="http://schemas.microsoft.com/office/drawing/2014/main" id="{E6D3EE2E-8D43-F64F-A499-ABD12CC4081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5" name="Connecteur droit 74">
              <a:extLst>
                <a:ext uri="{FF2B5EF4-FFF2-40B4-BE49-F238E27FC236}">
                  <a16:creationId xmlns:a16="http://schemas.microsoft.com/office/drawing/2014/main" id="{9CA2511E-1CC0-224A-85BC-A3E6CB0DCFE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7A23B077-D268-7F45-9F81-7FC3BE6FD37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7" name="ZoneTexte 76">
            <a:extLst>
              <a:ext uri="{FF2B5EF4-FFF2-40B4-BE49-F238E27FC236}">
                <a16:creationId xmlns:a16="http://schemas.microsoft.com/office/drawing/2014/main" id="{F76319DA-3A13-9149-AF23-B8CA3B551472}"/>
              </a:ext>
            </a:extLst>
          </p:cNvPr>
          <p:cNvSpPr txBox="1"/>
          <p:nvPr/>
        </p:nvSpPr>
        <p:spPr>
          <a:xfrm>
            <a:off x="65448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{{POULE_D_1_EQ}}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95F3F264-008E-7F4D-AF6F-D44F047A9BFB}"/>
              </a:ext>
            </a:extLst>
          </p:cNvPr>
          <p:cNvSpPr txBox="1"/>
          <p:nvPr/>
        </p:nvSpPr>
        <p:spPr>
          <a:xfrm>
            <a:off x="65448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{{POULE_D_2_EQ}}</a:t>
            </a:r>
          </a:p>
        </p:txBody>
      </p:sp>
      <p:cxnSp>
        <p:nvCxnSpPr>
          <p:cNvPr id="79" name="Connecteur droit 78">
            <a:extLst>
              <a:ext uri="{FF2B5EF4-FFF2-40B4-BE49-F238E27FC236}">
                <a16:creationId xmlns:a16="http://schemas.microsoft.com/office/drawing/2014/main" id="{29B005C4-8AF8-1541-92C4-268530461982}"/>
              </a:ext>
            </a:extLst>
          </p:cNvPr>
          <p:cNvCxnSpPr/>
          <p:nvPr/>
        </p:nvCxnSpPr>
        <p:spPr>
          <a:xfrm>
            <a:off x="6664855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21925513-DBD5-2D48-999B-4066C42C6F6B}"/>
              </a:ext>
            </a:extLst>
          </p:cNvPr>
          <p:cNvCxnSpPr/>
          <p:nvPr/>
        </p:nvCxnSpPr>
        <p:spPr>
          <a:xfrm>
            <a:off x="6664855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ZoneTexte 83">
            <a:extLst>
              <a:ext uri="{FF2B5EF4-FFF2-40B4-BE49-F238E27FC236}">
                <a16:creationId xmlns:a16="http://schemas.microsoft.com/office/drawing/2014/main" id="{2D7F23C6-D6BD-9B47-9A3C-C2AA0394C7B2}"/>
              </a:ext>
            </a:extLst>
          </p:cNvPr>
          <p:cNvSpPr txBox="1"/>
          <p:nvPr/>
        </p:nvSpPr>
        <p:spPr>
          <a:xfrm>
            <a:off x="7670950" y="3293907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E887466C-206C-D64B-953E-821BDA01EE7C}"/>
              </a:ext>
            </a:extLst>
          </p:cNvPr>
          <p:cNvSpPr txBox="1"/>
          <p:nvPr/>
        </p:nvSpPr>
        <p:spPr>
          <a:xfrm>
            <a:off x="7586285" y="3820828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C2BD2A20-AA3B-2C43-B38D-F350C4EAADD8}"/>
              </a:ext>
            </a:extLst>
          </p:cNvPr>
          <p:cNvGrpSpPr/>
          <p:nvPr/>
        </p:nvGrpSpPr>
        <p:grpSpPr>
          <a:xfrm>
            <a:off x="6525414" y="2728155"/>
            <a:ext cx="2770524" cy="1354907"/>
            <a:chOff x="336470" y="583726"/>
            <a:chExt cx="2770524" cy="1354907"/>
          </a:xfrm>
        </p:grpSpPr>
        <p:sp>
          <p:nvSpPr>
            <p:cNvPr id="87" name="Rounded Rectangle 2">
              <a:extLst>
                <a:ext uri="{FF2B5EF4-FFF2-40B4-BE49-F238E27FC236}">
                  <a16:creationId xmlns:a16="http://schemas.microsoft.com/office/drawing/2014/main" id="{90DE40EC-DE50-8248-901B-B045B5D7CC7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88" name="Connecteur droit 87">
              <a:extLst>
                <a:ext uri="{FF2B5EF4-FFF2-40B4-BE49-F238E27FC236}">
                  <a16:creationId xmlns:a16="http://schemas.microsoft.com/office/drawing/2014/main" id="{B59905EC-A12E-7046-9E3B-0DDB41492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eur droit 88">
              <a:extLst>
                <a:ext uri="{FF2B5EF4-FFF2-40B4-BE49-F238E27FC236}">
                  <a16:creationId xmlns:a16="http://schemas.microsoft.com/office/drawing/2014/main" id="{4A9912D7-4756-414F-A0B1-CD0EF0947EDB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" name="ZoneTexte 89">
            <a:extLst>
              <a:ext uri="{FF2B5EF4-FFF2-40B4-BE49-F238E27FC236}">
                <a16:creationId xmlns:a16="http://schemas.microsoft.com/office/drawing/2014/main" id="{B638B146-29B3-EF4F-A6C0-93D4ACB0EA96}"/>
              </a:ext>
            </a:extLst>
          </p:cNvPr>
          <p:cNvSpPr txBox="1"/>
          <p:nvPr/>
        </p:nvSpPr>
        <p:spPr>
          <a:xfrm>
            <a:off x="6544800" y="307996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{{POULE_D_3_EQ}}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356B77AD-F697-844C-A47C-C175ACAC7F50}"/>
              </a:ext>
            </a:extLst>
          </p:cNvPr>
          <p:cNvSpPr txBox="1"/>
          <p:nvPr/>
        </p:nvSpPr>
        <p:spPr>
          <a:xfrm>
            <a:off x="6544800" y="350359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{{POULE_D_4_EQ}}</a:t>
            </a:r>
          </a:p>
        </p:txBody>
      </p:sp>
      <p:cxnSp>
        <p:nvCxnSpPr>
          <p:cNvPr id="92" name="Connecteur droit 91">
            <a:extLst>
              <a:ext uri="{FF2B5EF4-FFF2-40B4-BE49-F238E27FC236}">
                <a16:creationId xmlns:a16="http://schemas.microsoft.com/office/drawing/2014/main" id="{2B2A62CE-20F5-5642-8C50-7C03CA1D5CF8}"/>
              </a:ext>
            </a:extLst>
          </p:cNvPr>
          <p:cNvCxnSpPr/>
          <p:nvPr/>
        </p:nvCxnSpPr>
        <p:spPr>
          <a:xfrm>
            <a:off x="6664855" y="33017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eur droit 92">
            <a:extLst>
              <a:ext uri="{FF2B5EF4-FFF2-40B4-BE49-F238E27FC236}">
                <a16:creationId xmlns:a16="http://schemas.microsoft.com/office/drawing/2014/main" id="{E016F092-2E9F-A042-BCEA-F6EF67CA5B23}"/>
              </a:ext>
            </a:extLst>
          </p:cNvPr>
          <p:cNvCxnSpPr/>
          <p:nvPr/>
        </p:nvCxnSpPr>
        <p:spPr>
          <a:xfrm>
            <a:off x="6664855" y="373378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4" name="Tableau 154">
            <a:extLst>
              <a:ext uri="{FF2B5EF4-FFF2-40B4-BE49-F238E27FC236}">
                <a16:creationId xmlns:a16="http://schemas.microsoft.com/office/drawing/2014/main" id="{B1AF19C9-7C1C-5145-8050-2A8C1F0C52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3015858"/>
              </p:ext>
            </p:extLst>
          </p:nvPr>
        </p:nvGraphicFramePr>
        <p:xfrm>
          <a:off x="739678" y="4705373"/>
          <a:ext cx="8426644" cy="126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6412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975360">
                  <a:extLst>
                    <a:ext uri="{9D8B030D-6E8A-4147-A177-3AD203B41FA5}">
                      <a16:colId xmlns:a16="http://schemas.microsoft.com/office/drawing/2014/main" val="835005734"/>
                    </a:ext>
                  </a:extLst>
                </a:gridCol>
                <a:gridCol w="897172">
                  <a:extLst>
                    <a:ext uri="{9D8B030D-6E8A-4147-A177-3AD203B41FA5}">
                      <a16:colId xmlns:a16="http://schemas.microsoft.com/office/drawing/2014/main" val="2438221648"/>
                    </a:ext>
                  </a:extLst>
                </a:gridCol>
                <a:gridCol w="687788">
                  <a:extLst>
                    <a:ext uri="{9D8B030D-6E8A-4147-A177-3AD203B41FA5}">
                      <a16:colId xmlns:a16="http://schemas.microsoft.com/office/drawing/2014/main" val="4275197807"/>
                    </a:ext>
                  </a:extLst>
                </a:gridCol>
                <a:gridCol w="1159912">
                  <a:extLst>
                    <a:ext uri="{9D8B030D-6E8A-4147-A177-3AD203B41FA5}">
                      <a16:colId xmlns:a16="http://schemas.microsoft.com/office/drawing/2014/main" val="3380834670"/>
                    </a:ext>
                  </a:extLst>
                </a:gridCol>
              </a:tblGrid>
              <a:tr h="232249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VICTOIRES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DÉFAITES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JEUX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sp>
        <p:nvSpPr>
          <p:cNvPr id="101" name="Rectangle 100">
            <a:extLst>
              <a:ext uri="{FF2B5EF4-FFF2-40B4-BE49-F238E27FC236}">
                <a16:creationId xmlns:a16="http://schemas.microsoft.com/office/drawing/2014/main" id="{F996FBDF-4C23-1442-B9B7-22130AC9D3AD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899F69B3-F927-5F44-9A96-3E6DFA11E2AC}"/>
              </a:ext>
            </a:extLst>
          </p:cNvPr>
          <p:cNvSpPr txBox="1"/>
          <p:nvPr/>
        </p:nvSpPr>
        <p:spPr>
          <a:xfrm>
            <a:off x="21060" y="38299"/>
            <a:ext cx="9863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POULE D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pPr algn="ctr"/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A4596BCF-42D4-4444-9503-96497C95CF5C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04" name="ZoneTexte 103">
            <a:extLst>
              <a:ext uri="{FF2B5EF4-FFF2-40B4-BE49-F238E27FC236}">
                <a16:creationId xmlns:a16="http://schemas.microsoft.com/office/drawing/2014/main" id="{415FD013-5530-524E-B2BF-1C464F6E0FCE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05" name="ZoneTexte 104">
            <a:extLst>
              <a:ext uri="{FF2B5EF4-FFF2-40B4-BE49-F238E27FC236}">
                <a16:creationId xmlns:a16="http://schemas.microsoft.com/office/drawing/2014/main" id="{9207BFE6-26B6-E242-A7E4-CEDBE91887B7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2700242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710BB4D9-EAC3-ED4E-9DD0-B6331558BA9D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4" name="Rounded Rectangle 2">
            <a:extLst>
              <a:ext uri="{FF2B5EF4-FFF2-40B4-BE49-F238E27FC236}">
                <a16:creationId xmlns:a16="http://schemas.microsoft.com/office/drawing/2014/main" id="{877A799A-D27B-1A42-9BD7-75C6E2E46F58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2" name="Rounded Rectangle 2">
            <a:extLst>
              <a:ext uri="{FF2B5EF4-FFF2-40B4-BE49-F238E27FC236}">
                <a16:creationId xmlns:a16="http://schemas.microsoft.com/office/drawing/2014/main" id="{471ADDD3-926F-974F-B0EF-C01E0CC69EB6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1" name="Rounded Rectangle 2">
            <a:extLst>
              <a:ext uri="{FF2B5EF4-FFF2-40B4-BE49-F238E27FC236}">
                <a16:creationId xmlns:a16="http://schemas.microsoft.com/office/drawing/2014/main" id="{D12134FA-D26C-144C-A14B-99A7659CB296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4249" y="5300551"/>
            <a:ext cx="277051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18201" y="3063383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{{D1_TERRAIN}}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964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612" y="1446132"/>
            <a:ext cx="27796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{{Q1_TERRAIN}}</a:t>
            </a:r>
          </a:p>
        </p:txBody>
      </p:sp>
      <p:sp>
        <p:nvSpPr>
          <p:cNvPr id="159" name="Rounded Rectangle 2">
            <a:extLst>
              <a:ext uri="{FF2B5EF4-FFF2-40B4-BE49-F238E27FC236}">
                <a16:creationId xmlns:a16="http://schemas.microsoft.com/office/drawing/2014/main" id="{FDF80FD5-6A2F-1A44-84B4-F2FD9CD739D3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8" name="Rounded Rectangle 2">
            <a:extLst>
              <a:ext uri="{FF2B5EF4-FFF2-40B4-BE49-F238E27FC236}">
                <a16:creationId xmlns:a16="http://schemas.microsoft.com/office/drawing/2014/main" id="{584582A1-F19D-1B42-8732-2B4B3C739BB0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0" name="Rounded Rectangle 2">
            <a:extLst>
              <a:ext uri="{FF2B5EF4-FFF2-40B4-BE49-F238E27FC236}">
                <a16:creationId xmlns:a16="http://schemas.microsoft.com/office/drawing/2014/main" id="{4DE882FA-BE96-6B4A-BF36-4DFBD92E8BD2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7" name="Rounded Rectangle 2">
            <a:extLst>
              <a:ext uri="{FF2B5EF4-FFF2-40B4-BE49-F238E27FC236}">
                <a16:creationId xmlns:a16="http://schemas.microsoft.com/office/drawing/2014/main" id="{10E15BB4-066B-5245-8AA9-38153C09FEE8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5431356"/>
            <a:ext cx="2760299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5600" y="3847463"/>
            <a:ext cx="27568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{{H3_TERRAIN}}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6471" y="2271000"/>
            <a:ext cx="27568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27342" y="702185"/>
            <a:ext cx="27796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{{H1_TERRAIN}}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600" y="702185"/>
            <a:ext cx="11364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688091" y="702185"/>
            <a:ext cx="14147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49200" y="1046045"/>
            <a:ext cx="2736000" cy="244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{{H1_EQ1}}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2271000"/>
            <a:ext cx="10517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895869" y="2271000"/>
            <a:ext cx="12065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{{H2_HEURE}}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49200" y="260944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{{H2_EQ1}}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847463"/>
            <a:ext cx="10426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981688" y="3847463"/>
            <a:ext cx="11207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{{H3_HEURE}}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49200" y="418591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{{H3_EQ1}}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5431356"/>
            <a:ext cx="10426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895869" y="5431356"/>
            <a:ext cx="12019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49200" y="576980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{{H4_EQ1}}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1446132"/>
            <a:ext cx="10246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217522" y="1446132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589655"/>
            <a:ext cx="10246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17522" y="4589655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96532" cy="3046488"/>
            <a:chOff x="6333698" y="2051381"/>
            <a:chExt cx="49653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5200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300551"/>
            <a:ext cx="10377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77115" y="5300551"/>
            <a:ext cx="112765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{{F_HEURE}}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3063383"/>
            <a:ext cx="10695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93648" y="3063383"/>
            <a:ext cx="11996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90ADDFC9-68B3-8A49-B1C4-09DBFE7CDDC1}"/>
              </a:ext>
            </a:extLst>
          </p:cNvPr>
          <p:cNvCxnSpPr>
            <a:cxnSpLocks/>
          </p:cNvCxnSpPr>
          <p:nvPr/>
        </p:nvCxnSpPr>
        <p:spPr>
          <a:xfrm>
            <a:off x="8161200" y="4411513"/>
            <a:ext cx="0" cy="882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eur droit 137">
            <a:extLst>
              <a:ext uri="{FF2B5EF4-FFF2-40B4-BE49-F238E27FC236}">
                <a16:creationId xmlns:a16="http://schemas.microsoft.com/office/drawing/2014/main" id="{4C476156-034F-8749-96E0-EB1D8CE98313}"/>
              </a:ext>
            </a:extLst>
          </p:cNvPr>
          <p:cNvCxnSpPr>
            <a:cxnSpLocks/>
          </p:cNvCxnSpPr>
          <p:nvPr/>
        </p:nvCxnSpPr>
        <p:spPr>
          <a:xfrm flipV="1">
            <a:off x="8161200" y="6642099"/>
            <a:ext cx="0" cy="216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427B9E77-9183-264A-B3CB-F0447273F623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803E8B64-5A09-8F46-ADE6-DAFF9B614B0E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32346571-6150-F540-9B81-CFFEBCF4D4AF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63" name="ZoneTexte 162">
            <a:extLst>
              <a:ext uri="{FF2B5EF4-FFF2-40B4-BE49-F238E27FC236}">
                <a16:creationId xmlns:a16="http://schemas.microsoft.com/office/drawing/2014/main" id="{79796AF0-46A3-A448-A976-FCBF26C44760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TABLEAU PRINCIPAL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6" name="ZoneTexte 165">
            <a:extLst>
              <a:ext uri="{FF2B5EF4-FFF2-40B4-BE49-F238E27FC236}">
                <a16:creationId xmlns:a16="http://schemas.microsoft.com/office/drawing/2014/main" id="{9685A432-5ED6-A04B-9F3C-CFE3EE2A5B1C}"/>
              </a:ext>
            </a:extLst>
          </p:cNvPr>
          <p:cNvSpPr txBox="1"/>
          <p:nvPr/>
        </p:nvSpPr>
        <p:spPr>
          <a:xfrm>
            <a:off x="7144077" y="478024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1-2</a:t>
            </a:r>
          </a:p>
        </p:txBody>
      </p:sp>
      <p:sp>
        <p:nvSpPr>
          <p:cNvPr id="134" name="ZoneTexte 133">
            <a:extLst>
              <a:ext uri="{FF2B5EF4-FFF2-40B4-BE49-F238E27FC236}">
                <a16:creationId xmlns:a16="http://schemas.microsoft.com/office/drawing/2014/main" id="{4BC6069C-76B3-CC47-9CBB-BF5A4E7F6097}"/>
              </a:ext>
            </a:extLst>
          </p:cNvPr>
          <p:cNvSpPr txBox="1"/>
          <p:nvPr/>
        </p:nvSpPr>
        <p:spPr>
          <a:xfrm>
            <a:off x="302400" y="14642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{{SECOND_POULE_A}}</a:t>
            </a:r>
          </a:p>
        </p:txBody>
      </p:sp>
      <p:sp>
        <p:nvSpPr>
          <p:cNvPr id="135" name="ZoneTexte 134">
            <a:extLst>
              <a:ext uri="{FF2B5EF4-FFF2-40B4-BE49-F238E27FC236}">
                <a16:creationId xmlns:a16="http://schemas.microsoft.com/office/drawing/2014/main" id="{D66B1426-F948-5745-A151-9FC7C11BC9D1}"/>
              </a:ext>
            </a:extLst>
          </p:cNvPr>
          <p:cNvSpPr txBox="1"/>
          <p:nvPr/>
        </p:nvSpPr>
        <p:spPr>
          <a:xfrm>
            <a:off x="302400" y="3033076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{{WIN_POULE_D}}</a:t>
            </a:r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EAD8767B-116A-8946-A9DA-2E1224F0A91B}"/>
              </a:ext>
            </a:extLst>
          </p:cNvPr>
          <p:cNvSpPr txBox="1"/>
          <p:nvPr/>
        </p:nvSpPr>
        <p:spPr>
          <a:xfrm>
            <a:off x="302400" y="460953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{{SECOND_POULE_B}}</a:t>
            </a:r>
          </a:p>
        </p:txBody>
      </p:sp>
      <p:sp>
        <p:nvSpPr>
          <p:cNvPr id="145" name="ZoneTexte 144">
            <a:extLst>
              <a:ext uri="{FF2B5EF4-FFF2-40B4-BE49-F238E27FC236}">
                <a16:creationId xmlns:a16="http://schemas.microsoft.com/office/drawing/2014/main" id="{DDE25A8E-BD05-0640-88AC-C8E8D4E8FA7B}"/>
              </a:ext>
            </a:extLst>
          </p:cNvPr>
          <p:cNvSpPr txBox="1"/>
          <p:nvPr/>
        </p:nvSpPr>
        <p:spPr>
          <a:xfrm>
            <a:off x="302400" y="61934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{{WIN_POULE_C}}</a:t>
            </a:r>
          </a:p>
        </p:txBody>
      </p:sp>
    </p:spTree>
    <p:extLst>
      <p:ext uri="{BB962C8B-B14F-4D97-AF65-F5344CB8AC3E}">
        <p14:creationId xmlns:p14="http://schemas.microsoft.com/office/powerpoint/2010/main" val="24309290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ounded Rectangle 2">
            <a:extLst>
              <a:ext uri="{FF2B5EF4-FFF2-40B4-BE49-F238E27FC236}">
                <a16:creationId xmlns:a16="http://schemas.microsoft.com/office/drawing/2014/main" id="{51A79124-D721-3646-B607-3AE57AD63688}"/>
              </a:ext>
            </a:extLst>
          </p:cNvPr>
          <p:cNvSpPr/>
          <p:nvPr/>
        </p:nvSpPr>
        <p:spPr>
          <a:xfrm>
            <a:off x="332976" y="334280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4" name="Rounded Rectangle 2">
            <a:extLst>
              <a:ext uri="{FF2B5EF4-FFF2-40B4-BE49-F238E27FC236}">
                <a16:creationId xmlns:a16="http://schemas.microsoft.com/office/drawing/2014/main" id="{C010C2E0-25B6-4C44-9967-265563552BA7}"/>
              </a:ext>
            </a:extLst>
          </p:cNvPr>
          <p:cNvSpPr/>
          <p:nvPr/>
        </p:nvSpPr>
        <p:spPr>
          <a:xfrm>
            <a:off x="327342" y="492556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4941486"/>
            <a:ext cx="2770523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5599" y="3357593"/>
            <a:ext cx="2756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{{H7_TERRAIN}}</a:t>
            </a:r>
          </a:p>
        </p:txBody>
      </p:sp>
      <p:sp>
        <p:nvSpPr>
          <p:cNvPr id="139" name="Rounded Rectangle 2">
            <a:extLst>
              <a:ext uri="{FF2B5EF4-FFF2-40B4-BE49-F238E27FC236}">
                <a16:creationId xmlns:a16="http://schemas.microsoft.com/office/drawing/2014/main" id="{85FFB306-37CA-594B-A5D5-A0FA09A122AF}"/>
              </a:ext>
            </a:extLst>
          </p:cNvPr>
          <p:cNvSpPr/>
          <p:nvPr/>
        </p:nvSpPr>
        <p:spPr>
          <a:xfrm>
            <a:off x="329484" y="176645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45599" y="1781130"/>
            <a:ext cx="27477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8" name="Rounded Rectangle 2">
            <a:extLst>
              <a:ext uri="{FF2B5EF4-FFF2-40B4-BE49-F238E27FC236}">
                <a16:creationId xmlns:a16="http://schemas.microsoft.com/office/drawing/2014/main" id="{7C23C49C-1178-5E4F-A902-B5D4929C88EA}"/>
              </a:ext>
            </a:extLst>
          </p:cNvPr>
          <p:cNvSpPr/>
          <p:nvPr/>
        </p:nvSpPr>
        <p:spPr>
          <a:xfrm>
            <a:off x="336470" y="19944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45599" y="212315"/>
            <a:ext cx="2752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{{H5_TERRAIN}}</a:t>
            </a:r>
          </a:p>
        </p:txBody>
      </p:sp>
      <p:sp>
        <p:nvSpPr>
          <p:cNvPr id="134" name="Rounded Rectangle 2">
            <a:extLst>
              <a:ext uri="{FF2B5EF4-FFF2-40B4-BE49-F238E27FC236}">
                <a16:creationId xmlns:a16="http://schemas.microsoft.com/office/drawing/2014/main" id="{BCCF675B-127D-9943-8709-0670B12D64BD}"/>
              </a:ext>
            </a:extLst>
          </p:cNvPr>
          <p:cNvSpPr/>
          <p:nvPr/>
        </p:nvSpPr>
        <p:spPr>
          <a:xfrm>
            <a:off x="3558612" y="4086426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601" y="4099785"/>
            <a:ext cx="276609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{{Q4_TERRAIN}}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5" name="Rounded Rectangle 2">
            <a:extLst>
              <a:ext uri="{FF2B5EF4-FFF2-40B4-BE49-F238E27FC236}">
                <a16:creationId xmlns:a16="http://schemas.microsoft.com/office/drawing/2014/main" id="{CC1C45E8-913D-3449-98FE-33BB8332BC65}"/>
              </a:ext>
            </a:extLst>
          </p:cNvPr>
          <p:cNvSpPr/>
          <p:nvPr/>
        </p:nvSpPr>
        <p:spPr>
          <a:xfrm>
            <a:off x="3563173" y="94640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3" y="956262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{{Q3_TERRAIN}}</a:t>
            </a:r>
          </a:p>
        </p:txBody>
      </p:sp>
      <p:sp>
        <p:nvSpPr>
          <p:cNvPr id="133" name="Rounded Rectangle 2">
            <a:extLst>
              <a:ext uri="{FF2B5EF4-FFF2-40B4-BE49-F238E27FC236}">
                <a16:creationId xmlns:a16="http://schemas.microsoft.com/office/drawing/2014/main" id="{83DDE776-535E-E445-B7FA-170652B0E906}"/>
              </a:ext>
            </a:extLst>
          </p:cNvPr>
          <p:cNvSpPr/>
          <p:nvPr/>
        </p:nvSpPr>
        <p:spPr>
          <a:xfrm>
            <a:off x="6821462" y="256111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34249" y="2573513"/>
            <a:ext cx="275904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2" name="Rounded Rectangle 2">
            <a:extLst>
              <a:ext uri="{FF2B5EF4-FFF2-40B4-BE49-F238E27FC236}">
                <a16:creationId xmlns:a16="http://schemas.microsoft.com/office/drawing/2014/main" id="{24746EC4-EABC-3247-BF74-D358BAB46950}"/>
              </a:ext>
            </a:extLst>
          </p:cNvPr>
          <p:cNvSpPr/>
          <p:nvPr/>
        </p:nvSpPr>
        <p:spPr>
          <a:xfrm>
            <a:off x="6834244" y="528228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8813" y="5297796"/>
            <a:ext cx="27659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599" y="212315"/>
            <a:ext cx="10199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{{H5_CODE}}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872533" y="212315"/>
            <a:ext cx="1230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{{H5_HEURE}}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76470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29162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19895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49200" y="97439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77255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20458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916E313C-B7C7-7244-A551-0549310D34D2}"/>
              </a:ext>
            </a:extLst>
          </p:cNvPr>
          <p:cNvCxnSpPr>
            <a:cxnSpLocks/>
          </p:cNvCxnSpPr>
          <p:nvPr/>
        </p:nvCxnSpPr>
        <p:spPr>
          <a:xfrm>
            <a:off x="3106994" y="876409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02683265-9266-B84C-8BEA-54CF85FF8259}"/>
              </a:ext>
            </a:extLst>
          </p:cNvPr>
          <p:cNvCxnSpPr>
            <a:cxnSpLocks/>
          </p:cNvCxnSpPr>
          <p:nvPr/>
        </p:nvCxnSpPr>
        <p:spPr>
          <a:xfrm>
            <a:off x="3106994" y="2449048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D0E54234-D279-3244-9054-CEABBA6F0C92}"/>
              </a:ext>
            </a:extLst>
          </p:cNvPr>
          <p:cNvCxnSpPr>
            <a:cxnSpLocks/>
          </p:cNvCxnSpPr>
          <p:nvPr/>
        </p:nvCxnSpPr>
        <p:spPr>
          <a:xfrm flipV="1">
            <a:off x="3342397" y="876409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EDA922D6-B6D0-FC43-8867-DCF0EAFEB1BD}"/>
              </a:ext>
            </a:extLst>
          </p:cNvPr>
          <p:cNvCxnSpPr>
            <a:cxnSpLocks/>
          </p:cNvCxnSpPr>
          <p:nvPr/>
        </p:nvCxnSpPr>
        <p:spPr>
          <a:xfrm>
            <a:off x="3342397" y="1622534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1781130"/>
            <a:ext cx="10153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{{H6_CODE}}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980209" y="1781130"/>
            <a:ext cx="112222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{{H6_HEURE}}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33352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286044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176777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49200" y="254320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34137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27733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357593"/>
            <a:ext cx="10153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{{H7_CODE}}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872532" y="3357593"/>
            <a:ext cx="12298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{{H7_HEURE}}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390998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43690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34423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360690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44104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49200" y="411966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391783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34986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EB5C8204-FC14-FE45-9C99-674A1524C257}"/>
              </a:ext>
            </a:extLst>
          </p:cNvPr>
          <p:cNvCxnSpPr>
            <a:cxnSpLocks/>
          </p:cNvCxnSpPr>
          <p:nvPr/>
        </p:nvCxnSpPr>
        <p:spPr>
          <a:xfrm>
            <a:off x="3102430" y="4025402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>
            <a:extLst>
              <a:ext uri="{FF2B5EF4-FFF2-40B4-BE49-F238E27FC236}">
                <a16:creationId xmlns:a16="http://schemas.microsoft.com/office/drawing/2014/main" id="{36D666EE-D2FC-0C48-A064-CBC5C199414E}"/>
              </a:ext>
            </a:extLst>
          </p:cNvPr>
          <p:cNvCxnSpPr>
            <a:cxnSpLocks/>
          </p:cNvCxnSpPr>
          <p:nvPr/>
        </p:nvCxnSpPr>
        <p:spPr>
          <a:xfrm>
            <a:off x="3102430" y="5598041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>
            <a:extLst>
              <a:ext uri="{FF2B5EF4-FFF2-40B4-BE49-F238E27FC236}">
                <a16:creationId xmlns:a16="http://schemas.microsoft.com/office/drawing/2014/main" id="{E2149F88-8679-4249-BC98-E186FC189F17}"/>
              </a:ext>
            </a:extLst>
          </p:cNvPr>
          <p:cNvCxnSpPr>
            <a:cxnSpLocks/>
          </p:cNvCxnSpPr>
          <p:nvPr/>
        </p:nvCxnSpPr>
        <p:spPr>
          <a:xfrm flipV="1">
            <a:off x="3337833" y="4025402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B616E7C2-6DEE-4C45-8024-5F4F5DDC708A}"/>
              </a:ext>
            </a:extLst>
          </p:cNvPr>
          <p:cNvCxnSpPr>
            <a:cxnSpLocks/>
          </p:cNvCxnSpPr>
          <p:nvPr/>
        </p:nvCxnSpPr>
        <p:spPr>
          <a:xfrm>
            <a:off x="3337833" y="4771527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4941486"/>
            <a:ext cx="10107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{{H8_CODE}}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971540" y="4941486"/>
            <a:ext cx="11263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{{H8_HEURE}}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49387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02080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492812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49200" y="570356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50172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593375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956262"/>
            <a:ext cx="10246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169898" y="956262"/>
            <a:ext cx="11638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50865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03557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94290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698051" y="129470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{{WIN_H5}}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698051" y="171833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H6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151650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19485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099785"/>
            <a:ext cx="10246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17522" y="4099785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46521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1790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08642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34910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18323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4382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H7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48618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H8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46600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0920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172509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477158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172509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7200" y="3241431"/>
            <a:ext cx="25200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297796"/>
            <a:ext cx="1037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96703" y="5297796"/>
            <a:ext cx="110807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{{PF_HEURE}}</a:t>
            </a:r>
          </a:p>
          <a:p>
            <a:pPr algn="r"/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018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711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4437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6243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59872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5803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006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2573513"/>
            <a:ext cx="10262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513223" y="2573513"/>
            <a:ext cx="10800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12590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365282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256015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291196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Q3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33558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Q4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13375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356578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78C47B13-87DA-A148-B71C-CED01D171CDC}"/>
              </a:ext>
            </a:extLst>
          </p:cNvPr>
          <p:cNvCxnSpPr>
            <a:cxnSpLocks/>
          </p:cNvCxnSpPr>
          <p:nvPr/>
        </p:nvCxnSpPr>
        <p:spPr>
          <a:xfrm flipV="1">
            <a:off x="8161200" y="0"/>
            <a:ext cx="0" cy="2556000"/>
          </a:xfrm>
          <a:prstGeom prst="line">
            <a:avLst/>
          </a:prstGeom>
          <a:ln w="9525">
            <a:solidFill>
              <a:schemeClr val="tx1"/>
            </a:solidFill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ZoneTexte 122">
            <a:extLst>
              <a:ext uri="{FF2B5EF4-FFF2-40B4-BE49-F238E27FC236}">
                <a16:creationId xmlns:a16="http://schemas.microsoft.com/office/drawing/2014/main" id="{4748A93C-8EDD-D547-B5E0-E18AB67A836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E322C657-E9E2-BA47-ABE7-4D2A442C8EB9}"/>
              </a:ext>
            </a:extLst>
          </p:cNvPr>
          <p:cNvSpPr txBox="1"/>
          <p:nvPr/>
        </p:nvSpPr>
        <p:spPr>
          <a:xfrm>
            <a:off x="6500313" y="4743042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3-4</a:t>
            </a:r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7A4B32F6-E259-DF45-B579-591FA5DC8685}"/>
              </a:ext>
            </a:extLst>
          </p:cNvPr>
          <p:cNvSpPr txBox="1"/>
          <p:nvPr/>
        </p:nvSpPr>
        <p:spPr>
          <a:xfrm>
            <a:off x="302400" y="550762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{{SECOND_POULE_C}}</a:t>
            </a:r>
          </a:p>
        </p:txBody>
      </p:sp>
      <p:sp>
        <p:nvSpPr>
          <p:cNvPr id="156" name="ZoneTexte 155">
            <a:extLst>
              <a:ext uri="{FF2B5EF4-FFF2-40B4-BE49-F238E27FC236}">
                <a16:creationId xmlns:a16="http://schemas.microsoft.com/office/drawing/2014/main" id="{70E49385-2DE0-5548-A664-5A8641467DE0}"/>
              </a:ext>
            </a:extLst>
          </p:cNvPr>
          <p:cNvSpPr txBox="1"/>
          <p:nvPr/>
        </p:nvSpPr>
        <p:spPr>
          <a:xfrm>
            <a:off x="302400" y="2119577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{{WIN_POULE_B}}</a:t>
            </a:r>
          </a:p>
        </p:txBody>
      </p:sp>
      <p:sp>
        <p:nvSpPr>
          <p:cNvPr id="157" name="ZoneTexte 156">
            <a:extLst>
              <a:ext uri="{FF2B5EF4-FFF2-40B4-BE49-F238E27FC236}">
                <a16:creationId xmlns:a16="http://schemas.microsoft.com/office/drawing/2014/main" id="{ACE83F81-B4AB-AD4B-943F-AC32FE3553EF}"/>
              </a:ext>
            </a:extLst>
          </p:cNvPr>
          <p:cNvSpPr txBox="1"/>
          <p:nvPr/>
        </p:nvSpPr>
        <p:spPr>
          <a:xfrm>
            <a:off x="302400" y="3696040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{{SECOND_POULE_D}}</a:t>
            </a:r>
          </a:p>
        </p:txBody>
      </p:sp>
      <p:sp>
        <p:nvSpPr>
          <p:cNvPr id="158" name="ZoneTexte 157">
            <a:extLst>
              <a:ext uri="{FF2B5EF4-FFF2-40B4-BE49-F238E27FC236}">
                <a16:creationId xmlns:a16="http://schemas.microsoft.com/office/drawing/2014/main" id="{10F97A4B-2CE6-834E-877B-43D9C8451FA3}"/>
              </a:ext>
            </a:extLst>
          </p:cNvPr>
          <p:cNvSpPr txBox="1"/>
          <p:nvPr/>
        </p:nvSpPr>
        <p:spPr>
          <a:xfrm>
            <a:off x="302400" y="5279933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{{WIN_POULE_A}}</a:t>
            </a:r>
          </a:p>
        </p:txBody>
      </p:sp>
    </p:spTree>
    <p:extLst>
      <p:ext uri="{BB962C8B-B14F-4D97-AF65-F5344CB8AC3E}">
        <p14:creationId xmlns:p14="http://schemas.microsoft.com/office/powerpoint/2010/main" val="40101248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ounded Rectangle 2">
            <a:extLst>
              <a:ext uri="{FF2B5EF4-FFF2-40B4-BE49-F238E27FC236}">
                <a16:creationId xmlns:a16="http://schemas.microsoft.com/office/drawing/2014/main" id="{09E25820-F75D-F44E-8354-F6B818527754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9" name="Rounded Rectangle 2">
            <a:extLst>
              <a:ext uri="{FF2B5EF4-FFF2-40B4-BE49-F238E27FC236}">
                <a16:creationId xmlns:a16="http://schemas.microsoft.com/office/drawing/2014/main" id="{82803C54-773B-4349-B14E-6F98BBB79F99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B87ADA1F-E13A-5241-889E-9FD829CAD728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71C495D7-526B-3B41-9395-A5783FC816DC}"/>
              </a:ext>
            </a:extLst>
          </p:cNvPr>
          <p:cNvSpPr/>
          <p:nvPr/>
        </p:nvSpPr>
        <p:spPr>
          <a:xfrm>
            <a:off x="3563555" y="14305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7440224" y="3063383"/>
            <a:ext cx="141479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28655" y="3077888"/>
            <a:ext cx="27306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{{C7_8_TERRAIN}}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6" y="1446132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71000" y="1446132"/>
            <a:ext cx="12846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95123" y="1446132"/>
            <a:ext cx="1338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77926" y="4589655"/>
            <a:ext cx="12777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{{C5_8_2_CODE}}</a:t>
            </a: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953000" y="4589655"/>
            <a:ext cx="1380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221496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526145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221496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8232" y="3731301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20313" y="3077888"/>
            <a:ext cx="11331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848552" y="3077888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{{C7_8_HEURE}}</a:t>
            </a: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2808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2808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07718" y="3063383"/>
            <a:ext cx="1151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42883" y="3063383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eur droit 154">
            <a:extLst>
              <a:ext uri="{FF2B5EF4-FFF2-40B4-BE49-F238E27FC236}">
                <a16:creationId xmlns:a16="http://schemas.microsoft.com/office/drawing/2014/main" id="{FC08E550-265D-B148-A192-46B5AD06923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1482" y="5261780"/>
            <a:ext cx="259200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eur droit 155">
            <a:extLst>
              <a:ext uri="{FF2B5EF4-FFF2-40B4-BE49-F238E27FC236}">
                <a16:creationId xmlns:a16="http://schemas.microsoft.com/office/drawing/2014/main" id="{49EA6DB5-9745-4942-8C78-8B8DAAF9CF09}"/>
              </a:ext>
            </a:extLst>
          </p:cNvPr>
          <p:cNvCxnSpPr>
            <a:cxnSpLocks/>
          </p:cNvCxnSpPr>
          <p:nvPr/>
        </p:nvCxnSpPr>
        <p:spPr>
          <a:xfrm rot="10800000">
            <a:off x="3305156" y="2215654"/>
            <a:ext cx="259200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eur droit 156">
            <a:extLst>
              <a:ext uri="{FF2B5EF4-FFF2-40B4-BE49-F238E27FC236}">
                <a16:creationId xmlns:a16="http://schemas.microsoft.com/office/drawing/2014/main" id="{EFF62FA7-9260-324C-B8FE-2D2B7DCC3AB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3793" y="2215710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eur droit 157">
            <a:extLst>
              <a:ext uri="{FF2B5EF4-FFF2-40B4-BE49-F238E27FC236}">
                <a16:creationId xmlns:a16="http://schemas.microsoft.com/office/drawing/2014/main" id="{64F6EADD-B1AD-5544-BCA9-43AD505B75A3}"/>
              </a:ext>
            </a:extLst>
          </p:cNvPr>
          <p:cNvCxnSpPr>
            <a:cxnSpLocks/>
          </p:cNvCxnSpPr>
          <p:nvPr/>
        </p:nvCxnSpPr>
        <p:spPr>
          <a:xfrm rot="10800000">
            <a:off x="3078453" y="3745806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ZoneTexte 158">
            <a:extLst>
              <a:ext uri="{FF2B5EF4-FFF2-40B4-BE49-F238E27FC236}">
                <a16:creationId xmlns:a16="http://schemas.microsoft.com/office/drawing/2014/main" id="{E3E93809-2DF2-144C-B3CD-C3D80F100F34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7-8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7F22173B-2EC3-D54D-BC73-CD5D8F856F9C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5-6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A84E38A-3BAD-884B-A8A8-696CA264571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C135C7C7-731C-7F4B-822A-C3FA8C062AD4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5-8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ADC64303-1D3D-FA40-A5F2-67D4E0EFD56F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EE2E1D41-10E2-2C4B-9158-BD7E6864398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2A70166-F55B-4848-9344-FE83F2D197F0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0777505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62B7D662-9230-C34F-B8BB-55B7C574B24F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300551"/>
            <a:ext cx="13011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222927" y="5300551"/>
            <a:ext cx="138184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{{C11_12_HEURE}}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8812" y="5300551"/>
            <a:ext cx="276596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{{C11_12_TERRAIN}}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6" name="Rounded Rectangle 2">
            <a:extLst>
              <a:ext uri="{FF2B5EF4-FFF2-40B4-BE49-F238E27FC236}">
                <a16:creationId xmlns:a16="http://schemas.microsoft.com/office/drawing/2014/main" id="{EA606A87-3EFB-2D49-93A3-0BCD9AA4CBE1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3063383"/>
            <a:ext cx="1213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05800" y="3063383"/>
            <a:ext cx="12874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{{C9_10_HEURE}}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22765" y="3063383"/>
            <a:ext cx="277050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{{C9_10_TERRAIN}}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8" name="Rounded Rectangle 2">
            <a:extLst>
              <a:ext uri="{FF2B5EF4-FFF2-40B4-BE49-F238E27FC236}">
                <a16:creationId xmlns:a16="http://schemas.microsoft.com/office/drawing/2014/main" id="{D00CB057-4C3F-4D41-A38F-AA2D1BFEC803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589655"/>
            <a:ext cx="14147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70451" y="4589655"/>
            <a:ext cx="14632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600" y="4589655"/>
            <a:ext cx="276608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7" name="Rounded Rectangle 2">
            <a:extLst>
              <a:ext uri="{FF2B5EF4-FFF2-40B4-BE49-F238E27FC236}">
                <a16:creationId xmlns:a16="http://schemas.microsoft.com/office/drawing/2014/main" id="{612E6990-8F67-D84E-92C9-43F76CF1996D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1446132"/>
            <a:ext cx="1381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18907" y="1446132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3" y="1446132"/>
            <a:ext cx="27705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{{C9_12_1_TERRAIN}}</a:t>
            </a:r>
          </a:p>
        </p:txBody>
      </p:sp>
      <p:sp>
        <p:nvSpPr>
          <p:cNvPr id="163" name="Rounded Rectangle 2">
            <a:extLst>
              <a:ext uri="{FF2B5EF4-FFF2-40B4-BE49-F238E27FC236}">
                <a16:creationId xmlns:a16="http://schemas.microsoft.com/office/drawing/2014/main" id="{A6F29207-9CAD-C142-89D6-74089B269E60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5431356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683073" y="5431356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{{C9_16_4_HEURE}}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22779" y="5431356"/>
            <a:ext cx="2779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{{C9_16_4_TERRAIN}}</a:t>
            </a:r>
          </a:p>
        </p:txBody>
      </p:sp>
      <p:sp>
        <p:nvSpPr>
          <p:cNvPr id="161" name="Rounded Rectangle 2">
            <a:extLst>
              <a:ext uri="{FF2B5EF4-FFF2-40B4-BE49-F238E27FC236}">
                <a16:creationId xmlns:a16="http://schemas.microsoft.com/office/drawing/2014/main" id="{ADF69762-A362-3542-A468-C11A22EC5EBC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847463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687637" y="3847463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{{C9_16_3_HEURE}}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36470" y="3847463"/>
            <a:ext cx="27613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{{C9_16_3_TERRAIN}}</a:t>
            </a:r>
          </a:p>
        </p:txBody>
      </p:sp>
      <p:sp>
        <p:nvSpPr>
          <p:cNvPr id="162" name="Rounded Rectangle 2">
            <a:extLst>
              <a:ext uri="{FF2B5EF4-FFF2-40B4-BE49-F238E27FC236}">
                <a16:creationId xmlns:a16="http://schemas.microsoft.com/office/drawing/2014/main" id="{C94CF722-0288-CA4D-8C16-D188F317D098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2271000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687637" y="2271000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{{C9_16_2_HEURE}}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6470" y="2271000"/>
            <a:ext cx="27659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4" name="Rounded Rectangle 2">
            <a:extLst>
              <a:ext uri="{FF2B5EF4-FFF2-40B4-BE49-F238E27FC236}">
                <a16:creationId xmlns:a16="http://schemas.microsoft.com/office/drawing/2014/main" id="{D8E587C7-DA51-0647-9941-54BC01034D61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600" y="702185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{{C9_16_1_CODE}}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36470" y="702185"/>
            <a:ext cx="2770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{{C9_16_1_TERRAIN}}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688091" y="702185"/>
            <a:ext cx="14147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02400" y="10406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02400" y="14642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02400" y="260944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{{LOSE_H3}}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02400" y="3033076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{{LOSE_H4}}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02400" y="418591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{{LOSE_H5}}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02400" y="460953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{{LOSE_H6}}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02400" y="5769803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{{LOSE_H7}}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02400" y="61934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{{LOSE_H8}}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6209EE5-E292-454D-96D6-609304D8CACC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38" name="ZoneTexte 137">
            <a:extLst>
              <a:ext uri="{FF2B5EF4-FFF2-40B4-BE49-F238E27FC236}">
                <a16:creationId xmlns:a16="http://schemas.microsoft.com/office/drawing/2014/main" id="{3821839A-350D-3149-9B9E-AB3BE8950756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9-12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0165E965-0AEA-4648-B670-E4F59E4F1F4A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9B59A20F-3DB6-7F4E-863D-FB9971B334F0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56" name="ZoneTexte 155">
            <a:extLst>
              <a:ext uri="{FF2B5EF4-FFF2-40B4-BE49-F238E27FC236}">
                <a16:creationId xmlns:a16="http://schemas.microsoft.com/office/drawing/2014/main" id="{95AB944F-7758-C94C-8C91-4450736E893A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58" name="ZoneTexte 157">
            <a:extLst>
              <a:ext uri="{FF2B5EF4-FFF2-40B4-BE49-F238E27FC236}">
                <a16:creationId xmlns:a16="http://schemas.microsoft.com/office/drawing/2014/main" id="{54A3E09E-8BDE-254A-BA22-E64B73E7223B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9-10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E425B123-80FF-BA45-AAA5-5677BE31A640}"/>
              </a:ext>
            </a:extLst>
          </p:cNvPr>
          <p:cNvSpPr txBox="1"/>
          <p:nvPr/>
        </p:nvSpPr>
        <p:spPr>
          <a:xfrm>
            <a:off x="6483504" y="4770979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11-12</a:t>
            </a:r>
          </a:p>
        </p:txBody>
      </p:sp>
    </p:spTree>
    <p:extLst>
      <p:ext uri="{BB962C8B-B14F-4D97-AF65-F5344CB8AC3E}">
        <p14:creationId xmlns:p14="http://schemas.microsoft.com/office/powerpoint/2010/main" val="33119538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ounded Rectangle 2">
            <a:extLst>
              <a:ext uri="{FF2B5EF4-FFF2-40B4-BE49-F238E27FC236}">
                <a16:creationId xmlns:a16="http://schemas.microsoft.com/office/drawing/2014/main" id="{93E5FC72-315D-6A42-B592-CB50BD28B511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3063383"/>
            <a:ext cx="13594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{{C13_14_CODE}}</a:t>
            </a:r>
          </a:p>
        </p:txBody>
      </p:sp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9C1E65CC-3E71-2840-A9C9-DA78D2A8308B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45600" y="3077888"/>
            <a:ext cx="13758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{{C15_16_CODE}}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03572" y="3063383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{{C13_14_TERRAIN}}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07926" y="3077888"/>
            <a:ext cx="277508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{{C15_16_TERRAIN}}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1" name="Rounded Rectangle 2">
            <a:extLst>
              <a:ext uri="{FF2B5EF4-FFF2-40B4-BE49-F238E27FC236}">
                <a16:creationId xmlns:a16="http://schemas.microsoft.com/office/drawing/2014/main" id="{1F28321A-24E9-2841-B6C4-0016AC281328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38700" y="4589655"/>
            <a:ext cx="1495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{{C13_16_2_HEURE}}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599" y="4589655"/>
            <a:ext cx="276179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2" name="Rounded Rectangle 2">
            <a:extLst>
              <a:ext uri="{FF2B5EF4-FFF2-40B4-BE49-F238E27FC236}">
                <a16:creationId xmlns:a16="http://schemas.microsoft.com/office/drawing/2014/main" id="{ADAD8AF2-6B51-3E4D-BEBC-C5F21C2CFD7F}"/>
              </a:ext>
            </a:extLst>
          </p:cNvPr>
          <p:cNvSpPr/>
          <p:nvPr/>
        </p:nvSpPr>
        <p:spPr>
          <a:xfrm>
            <a:off x="3563555" y="14305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838700" y="1446132"/>
            <a:ext cx="1495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{{C13_16_1_HEURE}}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866" y="1446132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{{C13_16_1_TERRAIN}}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599" y="1446132"/>
            <a:ext cx="14658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{{C13_16_1_CODE}}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589655"/>
            <a:ext cx="14658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{{C13_16_2_CODE}}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720997" y="3077888"/>
            <a:ext cx="136201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{{C15_16_HEURE}}</a:t>
            </a: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3024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3024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162552" y="3063383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{{C13_14_HEURE}}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{{WIN_C13_16_1}}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C13_16</a:t>
            </a:r>
            <a:r>
              <a:rPr lang="fr-FR" sz="800" dirty="0"/>
              <a:t>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4" name="Groupe 153">
            <a:extLst>
              <a:ext uri="{FF2B5EF4-FFF2-40B4-BE49-F238E27FC236}">
                <a16:creationId xmlns:a16="http://schemas.microsoft.com/office/drawing/2014/main" id="{663EBACE-D0FB-8E43-9D99-3D87DCAF21E0}"/>
              </a:ext>
            </a:extLst>
          </p:cNvPr>
          <p:cNvGrpSpPr/>
          <p:nvPr/>
        </p:nvGrpSpPr>
        <p:grpSpPr>
          <a:xfrm rot="10800000">
            <a:off x="3078453" y="2215654"/>
            <a:ext cx="469872" cy="3046488"/>
            <a:chOff x="6333698" y="2051381"/>
            <a:chExt cx="469872" cy="3046488"/>
          </a:xfrm>
        </p:grpSpPr>
        <p:cxnSp>
          <p:nvCxnSpPr>
            <p:cNvPr id="155" name="Connecteur droit 154">
              <a:extLst>
                <a:ext uri="{FF2B5EF4-FFF2-40B4-BE49-F238E27FC236}">
                  <a16:creationId xmlns:a16="http://schemas.microsoft.com/office/drawing/2014/main" id="{FC08E550-265D-B148-A192-46B5AD0692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necteur droit 155">
              <a:extLst>
                <a:ext uri="{FF2B5EF4-FFF2-40B4-BE49-F238E27FC236}">
                  <a16:creationId xmlns:a16="http://schemas.microsoft.com/office/drawing/2014/main" id="{49EA6DB5-9745-4942-8C78-8B8DAAF9CF09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cteur droit 156">
              <a:extLst>
                <a:ext uri="{FF2B5EF4-FFF2-40B4-BE49-F238E27FC236}">
                  <a16:creationId xmlns:a16="http://schemas.microsoft.com/office/drawing/2014/main" id="{EFF62FA7-9260-324C-B8FE-2D2B7DCC3A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necteur droit 157">
              <a:extLst>
                <a:ext uri="{FF2B5EF4-FFF2-40B4-BE49-F238E27FC236}">
                  <a16:creationId xmlns:a16="http://schemas.microsoft.com/office/drawing/2014/main" id="{64F6EADD-B1AD-5544-BCA9-43AD505B75A3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904A0942-903D-9742-93EA-B8F37445DDA4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15-16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65FC3FC6-EEBC-3048-9EFF-A7A6397DB16A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13-14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7CB271E-7CD3-6245-AD55-53A543E737B2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31DF1842-41B2-7B44-ADE0-CA30EB7B3FBC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13-16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7B34F9C7-4452-FD46-80C2-26E19D3F290B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CF7A0267-61F4-2E4E-B8FA-D0C2F045C212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C1D14E81-30AB-664A-943D-C07DF5D27ECB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23118982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/>
        </p:nvGraphicFramePr>
        <p:xfrm>
          <a:off x="154982" y="808734"/>
          <a:ext cx="9608952" cy="54801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365341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{{PL6_TERRAIN}}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{{PL6_EQ1}}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{{PL6_EQ2}}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{{PL7_TERRAIN}}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{{PL7_EQ1}}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{{PL7_EQ2}}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{{PL8_</a:t>
                      </a:r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HEURE</a:t>
                      </a:r>
                      <a:r>
                        <a:rPr lang="fr-FR" sz="1000" dirty="0">
                          <a:latin typeface="TSL Sans" pitchFamily="2" charset="0"/>
                        </a:rPr>
                        <a:t>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{{PL8_TERRAIN}}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{{PL8_EQ1}}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{{PL8_EQ2}}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{{PL9_TERRAIN}}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{{PL9_EQ1}}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{{PL9_EQ2}}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{{PL10_TERRAIN}}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{{PL10_EQ1}}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{{PL11_TERRAIN}}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{{PL11_EQ1}}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{{PL12_EQ1}}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{{PL13_TERRAIN}}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{{PL13_EQ1}}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{{PL13_EQ2}}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{{PL14_TERRAIN}}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{{PL14_EQ1}}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{{PL14_EQ2}}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22B2846-4211-C44C-9611-4B3ACC143F2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6E5B2FF2-D9ED-E543-87EC-EE991A9B5DA9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1/4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6453E95-E34F-9B4A-9895-8C5B8FE7CEA5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CC599476-118F-E54B-906F-F353F747F85B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6FBC64D-5FA3-7D41-A50E-8BE54D4E144B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2295734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/>
        </p:nvGraphicFramePr>
        <p:xfrm>
          <a:off x="154982" y="808734"/>
          <a:ext cx="9608952" cy="51401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302709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2051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{{PL15_TERRAIN}}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{{PL15_EQ1}}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{{PL15_EQ2}}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2051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{{PL16_TERRAIN}}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{{PL16_EQ1}}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{{PL16_EQ2}}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32051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{{PL17_TERRAIN}}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{{PL17_EQ1}}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{{PL17_EQ2}}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32051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{{PL18_HEURE}}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{{PL18_TERRAIN}}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{{PL18_EQ1}}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{{PL18_EQ2}}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32051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{{PL19_TERRAIN}}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{{PL19_EQ1}}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{{PL19_EQ2}}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32051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{{PL20_TERRAIN}}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{{PL20_EQ1}}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{{PL20_EQ2}}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32051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{{PL21_TERRAIN}}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{{PL21_EQ1}}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32051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{{PL22_EQ1}}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32051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{{PL23_TERRAIN}}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{{PL23_EQ1}}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{{PL23_EQ2}}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390554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{{PL24_TERRAIN}}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{{PL24_EQ1}}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{{PL24_EQ2}}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390554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{{PL25_TERRAIN}}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{{PL25_EQ1}}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{{PL25_EQ2}}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390554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{{PL26_TERRAIN}}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{{PL26_EQ1}}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{{PL26_EQ2}}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390554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{{PL27_TERRAIN}}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{{PL27_EQ1}}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{{PL27_EQ2}}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390554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{{PL28_HEURE}}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{{PL28_TERRAIN}}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{{PL28_EQ1}}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{{PL28_EQ2}}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4CC8446-F16C-6543-8DB9-D332832BE329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A18257F-4205-BA43-A0FA-034C7653FA6C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2/4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7721A7F-3A22-1646-A99D-79EC51A51D64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E0721B86-604D-2449-BF44-6E9C4675B0E7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C0C984A4-67D0-E543-9E13-2E91A75E4B64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8815816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/>
        </p:nvGraphicFramePr>
        <p:xfrm>
          <a:off x="154982" y="808736"/>
          <a:ext cx="9608952" cy="53713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339453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{{PL29_TERRAIN}}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{{PL29_EQ1}}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{{PL29_EQ2}}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{{PL30_TERRAIN}}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{{PL30_EQ1}}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{{PL31_TERRAIN}}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{{PL31_EQ1}}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{{PL32_EQ1}}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{{PL33_TERRAIN}}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{{PL33_EQ1}}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{{PL33_EQ2}}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{{PL34_TERRAIN}}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{{PL34_EQ1}}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{{PL34_EQ2}}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{{PL35_TERRAIN}}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{{PL35_EQ1}}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{{PL35_EQ2}}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{{PL36_TERRAIN}}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{{PL36_EQ1}}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{{PL36_EQ2}}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{{PL37_TERRAIN}}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{{PL37_EQ1}}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{{PL37_EQ2}}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{{PL38_HEURE}}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{{PL38_TERRAIN}}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{{PL38_EQ1}}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{{PL38_EQ2}}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{{PL39_TERRAIN}}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{{PL39_EQ1}}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{{PL39_EQ2}}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{{PL40_TERRAIN}}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{{PL40_EQ1}}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{{PL41_TERRAIN}}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{{PL41_EQ1}}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{{PL42_EQ1}}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097B25A-91BF-AF48-8261-685C07E97C68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F6A420C-18F2-0F4C-8A96-01570FF5ACD2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3/4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341F304-5541-4648-BDFF-1D94E25F0568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81ECFF1-64A6-3E42-A42E-6389480B33B1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3F8D440-9BF2-724C-B126-EEF8D053C1FF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755435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8840055"/>
              </p:ext>
            </p:extLst>
          </p:nvPr>
        </p:nvGraphicFramePr>
        <p:xfrm>
          <a:off x="148524" y="957004"/>
          <a:ext cx="9608952" cy="53322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336984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5680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{{PL43_TERRAIN}}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{{PL43_EQ1}}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{{PL43_EQ2}}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5680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{{PL44_TERRAIN}}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{{PL44_EQ1}}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{{PL44_EQ2}}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35680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{{PL45_TERRAIN}}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{{PL45_EQ1}}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{{PL45_EQ2}}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35680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{{PL46_TERRAIN}}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{{PL46_EQ1}}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{{PL46_EQ2}}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35680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{{PL47_TERRAIN}}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{{PL47_EQ1}}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{{PL47_EQ2}}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35680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{{PL48_HEURE}}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{{PL48_TERRAIN}}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{{PL48_EQ1}}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{{PL48_EQ2}}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35680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{{PL49_TERRAIN}}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{{PL49_EQ1}}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{{PL49_EQ2}}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35680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{{PL50_TERRAIN}}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{{PL50_EQ1}}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35680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{{PL51_TERRAIN}}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{{PL51_EQ1}}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35680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{{PL52_EQ1}}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35680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{{PL53_TERRAIN}}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{{PL53_EQ1}}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{{PL53_EQ2}}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8886121"/>
                  </a:ext>
                </a:extLst>
              </a:tr>
              <a:tr h="35680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{{PL54_TERRAIN}}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{{PL54_EQ1}}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{{PL54_EQ2}}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28468409"/>
                  </a:ext>
                </a:extLst>
              </a:tr>
              <a:tr h="35680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{{PL55_TERRAIN}}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{{PL55_EQ1}}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{{PL55_EQ2}}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0169697"/>
                  </a:ext>
                </a:extLst>
              </a:tr>
              <a:tr h="35680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{{PL56_TERRAIN}}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{{PL56_EQ1}}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{{PL56_EQ2}}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930573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C997274-CF81-8549-93DF-0639A93CC683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D548603-7F0F-BA4D-B21F-80AF6EA302A8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4/4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52B4EC8F-A591-DC46-BC38-052289F8B205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44D3B09-28E7-B648-8A65-502E945F093D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B66DCD1-473F-4244-9C38-8113109E3EA0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6651561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/>
        </p:nvGraphicFramePr>
        <p:xfrm>
          <a:off x="179521" y="732572"/>
          <a:ext cx="9546957" cy="571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340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5712480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362137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PLACE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</a:t>
                      </a:r>
                      <a:r>
                        <a:rPr lang="fr-FR" sz="90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QUIPE </a:t>
                      </a:r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POINTS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🥇 1 </a:t>
                      </a: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🥇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{{PTS1}}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4322995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r>
                        <a:rPr lang="fr-FR" sz="900" dirty="0">
                          <a:latin typeface="TSL Sans" pitchFamily="2" charset="0"/>
                        </a:rPr>
                        <a:t> 2 </a:t>
                      </a: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9077651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🥉</a:t>
                      </a:r>
                      <a:r>
                        <a:rPr lang="fr-FR" sz="900" dirty="0">
                          <a:latin typeface="TSL Sans" pitchFamily="2" charset="0"/>
                        </a:rPr>
                        <a:t> 3 🥉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{{PTS3}}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0880698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4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{{PTS4}}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4426066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5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{{PTS5}}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1606597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6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{{PTS6}}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57398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7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{{PTS7}}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569538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8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{{PTS8}}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344132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9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{{PTS9}}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1889074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10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{{PTS10}}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762425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11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3445424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12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927707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13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{{PTS13}}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3476191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14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{{PTS14}}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1911877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15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{{PTS15}}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7185633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16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{{PTS16}}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895143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17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{{PTS17}}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577431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18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{{PTS18}}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2233176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19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{{PTS19}}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4654135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20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{{PTS20}}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104827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21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816236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22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0560290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23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{{PTS23}}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253267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24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{{PTS24}}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0486508"/>
                  </a:ext>
                </a:extLst>
              </a:tr>
            </a:tbl>
          </a:graphicData>
        </a:graphic>
      </p:graphicFrame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969D7D54-6428-B64B-8CA5-025EF6497F61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B2D64F24-CE98-3945-8EE7-E7C681137E62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9B71997-3F5A-3B4F-821A-6BD64F09D44D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FINAL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A604D68-0191-2745-ACFE-BC2603246FD9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8CEFFD1-B89A-1A49-81E4-B8831C4ED2D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0C59F73-E6B8-7749-91DB-F643670D41C2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4218794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2466</TotalTime>
  <Words>4132</Words>
  <Application>Microsoft Macintosh PowerPoint</Application>
  <PresentationFormat>Format A4 (210 x 297 mm)</PresentationFormat>
  <Paragraphs>963</Paragraphs>
  <Slides>18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18</vt:i4>
      </vt:variant>
    </vt:vector>
  </HeadingPairs>
  <TitlesOfParts>
    <vt:vector size="24" baseType="lpstr">
      <vt:lpstr>Arial</vt:lpstr>
      <vt:lpstr>Calibri</vt:lpstr>
      <vt:lpstr>Grindy Brush</vt:lpstr>
      <vt:lpstr>Noto Sans</vt:lpstr>
      <vt:lpstr>TSL Sans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Rémi Di Francia</cp:lastModifiedBy>
  <cp:revision>97</cp:revision>
  <dcterms:created xsi:type="dcterms:W3CDTF">2013-01-27T09:14:16Z</dcterms:created>
  <dcterms:modified xsi:type="dcterms:W3CDTF">2026-07-07T21:19:19Z</dcterms:modified>
  <cp:category/>
</cp:coreProperties>
</file>