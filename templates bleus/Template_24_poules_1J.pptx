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9" r:id="rId2"/>
    <p:sldId id="282" r:id="rId3"/>
    <p:sldId id="267" r:id="rId4"/>
    <p:sldId id="271" r:id="rId5"/>
    <p:sldId id="272" r:id="rId6"/>
    <p:sldId id="273" r:id="rId7"/>
    <p:sldId id="274" r:id="rId8"/>
    <p:sldId id="264" r:id="rId9"/>
    <p:sldId id="260" r:id="rId10"/>
    <p:sldId id="265" r:id="rId11"/>
    <p:sldId id="261" r:id="rId12"/>
    <p:sldId id="279" r:id="rId13"/>
    <p:sldId id="270" r:id="rId14"/>
    <p:sldId id="281" r:id="rId15"/>
    <p:sldId id="263" r:id="rId16"/>
    <p:sldId id="269" r:id="rId17"/>
  </p:sldIdLst>
  <p:sldSz cx="9906000" cy="6858000" type="A4"/>
  <p:notesSz cx="6858000" cy="9144000"/>
  <p:defaultTextStyle>
    <a:defPPr>
      <a:defRPr lang="en-US"/>
    </a:defPPr>
    <a:lvl1pPr marL="0" algn="l" defTabSz="419938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1pPr>
    <a:lvl2pPr marL="419938" algn="l" defTabSz="419938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2pPr>
    <a:lvl3pPr marL="839876" algn="l" defTabSz="419938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3pPr>
    <a:lvl4pPr marL="1259815" algn="l" defTabSz="419938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4pPr>
    <a:lvl5pPr marL="1679753" algn="l" defTabSz="419938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5pPr>
    <a:lvl6pPr marL="2099691" algn="l" defTabSz="419938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6pPr>
    <a:lvl7pPr marL="2519629" algn="l" defTabSz="419938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7pPr>
    <a:lvl8pPr marL="2939567" algn="l" defTabSz="419938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8pPr>
    <a:lvl9pPr marL="3359506" algn="l" defTabSz="419938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59" userDrawn="1">
          <p15:clr>
            <a:srgbClr val="A4A3A4"/>
          </p15:clr>
        </p15:guide>
        <p15:guide id="2" pos="266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505E3EF-67EA-436B-97B2-0124C06EBD24}" styleName="Style moyen 4 - Accentuation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248"/>
    <p:restoredTop sz="94694"/>
  </p:normalViewPr>
  <p:slideViewPr>
    <p:cSldViewPr snapToGrid="0" snapToObjects="1">
      <p:cViewPr varScale="1">
        <p:scale>
          <a:sx n="121" d="100"/>
          <a:sy n="121" d="100"/>
        </p:scale>
        <p:origin x="1384" y="176"/>
      </p:cViewPr>
      <p:guideLst>
        <p:guide orient="horz" pos="1959"/>
        <p:guide pos="266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58DB49-402F-FB41-B58E-980CBE386162}" type="datetimeFigureOut">
              <a:rPr lang="fr-FR" smtClean="0"/>
              <a:t>26/06/2026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8C9A40-B94C-6A45-93D8-A04E1246FE3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415802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1pPr>
    <a:lvl2pPr marL="419938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2pPr>
    <a:lvl3pPr marL="839876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3pPr>
    <a:lvl4pPr marL="1259815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4pPr>
    <a:lvl5pPr marL="1679753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5pPr>
    <a:lvl6pPr marL="2099691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6pPr>
    <a:lvl7pPr marL="2519629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7pPr>
    <a:lvl8pPr marL="2939567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8pPr>
    <a:lvl9pPr marL="3359506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35585" y="1931872"/>
            <a:ext cx="7203293" cy="133302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71169" y="3524010"/>
            <a:ext cx="5932124" cy="1589259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145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8291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2437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65835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0729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4875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90212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31671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9424" y="3996182"/>
            <a:ext cx="7203293" cy="1235131"/>
          </a:xfrm>
        </p:spPr>
        <p:txBody>
          <a:bodyPr anchor="t"/>
          <a:lstStyle>
            <a:lvl1pPr algn="l">
              <a:defRPr sz="3627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9424" y="2635811"/>
            <a:ext cx="7203293" cy="1360371"/>
          </a:xfrm>
        </p:spPr>
        <p:txBody>
          <a:bodyPr anchor="b"/>
          <a:lstStyle>
            <a:lvl1pPr marL="0" indent="0">
              <a:buNone/>
              <a:defRPr sz="1814">
                <a:solidFill>
                  <a:schemeClr val="tx1">
                    <a:tint val="75000"/>
                  </a:schemeClr>
                </a:solidFill>
              </a:defRPr>
            </a:lvl1pPr>
            <a:lvl2pPr marL="414589" indent="0">
              <a:buNone/>
              <a:defRPr sz="1632">
                <a:solidFill>
                  <a:schemeClr val="tx1">
                    <a:tint val="75000"/>
                  </a:schemeClr>
                </a:solidFill>
              </a:defRPr>
            </a:lvl2pPr>
            <a:lvl3pPr marL="829178" indent="0">
              <a:buNone/>
              <a:defRPr sz="1451">
                <a:solidFill>
                  <a:schemeClr val="tx1">
                    <a:tint val="75000"/>
                  </a:schemeClr>
                </a:solidFill>
              </a:defRPr>
            </a:lvl3pPr>
            <a:lvl4pPr marL="1243767" indent="0">
              <a:buNone/>
              <a:defRPr sz="1270">
                <a:solidFill>
                  <a:schemeClr val="tx1">
                    <a:tint val="75000"/>
                  </a:schemeClr>
                </a:solidFill>
              </a:defRPr>
            </a:lvl4pPr>
            <a:lvl5pPr marL="1658356" indent="0">
              <a:buNone/>
              <a:defRPr sz="1270">
                <a:solidFill>
                  <a:schemeClr val="tx1">
                    <a:tint val="75000"/>
                  </a:schemeClr>
                </a:solidFill>
              </a:defRPr>
            </a:lvl5pPr>
            <a:lvl6pPr marL="2072945" indent="0">
              <a:buNone/>
              <a:defRPr sz="1270">
                <a:solidFill>
                  <a:schemeClr val="tx1">
                    <a:tint val="75000"/>
                  </a:schemeClr>
                </a:solidFill>
              </a:defRPr>
            </a:lvl6pPr>
            <a:lvl7pPr marL="2487534" indent="0">
              <a:buNone/>
              <a:defRPr sz="1270">
                <a:solidFill>
                  <a:schemeClr val="tx1">
                    <a:tint val="75000"/>
                  </a:schemeClr>
                </a:solidFill>
              </a:defRPr>
            </a:lvl7pPr>
            <a:lvl8pPr marL="2902123" indent="0">
              <a:buNone/>
              <a:defRPr sz="1270">
                <a:solidFill>
                  <a:schemeClr val="tx1">
                    <a:tint val="75000"/>
                  </a:schemeClr>
                </a:solidFill>
              </a:defRPr>
            </a:lvl8pPr>
            <a:lvl9pPr marL="3316712" indent="0">
              <a:buNone/>
              <a:defRPr sz="127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23723" y="1451063"/>
            <a:ext cx="3742888" cy="4104148"/>
          </a:xfrm>
        </p:spPr>
        <p:txBody>
          <a:bodyPr/>
          <a:lstStyle>
            <a:lvl1pPr>
              <a:defRPr sz="2539"/>
            </a:lvl1pPr>
            <a:lvl2pPr>
              <a:defRPr sz="2176"/>
            </a:lvl2pPr>
            <a:lvl3pPr>
              <a:defRPr sz="1814"/>
            </a:lvl3pPr>
            <a:lvl4pPr>
              <a:defRPr sz="1632"/>
            </a:lvl4pPr>
            <a:lvl5pPr>
              <a:defRPr sz="1632"/>
            </a:lvl5pPr>
            <a:lvl6pPr>
              <a:defRPr sz="1632"/>
            </a:lvl6pPr>
            <a:lvl7pPr>
              <a:defRPr sz="1632"/>
            </a:lvl7pPr>
            <a:lvl8pPr>
              <a:defRPr sz="1632"/>
            </a:lvl8pPr>
            <a:lvl9pPr>
              <a:defRPr sz="1632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07852" y="1451063"/>
            <a:ext cx="3742888" cy="4104148"/>
          </a:xfrm>
        </p:spPr>
        <p:txBody>
          <a:bodyPr/>
          <a:lstStyle>
            <a:lvl1pPr>
              <a:defRPr sz="2539"/>
            </a:lvl1pPr>
            <a:lvl2pPr>
              <a:defRPr sz="2176"/>
            </a:lvl2pPr>
            <a:lvl3pPr>
              <a:defRPr sz="1814"/>
            </a:lvl3pPr>
            <a:lvl4pPr>
              <a:defRPr sz="1632"/>
            </a:lvl4pPr>
            <a:lvl5pPr>
              <a:defRPr sz="1632"/>
            </a:lvl5pPr>
            <a:lvl6pPr>
              <a:defRPr sz="1632"/>
            </a:lvl6pPr>
            <a:lvl7pPr>
              <a:defRPr sz="1632"/>
            </a:lvl7pPr>
            <a:lvl8pPr>
              <a:defRPr sz="1632"/>
            </a:lvl8pPr>
            <a:lvl9pPr>
              <a:defRPr sz="1632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23723" y="1392042"/>
            <a:ext cx="3744359" cy="580137"/>
          </a:xfrm>
        </p:spPr>
        <p:txBody>
          <a:bodyPr anchor="b"/>
          <a:lstStyle>
            <a:lvl1pPr marL="0" indent="0">
              <a:buNone/>
              <a:defRPr sz="2176" b="1"/>
            </a:lvl1pPr>
            <a:lvl2pPr marL="414589" indent="0">
              <a:buNone/>
              <a:defRPr sz="1814" b="1"/>
            </a:lvl2pPr>
            <a:lvl3pPr marL="829178" indent="0">
              <a:buNone/>
              <a:defRPr sz="1632" b="1"/>
            </a:lvl3pPr>
            <a:lvl4pPr marL="1243767" indent="0">
              <a:buNone/>
              <a:defRPr sz="1451" b="1"/>
            </a:lvl4pPr>
            <a:lvl5pPr marL="1658356" indent="0">
              <a:buNone/>
              <a:defRPr sz="1451" b="1"/>
            </a:lvl5pPr>
            <a:lvl6pPr marL="2072945" indent="0">
              <a:buNone/>
              <a:defRPr sz="1451" b="1"/>
            </a:lvl6pPr>
            <a:lvl7pPr marL="2487534" indent="0">
              <a:buNone/>
              <a:defRPr sz="1451" b="1"/>
            </a:lvl7pPr>
            <a:lvl8pPr marL="2902123" indent="0">
              <a:buNone/>
              <a:defRPr sz="1451" b="1"/>
            </a:lvl8pPr>
            <a:lvl9pPr marL="3316712" indent="0">
              <a:buNone/>
              <a:defRPr sz="145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3723" y="1972179"/>
            <a:ext cx="3744359" cy="3583032"/>
          </a:xfrm>
        </p:spPr>
        <p:txBody>
          <a:bodyPr/>
          <a:lstStyle>
            <a:lvl1pPr>
              <a:defRPr sz="2176"/>
            </a:lvl1pPr>
            <a:lvl2pPr>
              <a:defRPr sz="1814"/>
            </a:lvl2pPr>
            <a:lvl3pPr>
              <a:defRPr sz="1632"/>
            </a:lvl3pPr>
            <a:lvl4pPr>
              <a:defRPr sz="1451"/>
            </a:lvl4pPr>
            <a:lvl5pPr>
              <a:defRPr sz="1451"/>
            </a:lvl5pPr>
            <a:lvl6pPr>
              <a:defRPr sz="1451"/>
            </a:lvl6pPr>
            <a:lvl7pPr>
              <a:defRPr sz="1451"/>
            </a:lvl7pPr>
            <a:lvl8pPr>
              <a:defRPr sz="1451"/>
            </a:lvl8pPr>
            <a:lvl9pPr>
              <a:defRPr sz="145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04910" y="1392042"/>
            <a:ext cx="3745830" cy="580137"/>
          </a:xfrm>
        </p:spPr>
        <p:txBody>
          <a:bodyPr anchor="b"/>
          <a:lstStyle>
            <a:lvl1pPr marL="0" indent="0">
              <a:buNone/>
              <a:defRPr sz="2176" b="1"/>
            </a:lvl1pPr>
            <a:lvl2pPr marL="414589" indent="0">
              <a:buNone/>
              <a:defRPr sz="1814" b="1"/>
            </a:lvl2pPr>
            <a:lvl3pPr marL="829178" indent="0">
              <a:buNone/>
              <a:defRPr sz="1632" b="1"/>
            </a:lvl3pPr>
            <a:lvl4pPr marL="1243767" indent="0">
              <a:buNone/>
              <a:defRPr sz="1451" b="1"/>
            </a:lvl4pPr>
            <a:lvl5pPr marL="1658356" indent="0">
              <a:buNone/>
              <a:defRPr sz="1451" b="1"/>
            </a:lvl5pPr>
            <a:lvl6pPr marL="2072945" indent="0">
              <a:buNone/>
              <a:defRPr sz="1451" b="1"/>
            </a:lvl6pPr>
            <a:lvl7pPr marL="2487534" indent="0">
              <a:buNone/>
              <a:defRPr sz="1451" b="1"/>
            </a:lvl7pPr>
            <a:lvl8pPr marL="2902123" indent="0">
              <a:buNone/>
              <a:defRPr sz="1451" b="1"/>
            </a:lvl8pPr>
            <a:lvl9pPr marL="3316712" indent="0">
              <a:buNone/>
              <a:defRPr sz="145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304910" y="1972179"/>
            <a:ext cx="3745830" cy="3583032"/>
          </a:xfrm>
        </p:spPr>
        <p:txBody>
          <a:bodyPr/>
          <a:lstStyle>
            <a:lvl1pPr>
              <a:defRPr sz="2176"/>
            </a:lvl1pPr>
            <a:lvl2pPr>
              <a:defRPr sz="1814"/>
            </a:lvl2pPr>
            <a:lvl3pPr>
              <a:defRPr sz="1632"/>
            </a:lvl3pPr>
            <a:lvl4pPr>
              <a:defRPr sz="1451"/>
            </a:lvl4pPr>
            <a:lvl5pPr>
              <a:defRPr sz="1451"/>
            </a:lvl5pPr>
            <a:lvl6pPr>
              <a:defRPr sz="1451"/>
            </a:lvl6pPr>
            <a:lvl7pPr>
              <a:defRPr sz="1451"/>
            </a:lvl7pPr>
            <a:lvl8pPr>
              <a:defRPr sz="1451"/>
            </a:lvl8pPr>
            <a:lvl9pPr>
              <a:defRPr sz="145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3724" y="247602"/>
            <a:ext cx="2788040" cy="1053748"/>
          </a:xfrm>
        </p:spPr>
        <p:txBody>
          <a:bodyPr anchor="b"/>
          <a:lstStyle>
            <a:lvl1pPr algn="l">
              <a:defRPr sz="1814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13280" y="247602"/>
            <a:ext cx="4737460" cy="5307609"/>
          </a:xfrm>
        </p:spPr>
        <p:txBody>
          <a:bodyPr/>
          <a:lstStyle>
            <a:lvl1pPr>
              <a:defRPr sz="2902"/>
            </a:lvl1pPr>
            <a:lvl2pPr>
              <a:defRPr sz="2539"/>
            </a:lvl2pPr>
            <a:lvl3pPr>
              <a:defRPr sz="2176"/>
            </a:lvl3pPr>
            <a:lvl4pPr>
              <a:defRPr sz="1814"/>
            </a:lvl4pPr>
            <a:lvl5pPr>
              <a:defRPr sz="1814"/>
            </a:lvl5pPr>
            <a:lvl6pPr>
              <a:defRPr sz="1814"/>
            </a:lvl6pPr>
            <a:lvl7pPr>
              <a:defRPr sz="1814"/>
            </a:lvl7pPr>
            <a:lvl8pPr>
              <a:defRPr sz="1814"/>
            </a:lvl8pPr>
            <a:lvl9pPr>
              <a:defRPr sz="1814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23724" y="1301350"/>
            <a:ext cx="2788040" cy="4253861"/>
          </a:xfrm>
        </p:spPr>
        <p:txBody>
          <a:bodyPr/>
          <a:lstStyle>
            <a:lvl1pPr marL="0" indent="0">
              <a:buNone/>
              <a:defRPr sz="1270"/>
            </a:lvl1pPr>
            <a:lvl2pPr marL="414589" indent="0">
              <a:buNone/>
              <a:defRPr sz="1088"/>
            </a:lvl2pPr>
            <a:lvl3pPr marL="829178" indent="0">
              <a:buNone/>
              <a:defRPr sz="907"/>
            </a:lvl3pPr>
            <a:lvl4pPr marL="1243767" indent="0">
              <a:buNone/>
              <a:defRPr sz="816"/>
            </a:lvl4pPr>
            <a:lvl5pPr marL="1658356" indent="0">
              <a:buNone/>
              <a:defRPr sz="816"/>
            </a:lvl5pPr>
            <a:lvl6pPr marL="2072945" indent="0">
              <a:buNone/>
              <a:defRPr sz="816"/>
            </a:lvl6pPr>
            <a:lvl7pPr marL="2487534" indent="0">
              <a:buNone/>
              <a:defRPr sz="816"/>
            </a:lvl7pPr>
            <a:lvl8pPr marL="2902123" indent="0">
              <a:buNone/>
              <a:defRPr sz="816"/>
            </a:lvl8pPr>
            <a:lvl9pPr marL="3316712" indent="0">
              <a:buNone/>
              <a:defRPr sz="816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61054" y="4353189"/>
            <a:ext cx="5084678" cy="513919"/>
          </a:xfrm>
        </p:spPr>
        <p:txBody>
          <a:bodyPr anchor="b"/>
          <a:lstStyle>
            <a:lvl1pPr algn="l">
              <a:defRPr sz="1814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661054" y="555665"/>
            <a:ext cx="5084678" cy="3731305"/>
          </a:xfrm>
        </p:spPr>
        <p:txBody>
          <a:bodyPr/>
          <a:lstStyle>
            <a:lvl1pPr marL="0" indent="0">
              <a:buNone/>
              <a:defRPr sz="2902"/>
            </a:lvl1pPr>
            <a:lvl2pPr marL="414589" indent="0">
              <a:buNone/>
              <a:defRPr sz="2539"/>
            </a:lvl2pPr>
            <a:lvl3pPr marL="829178" indent="0">
              <a:buNone/>
              <a:defRPr sz="2176"/>
            </a:lvl3pPr>
            <a:lvl4pPr marL="1243767" indent="0">
              <a:buNone/>
              <a:defRPr sz="1814"/>
            </a:lvl4pPr>
            <a:lvl5pPr marL="1658356" indent="0">
              <a:buNone/>
              <a:defRPr sz="1814"/>
            </a:lvl5pPr>
            <a:lvl6pPr marL="2072945" indent="0">
              <a:buNone/>
              <a:defRPr sz="1814"/>
            </a:lvl6pPr>
            <a:lvl7pPr marL="2487534" indent="0">
              <a:buNone/>
              <a:defRPr sz="1814"/>
            </a:lvl7pPr>
            <a:lvl8pPr marL="2902123" indent="0">
              <a:buNone/>
              <a:defRPr sz="1814"/>
            </a:lvl8pPr>
            <a:lvl9pPr marL="3316712" indent="0">
              <a:buNone/>
              <a:defRPr sz="1814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61054" y="4867107"/>
            <a:ext cx="5084678" cy="729850"/>
          </a:xfrm>
        </p:spPr>
        <p:txBody>
          <a:bodyPr/>
          <a:lstStyle>
            <a:lvl1pPr marL="0" indent="0">
              <a:buNone/>
              <a:defRPr sz="1270"/>
            </a:lvl1pPr>
            <a:lvl2pPr marL="414589" indent="0">
              <a:buNone/>
              <a:defRPr sz="1088"/>
            </a:lvl2pPr>
            <a:lvl3pPr marL="829178" indent="0">
              <a:buNone/>
              <a:defRPr sz="907"/>
            </a:lvl3pPr>
            <a:lvl4pPr marL="1243767" indent="0">
              <a:buNone/>
              <a:defRPr sz="816"/>
            </a:lvl4pPr>
            <a:lvl5pPr marL="1658356" indent="0">
              <a:buNone/>
              <a:defRPr sz="816"/>
            </a:lvl5pPr>
            <a:lvl6pPr marL="2072945" indent="0">
              <a:buNone/>
              <a:defRPr sz="816"/>
            </a:lvl6pPr>
            <a:lvl7pPr marL="2487534" indent="0">
              <a:buNone/>
              <a:defRPr sz="816"/>
            </a:lvl7pPr>
            <a:lvl8pPr marL="2902123" indent="0">
              <a:buNone/>
              <a:defRPr sz="816"/>
            </a:lvl8pPr>
            <a:lvl9pPr marL="3316712" indent="0">
              <a:buNone/>
              <a:defRPr sz="816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43986" y="249042"/>
            <a:ext cx="1906754" cy="530616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23723" y="249042"/>
            <a:ext cx="5579021" cy="530616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23723" y="249042"/>
            <a:ext cx="7627016" cy="103647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23723" y="1451063"/>
            <a:ext cx="7627016" cy="41041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23723" y="5763945"/>
            <a:ext cx="1977375" cy="3310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8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5441" y="5763945"/>
            <a:ext cx="2683580" cy="3310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8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073365" y="5763945"/>
            <a:ext cx="1977375" cy="3310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8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14589" rtl="0" eaLnBrk="1" latinLnBrk="0" hangingPunct="1">
        <a:spcBef>
          <a:spcPct val="0"/>
        </a:spcBef>
        <a:buNone/>
        <a:defRPr sz="399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10942" indent="-310942" algn="l" defTabSz="414589" rtl="0" eaLnBrk="1" latinLnBrk="0" hangingPunct="1">
        <a:spcBef>
          <a:spcPct val="20000"/>
        </a:spcBef>
        <a:buFont typeface="Arial"/>
        <a:buChar char="•"/>
        <a:defRPr sz="2902" kern="1200">
          <a:solidFill>
            <a:schemeClr val="tx1"/>
          </a:solidFill>
          <a:latin typeface="+mn-lt"/>
          <a:ea typeface="+mn-ea"/>
          <a:cs typeface="+mn-cs"/>
        </a:defRPr>
      </a:lvl1pPr>
      <a:lvl2pPr marL="673707" indent="-259118" algn="l" defTabSz="414589" rtl="0" eaLnBrk="1" latinLnBrk="0" hangingPunct="1">
        <a:spcBef>
          <a:spcPct val="20000"/>
        </a:spcBef>
        <a:buFont typeface="Arial"/>
        <a:buChar char="–"/>
        <a:defRPr sz="2539" kern="1200">
          <a:solidFill>
            <a:schemeClr val="tx1"/>
          </a:solidFill>
          <a:latin typeface="+mn-lt"/>
          <a:ea typeface="+mn-ea"/>
          <a:cs typeface="+mn-cs"/>
        </a:defRPr>
      </a:lvl2pPr>
      <a:lvl3pPr marL="1036472" indent="-207294" algn="l" defTabSz="414589" rtl="0" eaLnBrk="1" latinLnBrk="0" hangingPunct="1">
        <a:spcBef>
          <a:spcPct val="20000"/>
        </a:spcBef>
        <a:buFont typeface="Arial"/>
        <a:buChar char="•"/>
        <a:defRPr sz="2176" kern="1200">
          <a:solidFill>
            <a:schemeClr val="tx1"/>
          </a:solidFill>
          <a:latin typeface="+mn-lt"/>
          <a:ea typeface="+mn-ea"/>
          <a:cs typeface="+mn-cs"/>
        </a:defRPr>
      </a:lvl3pPr>
      <a:lvl4pPr marL="1451061" indent="-207294" algn="l" defTabSz="414589" rtl="0" eaLnBrk="1" latinLnBrk="0" hangingPunct="1">
        <a:spcBef>
          <a:spcPct val="20000"/>
        </a:spcBef>
        <a:buFont typeface="Arial"/>
        <a:buChar char="–"/>
        <a:defRPr sz="1814" kern="1200">
          <a:solidFill>
            <a:schemeClr val="tx1"/>
          </a:solidFill>
          <a:latin typeface="+mn-lt"/>
          <a:ea typeface="+mn-ea"/>
          <a:cs typeface="+mn-cs"/>
        </a:defRPr>
      </a:lvl4pPr>
      <a:lvl5pPr marL="1865650" indent="-207294" algn="l" defTabSz="414589" rtl="0" eaLnBrk="1" latinLnBrk="0" hangingPunct="1">
        <a:spcBef>
          <a:spcPct val="20000"/>
        </a:spcBef>
        <a:buFont typeface="Arial"/>
        <a:buChar char="»"/>
        <a:defRPr sz="1814" kern="1200">
          <a:solidFill>
            <a:schemeClr val="tx1"/>
          </a:solidFill>
          <a:latin typeface="+mn-lt"/>
          <a:ea typeface="+mn-ea"/>
          <a:cs typeface="+mn-cs"/>
        </a:defRPr>
      </a:lvl5pPr>
      <a:lvl6pPr marL="2280239" indent="-207294" algn="l" defTabSz="414589" rtl="0" eaLnBrk="1" latinLnBrk="0" hangingPunct="1">
        <a:spcBef>
          <a:spcPct val="20000"/>
        </a:spcBef>
        <a:buFont typeface="Arial"/>
        <a:buChar char="•"/>
        <a:defRPr sz="1814" kern="1200">
          <a:solidFill>
            <a:schemeClr val="tx1"/>
          </a:solidFill>
          <a:latin typeface="+mn-lt"/>
          <a:ea typeface="+mn-ea"/>
          <a:cs typeface="+mn-cs"/>
        </a:defRPr>
      </a:lvl6pPr>
      <a:lvl7pPr marL="2694828" indent="-207294" algn="l" defTabSz="414589" rtl="0" eaLnBrk="1" latinLnBrk="0" hangingPunct="1">
        <a:spcBef>
          <a:spcPct val="20000"/>
        </a:spcBef>
        <a:buFont typeface="Arial"/>
        <a:buChar char="•"/>
        <a:defRPr sz="1814" kern="1200">
          <a:solidFill>
            <a:schemeClr val="tx1"/>
          </a:solidFill>
          <a:latin typeface="+mn-lt"/>
          <a:ea typeface="+mn-ea"/>
          <a:cs typeface="+mn-cs"/>
        </a:defRPr>
      </a:lvl7pPr>
      <a:lvl8pPr marL="3109417" indent="-207294" algn="l" defTabSz="414589" rtl="0" eaLnBrk="1" latinLnBrk="0" hangingPunct="1">
        <a:spcBef>
          <a:spcPct val="20000"/>
        </a:spcBef>
        <a:buFont typeface="Arial"/>
        <a:buChar char="•"/>
        <a:defRPr sz="1814" kern="1200">
          <a:solidFill>
            <a:schemeClr val="tx1"/>
          </a:solidFill>
          <a:latin typeface="+mn-lt"/>
          <a:ea typeface="+mn-ea"/>
          <a:cs typeface="+mn-cs"/>
        </a:defRPr>
      </a:lvl8pPr>
      <a:lvl9pPr marL="3524006" indent="-207294" algn="l" defTabSz="414589" rtl="0" eaLnBrk="1" latinLnBrk="0" hangingPunct="1">
        <a:spcBef>
          <a:spcPct val="20000"/>
        </a:spcBef>
        <a:buFont typeface="Arial"/>
        <a:buChar char="•"/>
        <a:defRPr sz="181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14589" rtl="0" eaLnBrk="1" latinLnBrk="0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1pPr>
      <a:lvl2pPr marL="414589" algn="l" defTabSz="414589" rtl="0" eaLnBrk="1" latinLnBrk="0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2pPr>
      <a:lvl3pPr marL="829178" algn="l" defTabSz="414589" rtl="0" eaLnBrk="1" latinLnBrk="0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3pPr>
      <a:lvl4pPr marL="1243767" algn="l" defTabSz="414589" rtl="0" eaLnBrk="1" latinLnBrk="0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4pPr>
      <a:lvl5pPr marL="1658356" algn="l" defTabSz="414589" rtl="0" eaLnBrk="1" latinLnBrk="0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5pPr>
      <a:lvl6pPr marL="2072945" algn="l" defTabSz="414589" rtl="0" eaLnBrk="1" latinLnBrk="0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6pPr>
      <a:lvl7pPr marL="2487534" algn="l" defTabSz="414589" rtl="0" eaLnBrk="1" latinLnBrk="0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7pPr>
      <a:lvl8pPr marL="2902123" algn="l" defTabSz="414589" rtl="0" eaLnBrk="1" latinLnBrk="0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8pPr>
      <a:lvl9pPr marL="3316712" algn="l" defTabSz="414589" rtl="0" eaLnBrk="1" latinLnBrk="0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2" name="Connecteur droit 131">
            <a:extLst>
              <a:ext uri="{FF2B5EF4-FFF2-40B4-BE49-F238E27FC236}">
                <a16:creationId xmlns:a16="http://schemas.microsoft.com/office/drawing/2014/main" id="{03A50A04-569F-7F4C-B363-E33B662511AC}"/>
              </a:ext>
            </a:extLst>
          </p:cNvPr>
          <p:cNvCxnSpPr>
            <a:cxnSpLocks/>
          </p:cNvCxnSpPr>
          <p:nvPr/>
        </p:nvCxnSpPr>
        <p:spPr>
          <a:xfrm>
            <a:off x="0" y="569147"/>
            <a:ext cx="9906000" cy="0"/>
          </a:xfrm>
          <a:prstGeom prst="line">
            <a:avLst/>
          </a:prstGeom>
          <a:ln w="1587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ZoneTexte 132">
            <a:extLst>
              <a:ext uri="{FF2B5EF4-FFF2-40B4-BE49-F238E27FC236}">
                <a16:creationId xmlns:a16="http://schemas.microsoft.com/office/drawing/2014/main" id="{7A600195-411A-9146-881C-BF77B17961CE}"/>
              </a:ext>
            </a:extLst>
          </p:cNvPr>
          <p:cNvSpPr txBox="1"/>
          <p:nvPr/>
        </p:nvSpPr>
        <p:spPr>
          <a:xfrm>
            <a:off x="3195145" y="105103"/>
            <a:ext cx="3383087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PARTICIPANTS</a:t>
            </a:r>
          </a:p>
        </p:txBody>
      </p:sp>
      <p:sp>
        <p:nvSpPr>
          <p:cNvPr id="134" name="ZoneTexte 133">
            <a:extLst>
              <a:ext uri="{FF2B5EF4-FFF2-40B4-BE49-F238E27FC236}">
                <a16:creationId xmlns:a16="http://schemas.microsoft.com/office/drawing/2014/main" id="{04FA868E-B09C-CB41-8368-B46B9716BFE5}"/>
              </a:ext>
            </a:extLst>
          </p:cNvPr>
          <p:cNvSpPr txBox="1"/>
          <p:nvPr/>
        </p:nvSpPr>
        <p:spPr>
          <a:xfrm>
            <a:off x="21060" y="12212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35" name="ZoneTexte 134">
            <a:extLst>
              <a:ext uri="{FF2B5EF4-FFF2-40B4-BE49-F238E27FC236}">
                <a16:creationId xmlns:a16="http://schemas.microsoft.com/office/drawing/2014/main" id="{CE532D12-AB2D-E443-B4BE-7251DB907A4A}"/>
              </a:ext>
            </a:extLst>
          </p:cNvPr>
          <p:cNvSpPr txBox="1"/>
          <p:nvPr/>
        </p:nvSpPr>
        <p:spPr>
          <a:xfrm>
            <a:off x="6564810" y="14764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36" name="ZoneTexte 135">
            <a:extLst>
              <a:ext uri="{FF2B5EF4-FFF2-40B4-BE49-F238E27FC236}">
                <a16:creationId xmlns:a16="http://schemas.microsoft.com/office/drawing/2014/main" id="{730CA1EC-3AAE-314C-A6E8-904AE6E4C1DB}"/>
              </a:ext>
            </a:extLst>
          </p:cNvPr>
          <p:cNvSpPr txBox="1"/>
          <p:nvPr/>
        </p:nvSpPr>
        <p:spPr>
          <a:xfrm>
            <a:off x="3212431" y="6591732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{{CLUB}}</a:t>
            </a:r>
          </a:p>
        </p:txBody>
      </p:sp>
      <p:graphicFrame>
        <p:nvGraphicFramePr>
          <p:cNvPr id="154" name="Tableau 154">
            <a:extLst>
              <a:ext uri="{FF2B5EF4-FFF2-40B4-BE49-F238E27FC236}">
                <a16:creationId xmlns:a16="http://schemas.microsoft.com/office/drawing/2014/main" id="{B43E9CA0-AE64-2741-903E-F250B7F838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8638509"/>
              </p:ext>
            </p:extLst>
          </p:nvPr>
        </p:nvGraphicFramePr>
        <p:xfrm>
          <a:off x="176286" y="741862"/>
          <a:ext cx="9553428" cy="44196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1592238">
                  <a:extLst>
                    <a:ext uri="{9D8B030D-6E8A-4147-A177-3AD203B41FA5}">
                      <a16:colId xmlns:a16="http://schemas.microsoft.com/office/drawing/2014/main" val="259936016"/>
                    </a:ext>
                  </a:extLst>
                </a:gridCol>
                <a:gridCol w="1592238">
                  <a:extLst>
                    <a:ext uri="{9D8B030D-6E8A-4147-A177-3AD203B41FA5}">
                      <a16:colId xmlns:a16="http://schemas.microsoft.com/office/drawing/2014/main" val="701658697"/>
                    </a:ext>
                  </a:extLst>
                </a:gridCol>
                <a:gridCol w="1592238">
                  <a:extLst>
                    <a:ext uri="{9D8B030D-6E8A-4147-A177-3AD203B41FA5}">
                      <a16:colId xmlns:a16="http://schemas.microsoft.com/office/drawing/2014/main" val="3799556434"/>
                    </a:ext>
                  </a:extLst>
                </a:gridCol>
                <a:gridCol w="1592238">
                  <a:extLst>
                    <a:ext uri="{9D8B030D-6E8A-4147-A177-3AD203B41FA5}">
                      <a16:colId xmlns:a16="http://schemas.microsoft.com/office/drawing/2014/main" val="4294460350"/>
                    </a:ext>
                  </a:extLst>
                </a:gridCol>
                <a:gridCol w="1592238">
                  <a:extLst>
                    <a:ext uri="{9D8B030D-6E8A-4147-A177-3AD203B41FA5}">
                      <a16:colId xmlns:a16="http://schemas.microsoft.com/office/drawing/2014/main" val="3390452781"/>
                    </a:ext>
                  </a:extLst>
                </a:gridCol>
                <a:gridCol w="1592238">
                  <a:extLst>
                    <a:ext uri="{9D8B030D-6E8A-4147-A177-3AD203B41FA5}">
                      <a16:colId xmlns:a16="http://schemas.microsoft.com/office/drawing/2014/main" val="1563407005"/>
                    </a:ext>
                  </a:extLst>
                </a:gridCol>
              </a:tblGrid>
              <a:tr h="213819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NOM J1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CLASSEMENT J1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NOM J2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CLASSEMENT J2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POIDS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61446954"/>
                  </a:ext>
                </a:extLst>
              </a:tr>
              <a:tr h="200455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Nom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Classement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Nom 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Classement 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Poids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18262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210576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2" name="Connecteur droit 131">
            <a:extLst>
              <a:ext uri="{FF2B5EF4-FFF2-40B4-BE49-F238E27FC236}">
                <a16:creationId xmlns:a16="http://schemas.microsoft.com/office/drawing/2014/main" id="{03A50A04-569F-7F4C-B363-E33B662511AC}"/>
              </a:ext>
            </a:extLst>
          </p:cNvPr>
          <p:cNvCxnSpPr>
            <a:cxnSpLocks/>
          </p:cNvCxnSpPr>
          <p:nvPr/>
        </p:nvCxnSpPr>
        <p:spPr>
          <a:xfrm>
            <a:off x="0" y="569147"/>
            <a:ext cx="9906000" cy="0"/>
          </a:xfrm>
          <a:prstGeom prst="line">
            <a:avLst/>
          </a:prstGeom>
          <a:ln w="1587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ZoneTexte 132">
            <a:extLst>
              <a:ext uri="{FF2B5EF4-FFF2-40B4-BE49-F238E27FC236}">
                <a16:creationId xmlns:a16="http://schemas.microsoft.com/office/drawing/2014/main" id="{7A600195-411A-9146-881C-BF77B17961CE}"/>
              </a:ext>
            </a:extLst>
          </p:cNvPr>
          <p:cNvSpPr txBox="1"/>
          <p:nvPr/>
        </p:nvSpPr>
        <p:spPr>
          <a:xfrm>
            <a:off x="3195145" y="105103"/>
            <a:ext cx="3383087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CONVOCATIONS</a:t>
            </a:r>
          </a:p>
        </p:txBody>
      </p:sp>
      <p:sp>
        <p:nvSpPr>
          <p:cNvPr id="134" name="ZoneTexte 133">
            <a:extLst>
              <a:ext uri="{FF2B5EF4-FFF2-40B4-BE49-F238E27FC236}">
                <a16:creationId xmlns:a16="http://schemas.microsoft.com/office/drawing/2014/main" id="{04FA868E-B09C-CB41-8368-B46B9716BFE5}"/>
              </a:ext>
            </a:extLst>
          </p:cNvPr>
          <p:cNvSpPr txBox="1"/>
          <p:nvPr/>
        </p:nvSpPr>
        <p:spPr>
          <a:xfrm>
            <a:off x="21060" y="12212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35" name="ZoneTexte 134">
            <a:extLst>
              <a:ext uri="{FF2B5EF4-FFF2-40B4-BE49-F238E27FC236}">
                <a16:creationId xmlns:a16="http://schemas.microsoft.com/office/drawing/2014/main" id="{CE532D12-AB2D-E443-B4BE-7251DB907A4A}"/>
              </a:ext>
            </a:extLst>
          </p:cNvPr>
          <p:cNvSpPr txBox="1"/>
          <p:nvPr/>
        </p:nvSpPr>
        <p:spPr>
          <a:xfrm>
            <a:off x="6564810" y="14764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36" name="ZoneTexte 135">
            <a:extLst>
              <a:ext uri="{FF2B5EF4-FFF2-40B4-BE49-F238E27FC236}">
                <a16:creationId xmlns:a16="http://schemas.microsoft.com/office/drawing/2014/main" id="{730CA1EC-3AAE-314C-A6E8-904AE6E4C1DB}"/>
              </a:ext>
            </a:extLst>
          </p:cNvPr>
          <p:cNvSpPr txBox="1"/>
          <p:nvPr/>
        </p:nvSpPr>
        <p:spPr>
          <a:xfrm>
            <a:off x="3212431" y="6591732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{{CLUB}}</a:t>
            </a:r>
          </a:p>
        </p:txBody>
      </p:sp>
      <p:graphicFrame>
        <p:nvGraphicFramePr>
          <p:cNvPr id="154" name="Tableau 154">
            <a:extLst>
              <a:ext uri="{FF2B5EF4-FFF2-40B4-BE49-F238E27FC236}">
                <a16:creationId xmlns:a16="http://schemas.microsoft.com/office/drawing/2014/main" id="{B43E9CA0-AE64-2741-903E-F250B7F838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7582164"/>
              </p:ext>
            </p:extLst>
          </p:nvPr>
        </p:nvGraphicFramePr>
        <p:xfrm>
          <a:off x="1203866" y="695310"/>
          <a:ext cx="7498268" cy="455592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5501303">
                  <a:extLst>
                    <a:ext uri="{9D8B030D-6E8A-4147-A177-3AD203B41FA5}">
                      <a16:colId xmlns:a16="http://schemas.microsoft.com/office/drawing/2014/main" val="259936016"/>
                    </a:ext>
                  </a:extLst>
                </a:gridCol>
                <a:gridCol w="1996965">
                  <a:extLst>
                    <a:ext uri="{9D8B030D-6E8A-4147-A177-3AD203B41FA5}">
                      <a16:colId xmlns:a16="http://schemas.microsoft.com/office/drawing/2014/main" val="1563407005"/>
                    </a:ext>
                  </a:extLst>
                </a:gridCol>
              </a:tblGrid>
              <a:tr h="226992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ÉQUIPE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HEURE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61446954"/>
                  </a:ext>
                </a:extLst>
              </a:tr>
              <a:tr h="226992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{{CONV_NOMS}}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{{CONV_HORAIRE}}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18262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134204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0" name="Tableau 154">
            <a:extLst>
              <a:ext uri="{FF2B5EF4-FFF2-40B4-BE49-F238E27FC236}">
                <a16:creationId xmlns:a16="http://schemas.microsoft.com/office/drawing/2014/main" id="{FC7C3D93-D15A-3B46-B06A-CFFD9525C6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5063544"/>
              </p:ext>
            </p:extLst>
          </p:nvPr>
        </p:nvGraphicFramePr>
        <p:xfrm>
          <a:off x="5029081" y="3278564"/>
          <a:ext cx="3648515" cy="126492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3648515">
                  <a:extLst>
                    <a:ext uri="{9D8B030D-6E8A-4147-A177-3AD203B41FA5}">
                      <a16:colId xmlns:a16="http://schemas.microsoft.com/office/drawing/2014/main" val="259936016"/>
                    </a:ext>
                  </a:extLst>
                </a:gridCol>
              </a:tblGrid>
              <a:tr h="232249"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POULE 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1446954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{{POULE_B_1_EQ}}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1826266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{{POULE_B_2_EQ}}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84674671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{{POULE_B_3_EQ}}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42694057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{{POULE_B_4_EQ}}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55342381"/>
                  </a:ext>
                </a:extLst>
              </a:tr>
            </a:tbl>
          </a:graphicData>
        </a:graphic>
      </p:graphicFrame>
      <p:graphicFrame>
        <p:nvGraphicFramePr>
          <p:cNvPr id="33" name="Tableau 154">
            <a:extLst>
              <a:ext uri="{FF2B5EF4-FFF2-40B4-BE49-F238E27FC236}">
                <a16:creationId xmlns:a16="http://schemas.microsoft.com/office/drawing/2014/main" id="{D3CD5AB4-4D33-4840-9703-1A5884C730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1684842"/>
              </p:ext>
            </p:extLst>
          </p:nvPr>
        </p:nvGraphicFramePr>
        <p:xfrm>
          <a:off x="1259194" y="3278564"/>
          <a:ext cx="3648515" cy="126492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3648515">
                  <a:extLst>
                    <a:ext uri="{9D8B030D-6E8A-4147-A177-3AD203B41FA5}">
                      <a16:colId xmlns:a16="http://schemas.microsoft.com/office/drawing/2014/main" val="259936016"/>
                    </a:ext>
                  </a:extLst>
                </a:gridCol>
              </a:tblGrid>
              <a:tr h="232249"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POULE 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1446954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{{POULE_A_1_EQ}}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1826266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{{POULE_A_2_EQ}}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84674671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{{POULE_A_3_EQ}}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42694057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{{POULE_A_4_EQ}}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55342381"/>
                  </a:ext>
                </a:extLst>
              </a:tr>
            </a:tbl>
          </a:graphicData>
        </a:graphic>
      </p:graphicFrame>
      <p:cxnSp>
        <p:nvCxnSpPr>
          <p:cNvPr id="132" name="Connecteur droit 131">
            <a:extLst>
              <a:ext uri="{FF2B5EF4-FFF2-40B4-BE49-F238E27FC236}">
                <a16:creationId xmlns:a16="http://schemas.microsoft.com/office/drawing/2014/main" id="{03A50A04-569F-7F4C-B363-E33B662511AC}"/>
              </a:ext>
            </a:extLst>
          </p:cNvPr>
          <p:cNvCxnSpPr>
            <a:cxnSpLocks/>
          </p:cNvCxnSpPr>
          <p:nvPr/>
        </p:nvCxnSpPr>
        <p:spPr>
          <a:xfrm>
            <a:off x="0" y="569147"/>
            <a:ext cx="9906000" cy="0"/>
          </a:xfrm>
          <a:prstGeom prst="line">
            <a:avLst/>
          </a:prstGeom>
          <a:ln w="1587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ZoneTexte 132">
            <a:extLst>
              <a:ext uri="{FF2B5EF4-FFF2-40B4-BE49-F238E27FC236}">
                <a16:creationId xmlns:a16="http://schemas.microsoft.com/office/drawing/2014/main" id="{7A600195-411A-9146-881C-BF77B17961CE}"/>
              </a:ext>
            </a:extLst>
          </p:cNvPr>
          <p:cNvSpPr txBox="1"/>
          <p:nvPr/>
        </p:nvSpPr>
        <p:spPr>
          <a:xfrm>
            <a:off x="3195145" y="105103"/>
            <a:ext cx="3383087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POULES</a:t>
            </a:r>
          </a:p>
        </p:txBody>
      </p:sp>
      <p:sp>
        <p:nvSpPr>
          <p:cNvPr id="134" name="ZoneTexte 133">
            <a:extLst>
              <a:ext uri="{FF2B5EF4-FFF2-40B4-BE49-F238E27FC236}">
                <a16:creationId xmlns:a16="http://schemas.microsoft.com/office/drawing/2014/main" id="{04FA868E-B09C-CB41-8368-B46B9716BFE5}"/>
              </a:ext>
            </a:extLst>
          </p:cNvPr>
          <p:cNvSpPr txBox="1"/>
          <p:nvPr/>
        </p:nvSpPr>
        <p:spPr>
          <a:xfrm>
            <a:off x="21060" y="12212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35" name="ZoneTexte 134">
            <a:extLst>
              <a:ext uri="{FF2B5EF4-FFF2-40B4-BE49-F238E27FC236}">
                <a16:creationId xmlns:a16="http://schemas.microsoft.com/office/drawing/2014/main" id="{CE532D12-AB2D-E443-B4BE-7251DB907A4A}"/>
              </a:ext>
            </a:extLst>
          </p:cNvPr>
          <p:cNvSpPr txBox="1"/>
          <p:nvPr/>
        </p:nvSpPr>
        <p:spPr>
          <a:xfrm>
            <a:off x="6564810" y="14764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graphicFrame>
        <p:nvGraphicFramePr>
          <p:cNvPr id="41" name="Tableau 154">
            <a:extLst>
              <a:ext uri="{FF2B5EF4-FFF2-40B4-BE49-F238E27FC236}">
                <a16:creationId xmlns:a16="http://schemas.microsoft.com/office/drawing/2014/main" id="{E832A536-4E5B-D841-9BA4-5CE07D5656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6451434"/>
              </p:ext>
            </p:extLst>
          </p:nvPr>
        </p:nvGraphicFramePr>
        <p:xfrm>
          <a:off x="5029081" y="4673168"/>
          <a:ext cx="3648515" cy="126492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3648515">
                  <a:extLst>
                    <a:ext uri="{9D8B030D-6E8A-4147-A177-3AD203B41FA5}">
                      <a16:colId xmlns:a16="http://schemas.microsoft.com/office/drawing/2014/main" val="259936016"/>
                    </a:ext>
                  </a:extLst>
                </a:gridCol>
              </a:tblGrid>
              <a:tr h="232249"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POULE 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1446954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{{POULE_D_1_EQ}}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1826266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{{POULE_D_2_EQ}}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84674671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{{POULE_D_3_EQ}}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42694057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</a:t>
                      </a:r>
                      <a:r>
                        <a:rPr kumimoji="0" lang="fr-FR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POULE_D_</a:t>
                      </a: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4_EQ}}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55342381"/>
                  </a:ext>
                </a:extLst>
              </a:tr>
            </a:tbl>
          </a:graphicData>
        </a:graphic>
      </p:graphicFrame>
      <p:graphicFrame>
        <p:nvGraphicFramePr>
          <p:cNvPr id="42" name="Tableau 154">
            <a:extLst>
              <a:ext uri="{FF2B5EF4-FFF2-40B4-BE49-F238E27FC236}">
                <a16:creationId xmlns:a16="http://schemas.microsoft.com/office/drawing/2014/main" id="{2E0B1337-C9CC-E24A-92BA-F637ED9F79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2959663"/>
              </p:ext>
            </p:extLst>
          </p:nvPr>
        </p:nvGraphicFramePr>
        <p:xfrm>
          <a:off x="1259193" y="4673168"/>
          <a:ext cx="3648515" cy="126492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3648515">
                  <a:extLst>
                    <a:ext uri="{9D8B030D-6E8A-4147-A177-3AD203B41FA5}">
                      <a16:colId xmlns:a16="http://schemas.microsoft.com/office/drawing/2014/main" val="259936016"/>
                    </a:ext>
                  </a:extLst>
                </a:gridCol>
              </a:tblGrid>
              <a:tr h="232249"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POULE 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1446954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{{POULE_C_1_EQ}}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1826266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{{POULE_C_2_EQ}}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84674671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{{POULE_C_3_EQ}}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42694057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{{POULE_C_4_EQ}}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55342381"/>
                  </a:ext>
                </a:extLst>
              </a:tr>
            </a:tbl>
          </a:graphicData>
        </a:graphic>
      </p:graphicFrame>
      <p:graphicFrame>
        <p:nvGraphicFramePr>
          <p:cNvPr id="5" name="Tableau 4">
            <a:extLst>
              <a:ext uri="{FF2B5EF4-FFF2-40B4-BE49-F238E27FC236}">
                <a16:creationId xmlns:a16="http://schemas.microsoft.com/office/drawing/2014/main" id="{8A405E26-416A-5841-8D82-9AD59FDFC9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4960294"/>
              </p:ext>
            </p:extLst>
          </p:nvPr>
        </p:nvGraphicFramePr>
        <p:xfrm>
          <a:off x="3128742" y="893279"/>
          <a:ext cx="3648515" cy="227076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3648515">
                  <a:extLst>
                    <a:ext uri="{9D8B030D-6E8A-4147-A177-3AD203B41FA5}">
                      <a16:colId xmlns:a16="http://schemas.microsoft.com/office/drawing/2014/main" val="679590290"/>
                    </a:ext>
                  </a:extLst>
                </a:gridCol>
              </a:tblGrid>
              <a:tr h="232249"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ÉQUIPES EXEMPTÉES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3637267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{{EXEMPT_1_EQ}}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13299425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{{EXEMPT_2_EQ}}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89447677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{{EXEMPT_3_EQ}}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04407163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{{EXEMPT_4_EQ}}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65813172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{{EXEMPT_5_EQ}}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51168525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{{EXEMPT_6_EQ}}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84543871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{{EXEMPT_7_EQ}}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28289608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{{EXEMPT_8_EQ}}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78836596"/>
                  </a:ext>
                </a:extLst>
              </a:tr>
            </a:tbl>
          </a:graphicData>
        </a:graphic>
      </p:graphicFrame>
      <p:sp>
        <p:nvSpPr>
          <p:cNvPr id="48" name="ZoneTexte 47">
            <a:extLst>
              <a:ext uri="{FF2B5EF4-FFF2-40B4-BE49-F238E27FC236}">
                <a16:creationId xmlns:a16="http://schemas.microsoft.com/office/drawing/2014/main" id="{E96492D4-7CB1-1744-B3AF-0700DE9D8F8F}"/>
              </a:ext>
            </a:extLst>
          </p:cNvPr>
          <p:cNvSpPr txBox="1"/>
          <p:nvPr/>
        </p:nvSpPr>
        <p:spPr>
          <a:xfrm>
            <a:off x="3212431" y="6591732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{{CLUB}}</a:t>
            </a:r>
          </a:p>
        </p:txBody>
      </p:sp>
    </p:spTree>
    <p:extLst>
      <p:ext uri="{BB962C8B-B14F-4D97-AF65-F5344CB8AC3E}">
        <p14:creationId xmlns:p14="http://schemas.microsoft.com/office/powerpoint/2010/main" val="6851402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ZoneTexte 81">
            <a:extLst>
              <a:ext uri="{FF2B5EF4-FFF2-40B4-BE49-F238E27FC236}">
                <a16:creationId xmlns:a16="http://schemas.microsoft.com/office/drawing/2014/main" id="{A653BCD9-F43C-6147-89B4-6748C84F21C8}"/>
              </a:ext>
            </a:extLst>
          </p:cNvPr>
          <p:cNvSpPr txBox="1"/>
          <p:nvPr/>
        </p:nvSpPr>
        <p:spPr>
          <a:xfrm>
            <a:off x="6520850" y="2741514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{{PA_M6_TERRAIN}}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69" name="ZoneTexte 68">
            <a:extLst>
              <a:ext uri="{FF2B5EF4-FFF2-40B4-BE49-F238E27FC236}">
                <a16:creationId xmlns:a16="http://schemas.microsoft.com/office/drawing/2014/main" id="{A1DF0712-15BB-C143-8B32-B814252D30D5}"/>
              </a:ext>
            </a:extLst>
          </p:cNvPr>
          <p:cNvSpPr txBox="1"/>
          <p:nvPr/>
        </p:nvSpPr>
        <p:spPr>
          <a:xfrm>
            <a:off x="6520850" y="1204628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{{PA_M5_TERRAIN}}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56" name="ZoneTexte 55">
            <a:extLst>
              <a:ext uri="{FF2B5EF4-FFF2-40B4-BE49-F238E27FC236}">
                <a16:creationId xmlns:a16="http://schemas.microsoft.com/office/drawing/2014/main" id="{B8C0532A-7B80-3941-ABB8-B2C17DD01FF0}"/>
              </a:ext>
            </a:extLst>
          </p:cNvPr>
          <p:cNvSpPr txBox="1"/>
          <p:nvPr/>
        </p:nvSpPr>
        <p:spPr>
          <a:xfrm>
            <a:off x="3563174" y="2757161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{{PA_M4_TERRAIN}}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43" name="ZoneTexte 42">
            <a:extLst>
              <a:ext uri="{FF2B5EF4-FFF2-40B4-BE49-F238E27FC236}">
                <a16:creationId xmlns:a16="http://schemas.microsoft.com/office/drawing/2014/main" id="{46758797-F6EA-CA45-931A-8230C7AFC9B4}"/>
              </a:ext>
            </a:extLst>
          </p:cNvPr>
          <p:cNvSpPr txBox="1"/>
          <p:nvPr/>
        </p:nvSpPr>
        <p:spPr>
          <a:xfrm>
            <a:off x="3563174" y="1204628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{{PA_M3_TERRAIN}}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E1B42721-C923-2641-BA78-999929492964}"/>
              </a:ext>
            </a:extLst>
          </p:cNvPr>
          <p:cNvSpPr txBox="1"/>
          <p:nvPr/>
        </p:nvSpPr>
        <p:spPr>
          <a:xfrm>
            <a:off x="613375" y="2744948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{{PA_M2_TERRAIN}}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98472328-417A-4747-B9A8-895E06F00EA2}"/>
              </a:ext>
            </a:extLst>
          </p:cNvPr>
          <p:cNvSpPr txBox="1"/>
          <p:nvPr/>
        </p:nvSpPr>
        <p:spPr>
          <a:xfrm>
            <a:off x="600934" y="1204628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{{PA_M1_TERRAIN}}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cxnSp>
        <p:nvCxnSpPr>
          <p:cNvPr id="132" name="Connecteur droit 131">
            <a:extLst>
              <a:ext uri="{FF2B5EF4-FFF2-40B4-BE49-F238E27FC236}">
                <a16:creationId xmlns:a16="http://schemas.microsoft.com/office/drawing/2014/main" id="{03A50A04-569F-7F4C-B363-E33B662511AC}"/>
              </a:ext>
            </a:extLst>
          </p:cNvPr>
          <p:cNvCxnSpPr>
            <a:cxnSpLocks/>
          </p:cNvCxnSpPr>
          <p:nvPr/>
        </p:nvCxnSpPr>
        <p:spPr>
          <a:xfrm>
            <a:off x="0" y="569147"/>
            <a:ext cx="9906000" cy="0"/>
          </a:xfrm>
          <a:prstGeom prst="line">
            <a:avLst/>
          </a:prstGeom>
          <a:ln w="1587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ZoneTexte 132">
            <a:extLst>
              <a:ext uri="{FF2B5EF4-FFF2-40B4-BE49-F238E27FC236}">
                <a16:creationId xmlns:a16="http://schemas.microsoft.com/office/drawing/2014/main" id="{7A600195-411A-9146-881C-BF77B17961CE}"/>
              </a:ext>
            </a:extLst>
          </p:cNvPr>
          <p:cNvSpPr txBox="1"/>
          <p:nvPr/>
        </p:nvSpPr>
        <p:spPr>
          <a:xfrm>
            <a:off x="3195145" y="105103"/>
            <a:ext cx="3383087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POULE A</a:t>
            </a:r>
          </a:p>
        </p:txBody>
      </p:sp>
      <p:sp>
        <p:nvSpPr>
          <p:cNvPr id="134" name="ZoneTexte 133">
            <a:extLst>
              <a:ext uri="{FF2B5EF4-FFF2-40B4-BE49-F238E27FC236}">
                <a16:creationId xmlns:a16="http://schemas.microsoft.com/office/drawing/2014/main" id="{04FA868E-B09C-CB41-8368-B46B9716BFE5}"/>
              </a:ext>
            </a:extLst>
          </p:cNvPr>
          <p:cNvSpPr txBox="1"/>
          <p:nvPr/>
        </p:nvSpPr>
        <p:spPr>
          <a:xfrm>
            <a:off x="21060" y="12212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35" name="ZoneTexte 134">
            <a:extLst>
              <a:ext uri="{FF2B5EF4-FFF2-40B4-BE49-F238E27FC236}">
                <a16:creationId xmlns:a16="http://schemas.microsoft.com/office/drawing/2014/main" id="{CE532D12-AB2D-E443-B4BE-7251DB907A4A}"/>
              </a:ext>
            </a:extLst>
          </p:cNvPr>
          <p:cNvSpPr txBox="1"/>
          <p:nvPr/>
        </p:nvSpPr>
        <p:spPr>
          <a:xfrm>
            <a:off x="6564810" y="14764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96362097-CD70-1643-B182-7F9805A19382}"/>
              </a:ext>
            </a:extLst>
          </p:cNvPr>
          <p:cNvSpPr txBox="1"/>
          <p:nvPr/>
        </p:nvSpPr>
        <p:spPr>
          <a:xfrm>
            <a:off x="3212431" y="6591732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{{CLUB}}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66C64A28-B62A-BB45-A3BB-3F6EF5FAB090}"/>
              </a:ext>
            </a:extLst>
          </p:cNvPr>
          <p:cNvSpPr txBox="1"/>
          <p:nvPr/>
        </p:nvSpPr>
        <p:spPr>
          <a:xfrm>
            <a:off x="613374" y="1204628"/>
            <a:ext cx="130177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{{PA_M1_CODE}}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9AEE0EA8-A99F-5A41-A32F-1FE635256B61}"/>
              </a:ext>
            </a:extLst>
          </p:cNvPr>
          <p:cNvSpPr txBox="1"/>
          <p:nvPr/>
        </p:nvSpPr>
        <p:spPr>
          <a:xfrm>
            <a:off x="1996015" y="1204628"/>
            <a:ext cx="138000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{{PA_M1_HEURE}}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240B3778-AA08-0143-86D8-E42344DBC697}"/>
              </a:ext>
            </a:extLst>
          </p:cNvPr>
          <p:cNvSpPr txBox="1"/>
          <p:nvPr/>
        </p:nvSpPr>
        <p:spPr>
          <a:xfrm>
            <a:off x="1751034" y="1757021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E2649F6E-3F53-7E40-BEE0-36099D7B4D34}"/>
              </a:ext>
            </a:extLst>
          </p:cNvPr>
          <p:cNvSpPr txBox="1"/>
          <p:nvPr/>
        </p:nvSpPr>
        <p:spPr>
          <a:xfrm>
            <a:off x="1666369" y="2283942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7" name="Groupe 16">
            <a:extLst>
              <a:ext uri="{FF2B5EF4-FFF2-40B4-BE49-F238E27FC236}">
                <a16:creationId xmlns:a16="http://schemas.microsoft.com/office/drawing/2014/main" id="{676CB05C-7A3D-804E-881D-9CBF4B8D77E6}"/>
              </a:ext>
            </a:extLst>
          </p:cNvPr>
          <p:cNvGrpSpPr/>
          <p:nvPr/>
        </p:nvGrpSpPr>
        <p:grpSpPr>
          <a:xfrm>
            <a:off x="605498" y="1191269"/>
            <a:ext cx="2770524" cy="1354907"/>
            <a:chOff x="336470" y="583726"/>
            <a:chExt cx="2770524" cy="1354907"/>
          </a:xfrm>
        </p:grpSpPr>
        <p:sp>
          <p:nvSpPr>
            <p:cNvPr id="18" name="Rounded Rectangle 2">
              <a:extLst>
                <a:ext uri="{FF2B5EF4-FFF2-40B4-BE49-F238E27FC236}">
                  <a16:creationId xmlns:a16="http://schemas.microsoft.com/office/drawing/2014/main" id="{01AE91BE-F4CD-594F-B331-3E4FE50F5044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9" name="Connecteur droit 18">
              <a:extLst>
                <a:ext uri="{FF2B5EF4-FFF2-40B4-BE49-F238E27FC236}">
                  <a16:creationId xmlns:a16="http://schemas.microsoft.com/office/drawing/2014/main" id="{8BC618FF-B7F2-5144-99BC-D2973E79002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necteur droit 19">
              <a:extLst>
                <a:ext uri="{FF2B5EF4-FFF2-40B4-BE49-F238E27FC236}">
                  <a16:creationId xmlns:a16="http://schemas.microsoft.com/office/drawing/2014/main" id="{46EF965E-1BB2-7446-A7EE-B03CA8D97457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" name="ZoneTexte 20">
            <a:extLst>
              <a:ext uri="{FF2B5EF4-FFF2-40B4-BE49-F238E27FC236}">
                <a16:creationId xmlns:a16="http://schemas.microsoft.com/office/drawing/2014/main" id="{1DB95A72-DC02-044B-85C8-C66CA8275358}"/>
              </a:ext>
            </a:extLst>
          </p:cNvPr>
          <p:cNvSpPr txBox="1"/>
          <p:nvPr/>
        </p:nvSpPr>
        <p:spPr>
          <a:xfrm>
            <a:off x="630000" y="1543075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{{POULE_A_1_EQ}}</a:t>
            </a: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9B0CAD5A-07BB-A04C-B314-90153D36FB20}"/>
              </a:ext>
            </a:extLst>
          </p:cNvPr>
          <p:cNvSpPr txBox="1"/>
          <p:nvPr/>
        </p:nvSpPr>
        <p:spPr>
          <a:xfrm>
            <a:off x="630000" y="1966704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{{POULE_A_4_EQ}}</a:t>
            </a:r>
          </a:p>
        </p:txBody>
      </p:sp>
      <p:cxnSp>
        <p:nvCxnSpPr>
          <p:cNvPr id="23" name="Connecteur droit 22">
            <a:extLst>
              <a:ext uri="{FF2B5EF4-FFF2-40B4-BE49-F238E27FC236}">
                <a16:creationId xmlns:a16="http://schemas.microsoft.com/office/drawing/2014/main" id="{A06F6E98-54A4-9D4E-9AA2-093AE61E82F4}"/>
              </a:ext>
            </a:extLst>
          </p:cNvPr>
          <p:cNvCxnSpPr/>
          <p:nvPr/>
        </p:nvCxnSpPr>
        <p:spPr>
          <a:xfrm>
            <a:off x="744939" y="176487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eur droit 23">
            <a:extLst>
              <a:ext uri="{FF2B5EF4-FFF2-40B4-BE49-F238E27FC236}">
                <a16:creationId xmlns:a16="http://schemas.microsoft.com/office/drawing/2014/main" id="{685D11C7-C6B8-CA4B-A459-8F29401CFA3D}"/>
              </a:ext>
            </a:extLst>
          </p:cNvPr>
          <p:cNvCxnSpPr/>
          <p:nvPr/>
        </p:nvCxnSpPr>
        <p:spPr>
          <a:xfrm>
            <a:off x="744939" y="2196897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ZoneTexte 24">
            <a:extLst>
              <a:ext uri="{FF2B5EF4-FFF2-40B4-BE49-F238E27FC236}">
                <a16:creationId xmlns:a16="http://schemas.microsoft.com/office/drawing/2014/main" id="{ECC62A31-9B71-2D46-ADA0-88CEAC60E8C6}"/>
              </a:ext>
            </a:extLst>
          </p:cNvPr>
          <p:cNvSpPr txBox="1"/>
          <p:nvPr/>
        </p:nvSpPr>
        <p:spPr>
          <a:xfrm>
            <a:off x="625815" y="2744948"/>
            <a:ext cx="128933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{{PA_M2_CODE}}</a:t>
            </a:r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C1A95A25-554C-054B-A442-676879D47B03}"/>
              </a:ext>
            </a:extLst>
          </p:cNvPr>
          <p:cNvSpPr txBox="1"/>
          <p:nvPr/>
        </p:nvSpPr>
        <p:spPr>
          <a:xfrm>
            <a:off x="1996016" y="2744948"/>
            <a:ext cx="139244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{{PA_M2_HEURE}}</a:t>
            </a:r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5036ECC0-8BD8-E647-B5F4-DE9EADE38113}"/>
              </a:ext>
            </a:extLst>
          </p:cNvPr>
          <p:cNvSpPr txBox="1"/>
          <p:nvPr/>
        </p:nvSpPr>
        <p:spPr>
          <a:xfrm>
            <a:off x="1763475" y="3297341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036CC0FC-48F2-B343-83FE-3A28B8F19DA1}"/>
              </a:ext>
            </a:extLst>
          </p:cNvPr>
          <p:cNvSpPr txBox="1"/>
          <p:nvPr/>
        </p:nvSpPr>
        <p:spPr>
          <a:xfrm>
            <a:off x="1678810" y="3824262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30" name="Groupe 29">
            <a:extLst>
              <a:ext uri="{FF2B5EF4-FFF2-40B4-BE49-F238E27FC236}">
                <a16:creationId xmlns:a16="http://schemas.microsoft.com/office/drawing/2014/main" id="{49B7AEE6-D13D-524A-97C4-2B75203C0A8B}"/>
              </a:ext>
            </a:extLst>
          </p:cNvPr>
          <p:cNvGrpSpPr/>
          <p:nvPr/>
        </p:nvGrpSpPr>
        <p:grpSpPr>
          <a:xfrm>
            <a:off x="617939" y="2731589"/>
            <a:ext cx="2770524" cy="1354907"/>
            <a:chOff x="336470" y="583726"/>
            <a:chExt cx="2770524" cy="1354907"/>
          </a:xfrm>
        </p:grpSpPr>
        <p:sp>
          <p:nvSpPr>
            <p:cNvPr id="31" name="Rounded Rectangle 2">
              <a:extLst>
                <a:ext uri="{FF2B5EF4-FFF2-40B4-BE49-F238E27FC236}">
                  <a16:creationId xmlns:a16="http://schemas.microsoft.com/office/drawing/2014/main" id="{ADB4CAB7-53F0-7C46-8AFC-BBEF27D6F337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32" name="Connecteur droit 31">
              <a:extLst>
                <a:ext uri="{FF2B5EF4-FFF2-40B4-BE49-F238E27FC236}">
                  <a16:creationId xmlns:a16="http://schemas.microsoft.com/office/drawing/2014/main" id="{95F3EACB-2A36-CE4A-9B1F-955DDD0135FA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Connecteur droit 33">
              <a:extLst>
                <a:ext uri="{FF2B5EF4-FFF2-40B4-BE49-F238E27FC236}">
                  <a16:creationId xmlns:a16="http://schemas.microsoft.com/office/drawing/2014/main" id="{F76C9B3D-1B20-DD40-AA24-FB4BB0B0965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5" name="ZoneTexte 34">
            <a:extLst>
              <a:ext uri="{FF2B5EF4-FFF2-40B4-BE49-F238E27FC236}">
                <a16:creationId xmlns:a16="http://schemas.microsoft.com/office/drawing/2014/main" id="{434308F8-3BB8-784A-B752-ECB58DE610AF}"/>
              </a:ext>
            </a:extLst>
          </p:cNvPr>
          <p:cNvSpPr txBox="1"/>
          <p:nvPr/>
        </p:nvSpPr>
        <p:spPr>
          <a:xfrm>
            <a:off x="630000" y="3083395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{{POULE_A_2_EQ}}</a:t>
            </a:r>
          </a:p>
        </p:txBody>
      </p:sp>
      <p:sp>
        <p:nvSpPr>
          <p:cNvPr id="36" name="ZoneTexte 35">
            <a:extLst>
              <a:ext uri="{FF2B5EF4-FFF2-40B4-BE49-F238E27FC236}">
                <a16:creationId xmlns:a16="http://schemas.microsoft.com/office/drawing/2014/main" id="{539B44F5-83CF-D045-B098-AF9D7011C071}"/>
              </a:ext>
            </a:extLst>
          </p:cNvPr>
          <p:cNvSpPr txBox="1"/>
          <p:nvPr/>
        </p:nvSpPr>
        <p:spPr>
          <a:xfrm>
            <a:off x="630000" y="3507024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{{POULE_A_3_EQ}}</a:t>
            </a:r>
          </a:p>
        </p:txBody>
      </p:sp>
      <p:cxnSp>
        <p:nvCxnSpPr>
          <p:cNvPr id="37" name="Connecteur droit 36">
            <a:extLst>
              <a:ext uri="{FF2B5EF4-FFF2-40B4-BE49-F238E27FC236}">
                <a16:creationId xmlns:a16="http://schemas.microsoft.com/office/drawing/2014/main" id="{32BD1AD3-7511-1F46-8762-4E55AFFF5BDD}"/>
              </a:ext>
            </a:extLst>
          </p:cNvPr>
          <p:cNvCxnSpPr/>
          <p:nvPr/>
        </p:nvCxnSpPr>
        <p:spPr>
          <a:xfrm>
            <a:off x="757380" y="330519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eur droit 37">
            <a:extLst>
              <a:ext uri="{FF2B5EF4-FFF2-40B4-BE49-F238E27FC236}">
                <a16:creationId xmlns:a16="http://schemas.microsoft.com/office/drawing/2014/main" id="{15A70E6C-79D7-4A4A-9E93-EE80BB7631C2}"/>
              </a:ext>
            </a:extLst>
          </p:cNvPr>
          <p:cNvCxnSpPr/>
          <p:nvPr/>
        </p:nvCxnSpPr>
        <p:spPr>
          <a:xfrm>
            <a:off x="757380" y="3737217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ZoneTexte 38">
            <a:extLst>
              <a:ext uri="{FF2B5EF4-FFF2-40B4-BE49-F238E27FC236}">
                <a16:creationId xmlns:a16="http://schemas.microsoft.com/office/drawing/2014/main" id="{2DB7A4FD-B99A-A943-82C4-DD1185026293}"/>
              </a:ext>
            </a:extLst>
          </p:cNvPr>
          <p:cNvSpPr txBox="1"/>
          <p:nvPr/>
        </p:nvSpPr>
        <p:spPr>
          <a:xfrm>
            <a:off x="3575614" y="1204628"/>
            <a:ext cx="131288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{{PA_M3_CODE}}</a:t>
            </a:r>
          </a:p>
        </p:txBody>
      </p:sp>
      <p:sp>
        <p:nvSpPr>
          <p:cNvPr id="44" name="ZoneTexte 43">
            <a:extLst>
              <a:ext uri="{FF2B5EF4-FFF2-40B4-BE49-F238E27FC236}">
                <a16:creationId xmlns:a16="http://schemas.microsoft.com/office/drawing/2014/main" id="{F23D1591-DE57-444A-8C91-C3304E50CC2B}"/>
              </a:ext>
            </a:extLst>
          </p:cNvPr>
          <p:cNvSpPr txBox="1"/>
          <p:nvPr/>
        </p:nvSpPr>
        <p:spPr>
          <a:xfrm>
            <a:off x="4950709" y="1204628"/>
            <a:ext cx="138755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{{PA_M3_HEURE}}</a:t>
            </a:r>
          </a:p>
        </p:txBody>
      </p:sp>
      <p:sp>
        <p:nvSpPr>
          <p:cNvPr id="45" name="ZoneTexte 44">
            <a:extLst>
              <a:ext uri="{FF2B5EF4-FFF2-40B4-BE49-F238E27FC236}">
                <a16:creationId xmlns:a16="http://schemas.microsoft.com/office/drawing/2014/main" id="{842481BB-54A9-834D-A3E8-CD3F0EAC666B}"/>
              </a:ext>
            </a:extLst>
          </p:cNvPr>
          <p:cNvSpPr txBox="1"/>
          <p:nvPr/>
        </p:nvSpPr>
        <p:spPr>
          <a:xfrm>
            <a:off x="4713274" y="1757021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46" name="ZoneTexte 45">
            <a:extLst>
              <a:ext uri="{FF2B5EF4-FFF2-40B4-BE49-F238E27FC236}">
                <a16:creationId xmlns:a16="http://schemas.microsoft.com/office/drawing/2014/main" id="{61715A87-D0FF-A240-BBDD-6E129D399904}"/>
              </a:ext>
            </a:extLst>
          </p:cNvPr>
          <p:cNvSpPr txBox="1"/>
          <p:nvPr/>
        </p:nvSpPr>
        <p:spPr>
          <a:xfrm>
            <a:off x="4628609" y="2283942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47" name="Groupe 46">
            <a:extLst>
              <a:ext uri="{FF2B5EF4-FFF2-40B4-BE49-F238E27FC236}">
                <a16:creationId xmlns:a16="http://schemas.microsoft.com/office/drawing/2014/main" id="{62E7E9B0-A8A3-C844-9D03-0AE47F0C0FBE}"/>
              </a:ext>
            </a:extLst>
          </p:cNvPr>
          <p:cNvGrpSpPr/>
          <p:nvPr/>
        </p:nvGrpSpPr>
        <p:grpSpPr>
          <a:xfrm>
            <a:off x="3567738" y="1191269"/>
            <a:ext cx="2770524" cy="1354907"/>
            <a:chOff x="336470" y="583726"/>
            <a:chExt cx="2770524" cy="1354907"/>
          </a:xfrm>
        </p:grpSpPr>
        <p:sp>
          <p:nvSpPr>
            <p:cNvPr id="48" name="Rounded Rectangle 2">
              <a:extLst>
                <a:ext uri="{FF2B5EF4-FFF2-40B4-BE49-F238E27FC236}">
                  <a16:creationId xmlns:a16="http://schemas.microsoft.com/office/drawing/2014/main" id="{6722E2F9-EF49-F347-A376-04B18C8C6E4E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49" name="Connecteur droit 48">
              <a:extLst>
                <a:ext uri="{FF2B5EF4-FFF2-40B4-BE49-F238E27FC236}">
                  <a16:creationId xmlns:a16="http://schemas.microsoft.com/office/drawing/2014/main" id="{B5E97FF9-48F2-1342-8E38-220903BA5722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Connecteur droit 49">
              <a:extLst>
                <a:ext uri="{FF2B5EF4-FFF2-40B4-BE49-F238E27FC236}">
                  <a16:creationId xmlns:a16="http://schemas.microsoft.com/office/drawing/2014/main" id="{46B6F24B-37E6-2A4F-BF1C-226DCB4472B4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1" name="ZoneTexte 50">
            <a:extLst>
              <a:ext uri="{FF2B5EF4-FFF2-40B4-BE49-F238E27FC236}">
                <a16:creationId xmlns:a16="http://schemas.microsoft.com/office/drawing/2014/main" id="{D7D8F991-85F3-4C4D-9F42-B723CE66801F}"/>
              </a:ext>
            </a:extLst>
          </p:cNvPr>
          <p:cNvSpPr txBox="1"/>
          <p:nvPr/>
        </p:nvSpPr>
        <p:spPr>
          <a:xfrm>
            <a:off x="3589200" y="1543075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{{POULE_A_1_EQ}}</a:t>
            </a:r>
          </a:p>
        </p:txBody>
      </p:sp>
      <p:sp>
        <p:nvSpPr>
          <p:cNvPr id="52" name="ZoneTexte 51">
            <a:extLst>
              <a:ext uri="{FF2B5EF4-FFF2-40B4-BE49-F238E27FC236}">
                <a16:creationId xmlns:a16="http://schemas.microsoft.com/office/drawing/2014/main" id="{E6390EA2-E809-B04F-9E44-B1B1DE9302A4}"/>
              </a:ext>
            </a:extLst>
          </p:cNvPr>
          <p:cNvSpPr txBox="1"/>
          <p:nvPr/>
        </p:nvSpPr>
        <p:spPr>
          <a:xfrm>
            <a:off x="3589200" y="1966704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{{POULE_A_3_EQ}}</a:t>
            </a:r>
          </a:p>
        </p:txBody>
      </p:sp>
      <p:cxnSp>
        <p:nvCxnSpPr>
          <p:cNvPr id="53" name="Connecteur droit 52">
            <a:extLst>
              <a:ext uri="{FF2B5EF4-FFF2-40B4-BE49-F238E27FC236}">
                <a16:creationId xmlns:a16="http://schemas.microsoft.com/office/drawing/2014/main" id="{006359E6-51C8-DB4C-AEA8-FF115C08C703}"/>
              </a:ext>
            </a:extLst>
          </p:cNvPr>
          <p:cNvCxnSpPr/>
          <p:nvPr/>
        </p:nvCxnSpPr>
        <p:spPr>
          <a:xfrm>
            <a:off x="3707179" y="176487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eur droit 53">
            <a:extLst>
              <a:ext uri="{FF2B5EF4-FFF2-40B4-BE49-F238E27FC236}">
                <a16:creationId xmlns:a16="http://schemas.microsoft.com/office/drawing/2014/main" id="{914BA920-9CFD-A74F-AFA7-F8E68D769BE2}"/>
              </a:ext>
            </a:extLst>
          </p:cNvPr>
          <p:cNvCxnSpPr/>
          <p:nvPr/>
        </p:nvCxnSpPr>
        <p:spPr>
          <a:xfrm>
            <a:off x="3707179" y="2196897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ZoneTexte 54">
            <a:extLst>
              <a:ext uri="{FF2B5EF4-FFF2-40B4-BE49-F238E27FC236}">
                <a16:creationId xmlns:a16="http://schemas.microsoft.com/office/drawing/2014/main" id="{83280CF4-5974-D446-A6A8-8EEBCF0F0D3D}"/>
              </a:ext>
            </a:extLst>
          </p:cNvPr>
          <p:cNvSpPr txBox="1"/>
          <p:nvPr/>
        </p:nvSpPr>
        <p:spPr>
          <a:xfrm>
            <a:off x="3575614" y="2757161"/>
            <a:ext cx="130586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{{PA_M4_CODE}}</a:t>
            </a:r>
          </a:p>
        </p:txBody>
      </p:sp>
      <p:sp>
        <p:nvSpPr>
          <p:cNvPr id="57" name="ZoneTexte 56">
            <a:extLst>
              <a:ext uri="{FF2B5EF4-FFF2-40B4-BE49-F238E27FC236}">
                <a16:creationId xmlns:a16="http://schemas.microsoft.com/office/drawing/2014/main" id="{A92AE725-EEFE-5C42-928A-644050212EE4}"/>
              </a:ext>
            </a:extLst>
          </p:cNvPr>
          <p:cNvSpPr txBox="1"/>
          <p:nvPr/>
        </p:nvSpPr>
        <p:spPr>
          <a:xfrm>
            <a:off x="4950709" y="2757161"/>
            <a:ext cx="138755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{{PA_M4_HEURE}}</a:t>
            </a:r>
          </a:p>
        </p:txBody>
      </p:sp>
      <p:sp>
        <p:nvSpPr>
          <p:cNvPr id="58" name="ZoneTexte 57">
            <a:extLst>
              <a:ext uri="{FF2B5EF4-FFF2-40B4-BE49-F238E27FC236}">
                <a16:creationId xmlns:a16="http://schemas.microsoft.com/office/drawing/2014/main" id="{2EF17EAD-D7EE-8648-BD5A-459941F359C3}"/>
              </a:ext>
            </a:extLst>
          </p:cNvPr>
          <p:cNvSpPr txBox="1"/>
          <p:nvPr/>
        </p:nvSpPr>
        <p:spPr>
          <a:xfrm>
            <a:off x="4713274" y="3309554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59" name="ZoneTexte 58">
            <a:extLst>
              <a:ext uri="{FF2B5EF4-FFF2-40B4-BE49-F238E27FC236}">
                <a16:creationId xmlns:a16="http://schemas.microsoft.com/office/drawing/2014/main" id="{0E8AD211-DDDA-7241-986E-E184A9A6D4BD}"/>
              </a:ext>
            </a:extLst>
          </p:cNvPr>
          <p:cNvSpPr txBox="1"/>
          <p:nvPr/>
        </p:nvSpPr>
        <p:spPr>
          <a:xfrm>
            <a:off x="4628609" y="3836475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60" name="Groupe 59">
            <a:extLst>
              <a:ext uri="{FF2B5EF4-FFF2-40B4-BE49-F238E27FC236}">
                <a16:creationId xmlns:a16="http://schemas.microsoft.com/office/drawing/2014/main" id="{24F1D3D7-813F-9945-8F78-346CB4A1133E}"/>
              </a:ext>
            </a:extLst>
          </p:cNvPr>
          <p:cNvGrpSpPr/>
          <p:nvPr/>
        </p:nvGrpSpPr>
        <p:grpSpPr>
          <a:xfrm>
            <a:off x="3567738" y="2743802"/>
            <a:ext cx="2770524" cy="1354907"/>
            <a:chOff x="336470" y="583726"/>
            <a:chExt cx="2770524" cy="1354907"/>
          </a:xfrm>
        </p:grpSpPr>
        <p:sp>
          <p:nvSpPr>
            <p:cNvPr id="61" name="Rounded Rectangle 2">
              <a:extLst>
                <a:ext uri="{FF2B5EF4-FFF2-40B4-BE49-F238E27FC236}">
                  <a16:creationId xmlns:a16="http://schemas.microsoft.com/office/drawing/2014/main" id="{6664D816-EBFD-D247-9A6C-58B9F3ECAE8E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62" name="Connecteur droit 61">
              <a:extLst>
                <a:ext uri="{FF2B5EF4-FFF2-40B4-BE49-F238E27FC236}">
                  <a16:creationId xmlns:a16="http://schemas.microsoft.com/office/drawing/2014/main" id="{5298B7E7-1567-B848-85FA-D5F3A99E993D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Connecteur droit 62">
              <a:extLst>
                <a:ext uri="{FF2B5EF4-FFF2-40B4-BE49-F238E27FC236}">
                  <a16:creationId xmlns:a16="http://schemas.microsoft.com/office/drawing/2014/main" id="{563009BB-303E-6F43-8D36-7F07C19A4591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4" name="ZoneTexte 63">
            <a:extLst>
              <a:ext uri="{FF2B5EF4-FFF2-40B4-BE49-F238E27FC236}">
                <a16:creationId xmlns:a16="http://schemas.microsoft.com/office/drawing/2014/main" id="{1938415F-9D42-5D42-AEE8-449687EBDE47}"/>
              </a:ext>
            </a:extLst>
          </p:cNvPr>
          <p:cNvSpPr txBox="1"/>
          <p:nvPr/>
        </p:nvSpPr>
        <p:spPr>
          <a:xfrm>
            <a:off x="3589200" y="3095608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{{POULE_A_4_EQ}}</a:t>
            </a:r>
          </a:p>
        </p:txBody>
      </p:sp>
      <p:sp>
        <p:nvSpPr>
          <p:cNvPr id="65" name="ZoneTexte 64">
            <a:extLst>
              <a:ext uri="{FF2B5EF4-FFF2-40B4-BE49-F238E27FC236}">
                <a16:creationId xmlns:a16="http://schemas.microsoft.com/office/drawing/2014/main" id="{86CA141B-4D44-D647-8CBA-65AE60268F7C}"/>
              </a:ext>
            </a:extLst>
          </p:cNvPr>
          <p:cNvSpPr txBox="1"/>
          <p:nvPr/>
        </p:nvSpPr>
        <p:spPr>
          <a:xfrm>
            <a:off x="3589200" y="3519237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{{POULE_A_2_EQ}}</a:t>
            </a:r>
          </a:p>
        </p:txBody>
      </p:sp>
      <p:cxnSp>
        <p:nvCxnSpPr>
          <p:cNvPr id="66" name="Connecteur droit 65">
            <a:extLst>
              <a:ext uri="{FF2B5EF4-FFF2-40B4-BE49-F238E27FC236}">
                <a16:creationId xmlns:a16="http://schemas.microsoft.com/office/drawing/2014/main" id="{1A7FCAE0-22B6-7A4E-AFA7-AA87E23FADD1}"/>
              </a:ext>
            </a:extLst>
          </p:cNvPr>
          <p:cNvCxnSpPr/>
          <p:nvPr/>
        </p:nvCxnSpPr>
        <p:spPr>
          <a:xfrm>
            <a:off x="3707179" y="331740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eur droit 66">
            <a:extLst>
              <a:ext uri="{FF2B5EF4-FFF2-40B4-BE49-F238E27FC236}">
                <a16:creationId xmlns:a16="http://schemas.microsoft.com/office/drawing/2014/main" id="{612A255A-EC44-894C-88A6-B10A676F5A0B}"/>
              </a:ext>
            </a:extLst>
          </p:cNvPr>
          <p:cNvCxnSpPr/>
          <p:nvPr/>
        </p:nvCxnSpPr>
        <p:spPr>
          <a:xfrm>
            <a:off x="3707179" y="3749430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ZoneTexte 67">
            <a:extLst>
              <a:ext uri="{FF2B5EF4-FFF2-40B4-BE49-F238E27FC236}">
                <a16:creationId xmlns:a16="http://schemas.microsoft.com/office/drawing/2014/main" id="{6E0293E8-2BBF-2D4D-A8BC-9F49DD1204AB}"/>
              </a:ext>
            </a:extLst>
          </p:cNvPr>
          <p:cNvSpPr txBox="1"/>
          <p:nvPr/>
        </p:nvSpPr>
        <p:spPr>
          <a:xfrm>
            <a:off x="6533291" y="1204628"/>
            <a:ext cx="129746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{{PA_M5_CODE}}</a:t>
            </a:r>
          </a:p>
        </p:txBody>
      </p:sp>
      <p:sp>
        <p:nvSpPr>
          <p:cNvPr id="70" name="ZoneTexte 69">
            <a:extLst>
              <a:ext uri="{FF2B5EF4-FFF2-40B4-BE49-F238E27FC236}">
                <a16:creationId xmlns:a16="http://schemas.microsoft.com/office/drawing/2014/main" id="{39D77668-E9D9-984A-850F-CCAAA7828FD8}"/>
              </a:ext>
            </a:extLst>
          </p:cNvPr>
          <p:cNvSpPr txBox="1"/>
          <p:nvPr/>
        </p:nvSpPr>
        <p:spPr>
          <a:xfrm>
            <a:off x="7838635" y="1204628"/>
            <a:ext cx="145730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{{PA_M5_HEURE}}</a:t>
            </a:r>
          </a:p>
        </p:txBody>
      </p:sp>
      <p:sp>
        <p:nvSpPr>
          <p:cNvPr id="71" name="ZoneTexte 70">
            <a:extLst>
              <a:ext uri="{FF2B5EF4-FFF2-40B4-BE49-F238E27FC236}">
                <a16:creationId xmlns:a16="http://schemas.microsoft.com/office/drawing/2014/main" id="{2378CCB7-062C-3A42-82E2-F8C401E159BA}"/>
              </a:ext>
            </a:extLst>
          </p:cNvPr>
          <p:cNvSpPr txBox="1"/>
          <p:nvPr/>
        </p:nvSpPr>
        <p:spPr>
          <a:xfrm>
            <a:off x="7670950" y="1757021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72" name="ZoneTexte 71">
            <a:extLst>
              <a:ext uri="{FF2B5EF4-FFF2-40B4-BE49-F238E27FC236}">
                <a16:creationId xmlns:a16="http://schemas.microsoft.com/office/drawing/2014/main" id="{9D6149A3-6EB8-AF44-92E2-618C7339DA52}"/>
              </a:ext>
            </a:extLst>
          </p:cNvPr>
          <p:cNvSpPr txBox="1"/>
          <p:nvPr/>
        </p:nvSpPr>
        <p:spPr>
          <a:xfrm>
            <a:off x="7586285" y="2283942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73" name="Groupe 72">
            <a:extLst>
              <a:ext uri="{FF2B5EF4-FFF2-40B4-BE49-F238E27FC236}">
                <a16:creationId xmlns:a16="http://schemas.microsoft.com/office/drawing/2014/main" id="{9987D3B0-549C-6E40-A6CF-5F6E6C4CE40A}"/>
              </a:ext>
            </a:extLst>
          </p:cNvPr>
          <p:cNvGrpSpPr/>
          <p:nvPr/>
        </p:nvGrpSpPr>
        <p:grpSpPr>
          <a:xfrm>
            <a:off x="6525414" y="1191269"/>
            <a:ext cx="2770524" cy="1354907"/>
            <a:chOff x="336470" y="583726"/>
            <a:chExt cx="2770524" cy="1354907"/>
          </a:xfrm>
        </p:grpSpPr>
        <p:sp>
          <p:nvSpPr>
            <p:cNvPr id="74" name="Rounded Rectangle 2">
              <a:extLst>
                <a:ext uri="{FF2B5EF4-FFF2-40B4-BE49-F238E27FC236}">
                  <a16:creationId xmlns:a16="http://schemas.microsoft.com/office/drawing/2014/main" id="{E6D3EE2E-8D43-F64F-A499-ABD12CC4081E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75" name="Connecteur droit 74">
              <a:extLst>
                <a:ext uri="{FF2B5EF4-FFF2-40B4-BE49-F238E27FC236}">
                  <a16:creationId xmlns:a16="http://schemas.microsoft.com/office/drawing/2014/main" id="{9CA2511E-1CC0-224A-85BC-A3E6CB0DCFE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Connecteur droit 75">
              <a:extLst>
                <a:ext uri="{FF2B5EF4-FFF2-40B4-BE49-F238E27FC236}">
                  <a16:creationId xmlns:a16="http://schemas.microsoft.com/office/drawing/2014/main" id="{7A23B077-D268-7F45-9F81-7FC3BE6FD372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7" name="ZoneTexte 76">
            <a:extLst>
              <a:ext uri="{FF2B5EF4-FFF2-40B4-BE49-F238E27FC236}">
                <a16:creationId xmlns:a16="http://schemas.microsoft.com/office/drawing/2014/main" id="{F76319DA-3A13-9149-AF23-B8CA3B551472}"/>
              </a:ext>
            </a:extLst>
          </p:cNvPr>
          <p:cNvSpPr txBox="1"/>
          <p:nvPr/>
        </p:nvSpPr>
        <p:spPr>
          <a:xfrm>
            <a:off x="6544800" y="1543075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{{POULE_A_1_EQ}}</a:t>
            </a:r>
          </a:p>
        </p:txBody>
      </p:sp>
      <p:sp>
        <p:nvSpPr>
          <p:cNvPr id="78" name="ZoneTexte 77">
            <a:extLst>
              <a:ext uri="{FF2B5EF4-FFF2-40B4-BE49-F238E27FC236}">
                <a16:creationId xmlns:a16="http://schemas.microsoft.com/office/drawing/2014/main" id="{95F3F264-008E-7F4D-AF6F-D44F047A9BFB}"/>
              </a:ext>
            </a:extLst>
          </p:cNvPr>
          <p:cNvSpPr txBox="1"/>
          <p:nvPr/>
        </p:nvSpPr>
        <p:spPr>
          <a:xfrm>
            <a:off x="6544800" y="1966704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{{POULE_A_2_EQ}}</a:t>
            </a:r>
          </a:p>
        </p:txBody>
      </p:sp>
      <p:cxnSp>
        <p:nvCxnSpPr>
          <p:cNvPr id="79" name="Connecteur droit 78">
            <a:extLst>
              <a:ext uri="{FF2B5EF4-FFF2-40B4-BE49-F238E27FC236}">
                <a16:creationId xmlns:a16="http://schemas.microsoft.com/office/drawing/2014/main" id="{29B005C4-8AF8-1541-92C4-268530461982}"/>
              </a:ext>
            </a:extLst>
          </p:cNvPr>
          <p:cNvCxnSpPr/>
          <p:nvPr/>
        </p:nvCxnSpPr>
        <p:spPr>
          <a:xfrm>
            <a:off x="6664855" y="176487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eur droit 79">
            <a:extLst>
              <a:ext uri="{FF2B5EF4-FFF2-40B4-BE49-F238E27FC236}">
                <a16:creationId xmlns:a16="http://schemas.microsoft.com/office/drawing/2014/main" id="{21925513-DBD5-2D48-999B-4066C42C6F6B}"/>
              </a:ext>
            </a:extLst>
          </p:cNvPr>
          <p:cNvCxnSpPr/>
          <p:nvPr/>
        </p:nvCxnSpPr>
        <p:spPr>
          <a:xfrm>
            <a:off x="6664855" y="2196897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ZoneTexte 80">
            <a:extLst>
              <a:ext uri="{FF2B5EF4-FFF2-40B4-BE49-F238E27FC236}">
                <a16:creationId xmlns:a16="http://schemas.microsoft.com/office/drawing/2014/main" id="{370BB671-2507-784D-B767-1712C68C6094}"/>
              </a:ext>
            </a:extLst>
          </p:cNvPr>
          <p:cNvSpPr txBox="1"/>
          <p:nvPr/>
        </p:nvSpPr>
        <p:spPr>
          <a:xfrm>
            <a:off x="6533291" y="2741514"/>
            <a:ext cx="135980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{{PA_M6_CODE}}</a:t>
            </a:r>
          </a:p>
        </p:txBody>
      </p:sp>
      <p:sp>
        <p:nvSpPr>
          <p:cNvPr id="83" name="ZoneTexte 82">
            <a:extLst>
              <a:ext uri="{FF2B5EF4-FFF2-40B4-BE49-F238E27FC236}">
                <a16:creationId xmlns:a16="http://schemas.microsoft.com/office/drawing/2014/main" id="{1EEACAE2-A82C-EE4B-BAB2-D9081098DB83}"/>
              </a:ext>
            </a:extLst>
          </p:cNvPr>
          <p:cNvSpPr txBox="1"/>
          <p:nvPr/>
        </p:nvSpPr>
        <p:spPr>
          <a:xfrm>
            <a:off x="7838635" y="2741514"/>
            <a:ext cx="145730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{{PA_M6_HEURE}}</a:t>
            </a:r>
          </a:p>
        </p:txBody>
      </p:sp>
      <p:sp>
        <p:nvSpPr>
          <p:cNvPr id="84" name="ZoneTexte 83">
            <a:extLst>
              <a:ext uri="{FF2B5EF4-FFF2-40B4-BE49-F238E27FC236}">
                <a16:creationId xmlns:a16="http://schemas.microsoft.com/office/drawing/2014/main" id="{2D7F23C6-D6BD-9B47-9A3C-C2AA0394C7B2}"/>
              </a:ext>
            </a:extLst>
          </p:cNvPr>
          <p:cNvSpPr txBox="1"/>
          <p:nvPr/>
        </p:nvSpPr>
        <p:spPr>
          <a:xfrm>
            <a:off x="7670950" y="3293907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85" name="ZoneTexte 84">
            <a:extLst>
              <a:ext uri="{FF2B5EF4-FFF2-40B4-BE49-F238E27FC236}">
                <a16:creationId xmlns:a16="http://schemas.microsoft.com/office/drawing/2014/main" id="{E887466C-206C-D64B-953E-821BDA01EE7C}"/>
              </a:ext>
            </a:extLst>
          </p:cNvPr>
          <p:cNvSpPr txBox="1"/>
          <p:nvPr/>
        </p:nvSpPr>
        <p:spPr>
          <a:xfrm>
            <a:off x="7586285" y="3820828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86" name="Groupe 85">
            <a:extLst>
              <a:ext uri="{FF2B5EF4-FFF2-40B4-BE49-F238E27FC236}">
                <a16:creationId xmlns:a16="http://schemas.microsoft.com/office/drawing/2014/main" id="{C2BD2A20-AA3B-2C43-B38D-F350C4EAADD8}"/>
              </a:ext>
            </a:extLst>
          </p:cNvPr>
          <p:cNvGrpSpPr/>
          <p:nvPr/>
        </p:nvGrpSpPr>
        <p:grpSpPr>
          <a:xfrm>
            <a:off x="6525414" y="2728155"/>
            <a:ext cx="2770524" cy="1354907"/>
            <a:chOff x="336470" y="583726"/>
            <a:chExt cx="2770524" cy="1354907"/>
          </a:xfrm>
        </p:grpSpPr>
        <p:sp>
          <p:nvSpPr>
            <p:cNvPr id="87" name="Rounded Rectangle 2">
              <a:extLst>
                <a:ext uri="{FF2B5EF4-FFF2-40B4-BE49-F238E27FC236}">
                  <a16:creationId xmlns:a16="http://schemas.microsoft.com/office/drawing/2014/main" id="{90DE40EC-DE50-8248-901B-B045B5D7CC79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88" name="Connecteur droit 87">
              <a:extLst>
                <a:ext uri="{FF2B5EF4-FFF2-40B4-BE49-F238E27FC236}">
                  <a16:creationId xmlns:a16="http://schemas.microsoft.com/office/drawing/2014/main" id="{B59905EC-A12E-7046-9E3B-0DDB41492C7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Connecteur droit 88">
              <a:extLst>
                <a:ext uri="{FF2B5EF4-FFF2-40B4-BE49-F238E27FC236}">
                  <a16:creationId xmlns:a16="http://schemas.microsoft.com/office/drawing/2014/main" id="{4A9912D7-4756-414F-A0B1-CD0EF0947EDB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0" name="ZoneTexte 89">
            <a:extLst>
              <a:ext uri="{FF2B5EF4-FFF2-40B4-BE49-F238E27FC236}">
                <a16:creationId xmlns:a16="http://schemas.microsoft.com/office/drawing/2014/main" id="{B638B146-29B3-EF4F-A6C0-93D4ACB0EA96}"/>
              </a:ext>
            </a:extLst>
          </p:cNvPr>
          <p:cNvSpPr txBox="1"/>
          <p:nvPr/>
        </p:nvSpPr>
        <p:spPr>
          <a:xfrm>
            <a:off x="6544800" y="3079961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{{POULE_A_3_EQ}}</a:t>
            </a:r>
          </a:p>
        </p:txBody>
      </p:sp>
      <p:sp>
        <p:nvSpPr>
          <p:cNvPr id="91" name="ZoneTexte 90">
            <a:extLst>
              <a:ext uri="{FF2B5EF4-FFF2-40B4-BE49-F238E27FC236}">
                <a16:creationId xmlns:a16="http://schemas.microsoft.com/office/drawing/2014/main" id="{356B77AD-F697-844C-A47C-C175ACAC7F50}"/>
              </a:ext>
            </a:extLst>
          </p:cNvPr>
          <p:cNvSpPr txBox="1"/>
          <p:nvPr/>
        </p:nvSpPr>
        <p:spPr>
          <a:xfrm>
            <a:off x="6544800" y="3503590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{{POULE_A_4_EQ}}</a:t>
            </a:r>
          </a:p>
        </p:txBody>
      </p:sp>
      <p:cxnSp>
        <p:nvCxnSpPr>
          <p:cNvPr id="92" name="Connecteur droit 91">
            <a:extLst>
              <a:ext uri="{FF2B5EF4-FFF2-40B4-BE49-F238E27FC236}">
                <a16:creationId xmlns:a16="http://schemas.microsoft.com/office/drawing/2014/main" id="{2B2A62CE-20F5-5642-8C50-7C03CA1D5CF8}"/>
              </a:ext>
            </a:extLst>
          </p:cNvPr>
          <p:cNvCxnSpPr/>
          <p:nvPr/>
        </p:nvCxnSpPr>
        <p:spPr>
          <a:xfrm>
            <a:off x="6664855" y="3301757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eur droit 92">
            <a:extLst>
              <a:ext uri="{FF2B5EF4-FFF2-40B4-BE49-F238E27FC236}">
                <a16:creationId xmlns:a16="http://schemas.microsoft.com/office/drawing/2014/main" id="{E016F092-2E9F-A042-BCEA-F6EF67CA5B23}"/>
              </a:ext>
            </a:extLst>
          </p:cNvPr>
          <p:cNvCxnSpPr/>
          <p:nvPr/>
        </p:nvCxnSpPr>
        <p:spPr>
          <a:xfrm>
            <a:off x="6664855" y="3733783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94" name="Tableau 154">
            <a:extLst>
              <a:ext uri="{FF2B5EF4-FFF2-40B4-BE49-F238E27FC236}">
                <a16:creationId xmlns:a16="http://schemas.microsoft.com/office/drawing/2014/main" id="{B1AF19C9-7C1C-5145-8050-2A8C1F0C52FB}"/>
              </a:ext>
            </a:extLst>
          </p:cNvPr>
          <p:cNvGraphicFramePr>
            <a:graphicFrameLocks noGrp="1"/>
          </p:cNvGraphicFramePr>
          <p:nvPr/>
        </p:nvGraphicFramePr>
        <p:xfrm>
          <a:off x="739678" y="4705373"/>
          <a:ext cx="8426644" cy="126492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4706412">
                  <a:extLst>
                    <a:ext uri="{9D8B030D-6E8A-4147-A177-3AD203B41FA5}">
                      <a16:colId xmlns:a16="http://schemas.microsoft.com/office/drawing/2014/main" val="259936016"/>
                    </a:ext>
                  </a:extLst>
                </a:gridCol>
                <a:gridCol w="975360">
                  <a:extLst>
                    <a:ext uri="{9D8B030D-6E8A-4147-A177-3AD203B41FA5}">
                      <a16:colId xmlns:a16="http://schemas.microsoft.com/office/drawing/2014/main" val="835005734"/>
                    </a:ext>
                  </a:extLst>
                </a:gridCol>
                <a:gridCol w="897172">
                  <a:extLst>
                    <a:ext uri="{9D8B030D-6E8A-4147-A177-3AD203B41FA5}">
                      <a16:colId xmlns:a16="http://schemas.microsoft.com/office/drawing/2014/main" val="2438221648"/>
                    </a:ext>
                  </a:extLst>
                </a:gridCol>
                <a:gridCol w="687788">
                  <a:extLst>
                    <a:ext uri="{9D8B030D-6E8A-4147-A177-3AD203B41FA5}">
                      <a16:colId xmlns:a16="http://schemas.microsoft.com/office/drawing/2014/main" val="4275197807"/>
                    </a:ext>
                  </a:extLst>
                </a:gridCol>
                <a:gridCol w="1159912">
                  <a:extLst>
                    <a:ext uri="{9D8B030D-6E8A-4147-A177-3AD203B41FA5}">
                      <a16:colId xmlns:a16="http://schemas.microsoft.com/office/drawing/2014/main" val="3380834670"/>
                    </a:ext>
                  </a:extLst>
                </a:gridCol>
              </a:tblGrid>
              <a:tr h="232249"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ÉQUIPE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VICTOIRES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DÉFAITES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JEUX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CLASSEMENT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1446954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{{POULE_A_1_EQ}}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1826266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{{POULE_A_2_EQ}}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84674671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{{POULE_A_3_EQ}}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42694057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{{POULE_A_4_EQ}}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553423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580648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ZoneTexte 80">
            <a:extLst>
              <a:ext uri="{FF2B5EF4-FFF2-40B4-BE49-F238E27FC236}">
                <a16:creationId xmlns:a16="http://schemas.microsoft.com/office/drawing/2014/main" id="{370BB671-2507-784D-B767-1712C68C6094}"/>
              </a:ext>
            </a:extLst>
          </p:cNvPr>
          <p:cNvSpPr txBox="1"/>
          <p:nvPr/>
        </p:nvSpPr>
        <p:spPr>
          <a:xfrm>
            <a:off x="6533291" y="2741514"/>
            <a:ext cx="135980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{{PB_M6_CODE}}</a:t>
            </a:r>
          </a:p>
        </p:txBody>
      </p:sp>
      <p:sp>
        <p:nvSpPr>
          <p:cNvPr id="68" name="ZoneTexte 67">
            <a:extLst>
              <a:ext uri="{FF2B5EF4-FFF2-40B4-BE49-F238E27FC236}">
                <a16:creationId xmlns:a16="http://schemas.microsoft.com/office/drawing/2014/main" id="{6E0293E8-2BBF-2D4D-A8BC-9F49DD1204AB}"/>
              </a:ext>
            </a:extLst>
          </p:cNvPr>
          <p:cNvSpPr txBox="1"/>
          <p:nvPr/>
        </p:nvSpPr>
        <p:spPr>
          <a:xfrm>
            <a:off x="6533291" y="1204628"/>
            <a:ext cx="129746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{{PB_M5_CODE}}</a:t>
            </a:r>
          </a:p>
        </p:txBody>
      </p:sp>
      <p:sp>
        <p:nvSpPr>
          <p:cNvPr id="55" name="ZoneTexte 54">
            <a:extLst>
              <a:ext uri="{FF2B5EF4-FFF2-40B4-BE49-F238E27FC236}">
                <a16:creationId xmlns:a16="http://schemas.microsoft.com/office/drawing/2014/main" id="{83280CF4-5974-D446-A6A8-8EEBCF0F0D3D}"/>
              </a:ext>
            </a:extLst>
          </p:cNvPr>
          <p:cNvSpPr txBox="1"/>
          <p:nvPr/>
        </p:nvSpPr>
        <p:spPr>
          <a:xfrm>
            <a:off x="3575614" y="2757161"/>
            <a:ext cx="130586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{{PB_M4_CODE}}</a:t>
            </a:r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ECC62A31-9B71-2D46-ADA0-88CEAC60E8C6}"/>
              </a:ext>
            </a:extLst>
          </p:cNvPr>
          <p:cNvSpPr txBox="1"/>
          <p:nvPr/>
        </p:nvSpPr>
        <p:spPr>
          <a:xfrm>
            <a:off x="625815" y="2744948"/>
            <a:ext cx="128933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{{PB_M2_CODE}}</a:t>
            </a:r>
          </a:p>
        </p:txBody>
      </p:sp>
      <p:sp>
        <p:nvSpPr>
          <p:cNvPr id="39" name="ZoneTexte 38">
            <a:extLst>
              <a:ext uri="{FF2B5EF4-FFF2-40B4-BE49-F238E27FC236}">
                <a16:creationId xmlns:a16="http://schemas.microsoft.com/office/drawing/2014/main" id="{2DB7A4FD-B99A-A943-82C4-DD1185026293}"/>
              </a:ext>
            </a:extLst>
          </p:cNvPr>
          <p:cNvSpPr txBox="1"/>
          <p:nvPr/>
        </p:nvSpPr>
        <p:spPr>
          <a:xfrm>
            <a:off x="3575614" y="1204628"/>
            <a:ext cx="131288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{{PB_M3_CODE}}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66C64A28-B62A-BB45-A3BB-3F6EF5FAB090}"/>
              </a:ext>
            </a:extLst>
          </p:cNvPr>
          <p:cNvSpPr txBox="1"/>
          <p:nvPr/>
        </p:nvSpPr>
        <p:spPr>
          <a:xfrm>
            <a:off x="613374" y="1204628"/>
            <a:ext cx="130177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{{PB_M1_CODE}}</a:t>
            </a:r>
          </a:p>
        </p:txBody>
      </p:sp>
      <p:sp>
        <p:nvSpPr>
          <p:cNvPr id="82" name="ZoneTexte 81">
            <a:extLst>
              <a:ext uri="{FF2B5EF4-FFF2-40B4-BE49-F238E27FC236}">
                <a16:creationId xmlns:a16="http://schemas.microsoft.com/office/drawing/2014/main" id="{A653BCD9-F43C-6147-89B4-6748C84F21C8}"/>
              </a:ext>
            </a:extLst>
          </p:cNvPr>
          <p:cNvSpPr txBox="1"/>
          <p:nvPr/>
        </p:nvSpPr>
        <p:spPr>
          <a:xfrm>
            <a:off x="6520850" y="2741514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{{PB_M6_TERRAIN}}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69" name="ZoneTexte 68">
            <a:extLst>
              <a:ext uri="{FF2B5EF4-FFF2-40B4-BE49-F238E27FC236}">
                <a16:creationId xmlns:a16="http://schemas.microsoft.com/office/drawing/2014/main" id="{A1DF0712-15BB-C143-8B32-B814252D30D5}"/>
              </a:ext>
            </a:extLst>
          </p:cNvPr>
          <p:cNvSpPr txBox="1"/>
          <p:nvPr/>
        </p:nvSpPr>
        <p:spPr>
          <a:xfrm>
            <a:off x="6520850" y="1204628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{{PB_M5_TERRAIN}}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56" name="ZoneTexte 55">
            <a:extLst>
              <a:ext uri="{FF2B5EF4-FFF2-40B4-BE49-F238E27FC236}">
                <a16:creationId xmlns:a16="http://schemas.microsoft.com/office/drawing/2014/main" id="{B8C0532A-7B80-3941-ABB8-B2C17DD01FF0}"/>
              </a:ext>
            </a:extLst>
          </p:cNvPr>
          <p:cNvSpPr txBox="1"/>
          <p:nvPr/>
        </p:nvSpPr>
        <p:spPr>
          <a:xfrm>
            <a:off x="3563174" y="2757161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{{PB_M4_TERRAIN}}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43" name="ZoneTexte 42">
            <a:extLst>
              <a:ext uri="{FF2B5EF4-FFF2-40B4-BE49-F238E27FC236}">
                <a16:creationId xmlns:a16="http://schemas.microsoft.com/office/drawing/2014/main" id="{46758797-F6EA-CA45-931A-8230C7AFC9B4}"/>
              </a:ext>
            </a:extLst>
          </p:cNvPr>
          <p:cNvSpPr txBox="1"/>
          <p:nvPr/>
        </p:nvSpPr>
        <p:spPr>
          <a:xfrm>
            <a:off x="3563174" y="1204628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{{PB_M3_TERRAIN}}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E1B42721-C923-2641-BA78-999929492964}"/>
              </a:ext>
            </a:extLst>
          </p:cNvPr>
          <p:cNvSpPr txBox="1"/>
          <p:nvPr/>
        </p:nvSpPr>
        <p:spPr>
          <a:xfrm>
            <a:off x="613375" y="2744948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{{PB_M2_TERRAIN}}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98472328-417A-4747-B9A8-895E06F00EA2}"/>
              </a:ext>
            </a:extLst>
          </p:cNvPr>
          <p:cNvSpPr txBox="1"/>
          <p:nvPr/>
        </p:nvSpPr>
        <p:spPr>
          <a:xfrm>
            <a:off x="600934" y="1204628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{{PB_M1_TERRAIN}}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cxnSp>
        <p:nvCxnSpPr>
          <p:cNvPr id="132" name="Connecteur droit 131">
            <a:extLst>
              <a:ext uri="{FF2B5EF4-FFF2-40B4-BE49-F238E27FC236}">
                <a16:creationId xmlns:a16="http://schemas.microsoft.com/office/drawing/2014/main" id="{03A50A04-569F-7F4C-B363-E33B662511AC}"/>
              </a:ext>
            </a:extLst>
          </p:cNvPr>
          <p:cNvCxnSpPr>
            <a:cxnSpLocks/>
          </p:cNvCxnSpPr>
          <p:nvPr/>
        </p:nvCxnSpPr>
        <p:spPr>
          <a:xfrm>
            <a:off x="0" y="569147"/>
            <a:ext cx="9906000" cy="0"/>
          </a:xfrm>
          <a:prstGeom prst="line">
            <a:avLst/>
          </a:prstGeom>
          <a:ln w="1587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ZoneTexte 132">
            <a:extLst>
              <a:ext uri="{FF2B5EF4-FFF2-40B4-BE49-F238E27FC236}">
                <a16:creationId xmlns:a16="http://schemas.microsoft.com/office/drawing/2014/main" id="{7A600195-411A-9146-881C-BF77B17961CE}"/>
              </a:ext>
            </a:extLst>
          </p:cNvPr>
          <p:cNvSpPr txBox="1"/>
          <p:nvPr/>
        </p:nvSpPr>
        <p:spPr>
          <a:xfrm>
            <a:off x="3195145" y="105103"/>
            <a:ext cx="3383087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POULE B</a:t>
            </a:r>
          </a:p>
        </p:txBody>
      </p:sp>
      <p:sp>
        <p:nvSpPr>
          <p:cNvPr id="134" name="ZoneTexte 133">
            <a:extLst>
              <a:ext uri="{FF2B5EF4-FFF2-40B4-BE49-F238E27FC236}">
                <a16:creationId xmlns:a16="http://schemas.microsoft.com/office/drawing/2014/main" id="{04FA868E-B09C-CB41-8368-B46B9716BFE5}"/>
              </a:ext>
            </a:extLst>
          </p:cNvPr>
          <p:cNvSpPr txBox="1"/>
          <p:nvPr/>
        </p:nvSpPr>
        <p:spPr>
          <a:xfrm>
            <a:off x="21060" y="12212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35" name="ZoneTexte 134">
            <a:extLst>
              <a:ext uri="{FF2B5EF4-FFF2-40B4-BE49-F238E27FC236}">
                <a16:creationId xmlns:a16="http://schemas.microsoft.com/office/drawing/2014/main" id="{CE532D12-AB2D-E443-B4BE-7251DB907A4A}"/>
              </a:ext>
            </a:extLst>
          </p:cNvPr>
          <p:cNvSpPr txBox="1"/>
          <p:nvPr/>
        </p:nvSpPr>
        <p:spPr>
          <a:xfrm>
            <a:off x="6564810" y="14764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96362097-CD70-1643-B182-7F9805A19382}"/>
              </a:ext>
            </a:extLst>
          </p:cNvPr>
          <p:cNvSpPr txBox="1"/>
          <p:nvPr/>
        </p:nvSpPr>
        <p:spPr>
          <a:xfrm>
            <a:off x="3212431" y="6591732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{{CLUB}}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9AEE0EA8-A99F-5A41-A32F-1FE635256B61}"/>
              </a:ext>
            </a:extLst>
          </p:cNvPr>
          <p:cNvSpPr txBox="1"/>
          <p:nvPr/>
        </p:nvSpPr>
        <p:spPr>
          <a:xfrm>
            <a:off x="1996015" y="1204628"/>
            <a:ext cx="138000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{{PB_M1_HEURE}}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240B3778-AA08-0143-86D8-E42344DBC697}"/>
              </a:ext>
            </a:extLst>
          </p:cNvPr>
          <p:cNvSpPr txBox="1"/>
          <p:nvPr/>
        </p:nvSpPr>
        <p:spPr>
          <a:xfrm>
            <a:off x="1751034" y="1757021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E2649F6E-3F53-7E40-BEE0-36099D7B4D34}"/>
              </a:ext>
            </a:extLst>
          </p:cNvPr>
          <p:cNvSpPr txBox="1"/>
          <p:nvPr/>
        </p:nvSpPr>
        <p:spPr>
          <a:xfrm>
            <a:off x="1666369" y="2283942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7" name="Groupe 16">
            <a:extLst>
              <a:ext uri="{FF2B5EF4-FFF2-40B4-BE49-F238E27FC236}">
                <a16:creationId xmlns:a16="http://schemas.microsoft.com/office/drawing/2014/main" id="{676CB05C-7A3D-804E-881D-9CBF4B8D77E6}"/>
              </a:ext>
            </a:extLst>
          </p:cNvPr>
          <p:cNvGrpSpPr/>
          <p:nvPr/>
        </p:nvGrpSpPr>
        <p:grpSpPr>
          <a:xfrm>
            <a:off x="605498" y="1191269"/>
            <a:ext cx="2770524" cy="1354907"/>
            <a:chOff x="336470" y="583726"/>
            <a:chExt cx="2770524" cy="1354907"/>
          </a:xfrm>
        </p:grpSpPr>
        <p:sp>
          <p:nvSpPr>
            <p:cNvPr id="18" name="Rounded Rectangle 2">
              <a:extLst>
                <a:ext uri="{FF2B5EF4-FFF2-40B4-BE49-F238E27FC236}">
                  <a16:creationId xmlns:a16="http://schemas.microsoft.com/office/drawing/2014/main" id="{01AE91BE-F4CD-594F-B331-3E4FE50F5044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9" name="Connecteur droit 18">
              <a:extLst>
                <a:ext uri="{FF2B5EF4-FFF2-40B4-BE49-F238E27FC236}">
                  <a16:creationId xmlns:a16="http://schemas.microsoft.com/office/drawing/2014/main" id="{8BC618FF-B7F2-5144-99BC-D2973E79002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necteur droit 19">
              <a:extLst>
                <a:ext uri="{FF2B5EF4-FFF2-40B4-BE49-F238E27FC236}">
                  <a16:creationId xmlns:a16="http://schemas.microsoft.com/office/drawing/2014/main" id="{46EF965E-1BB2-7446-A7EE-B03CA8D97457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" name="ZoneTexte 20">
            <a:extLst>
              <a:ext uri="{FF2B5EF4-FFF2-40B4-BE49-F238E27FC236}">
                <a16:creationId xmlns:a16="http://schemas.microsoft.com/office/drawing/2014/main" id="{1DB95A72-DC02-044B-85C8-C66CA8275358}"/>
              </a:ext>
            </a:extLst>
          </p:cNvPr>
          <p:cNvSpPr txBox="1"/>
          <p:nvPr/>
        </p:nvSpPr>
        <p:spPr>
          <a:xfrm>
            <a:off x="630000" y="1543075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{{POULE_B_1_EQ}}</a:t>
            </a: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9B0CAD5A-07BB-A04C-B314-90153D36FB20}"/>
              </a:ext>
            </a:extLst>
          </p:cNvPr>
          <p:cNvSpPr txBox="1"/>
          <p:nvPr/>
        </p:nvSpPr>
        <p:spPr>
          <a:xfrm>
            <a:off x="630000" y="1966704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{{POULE_B_4_EQ}}</a:t>
            </a:r>
          </a:p>
        </p:txBody>
      </p:sp>
      <p:cxnSp>
        <p:nvCxnSpPr>
          <p:cNvPr id="23" name="Connecteur droit 22">
            <a:extLst>
              <a:ext uri="{FF2B5EF4-FFF2-40B4-BE49-F238E27FC236}">
                <a16:creationId xmlns:a16="http://schemas.microsoft.com/office/drawing/2014/main" id="{A06F6E98-54A4-9D4E-9AA2-093AE61E82F4}"/>
              </a:ext>
            </a:extLst>
          </p:cNvPr>
          <p:cNvCxnSpPr/>
          <p:nvPr/>
        </p:nvCxnSpPr>
        <p:spPr>
          <a:xfrm>
            <a:off x="744939" y="176487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eur droit 23">
            <a:extLst>
              <a:ext uri="{FF2B5EF4-FFF2-40B4-BE49-F238E27FC236}">
                <a16:creationId xmlns:a16="http://schemas.microsoft.com/office/drawing/2014/main" id="{685D11C7-C6B8-CA4B-A459-8F29401CFA3D}"/>
              </a:ext>
            </a:extLst>
          </p:cNvPr>
          <p:cNvCxnSpPr/>
          <p:nvPr/>
        </p:nvCxnSpPr>
        <p:spPr>
          <a:xfrm>
            <a:off x="744939" y="2196897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ZoneTexte 26">
            <a:extLst>
              <a:ext uri="{FF2B5EF4-FFF2-40B4-BE49-F238E27FC236}">
                <a16:creationId xmlns:a16="http://schemas.microsoft.com/office/drawing/2014/main" id="{C1A95A25-554C-054B-A442-676879D47B03}"/>
              </a:ext>
            </a:extLst>
          </p:cNvPr>
          <p:cNvSpPr txBox="1"/>
          <p:nvPr/>
        </p:nvSpPr>
        <p:spPr>
          <a:xfrm>
            <a:off x="1996016" y="2744948"/>
            <a:ext cx="139244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{{PB_M2_HEURE}}</a:t>
            </a:r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5036ECC0-8BD8-E647-B5F4-DE9EADE38113}"/>
              </a:ext>
            </a:extLst>
          </p:cNvPr>
          <p:cNvSpPr txBox="1"/>
          <p:nvPr/>
        </p:nvSpPr>
        <p:spPr>
          <a:xfrm>
            <a:off x="1763475" y="3297341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036CC0FC-48F2-B343-83FE-3A28B8F19DA1}"/>
              </a:ext>
            </a:extLst>
          </p:cNvPr>
          <p:cNvSpPr txBox="1"/>
          <p:nvPr/>
        </p:nvSpPr>
        <p:spPr>
          <a:xfrm>
            <a:off x="1678810" y="3824262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30" name="Groupe 29">
            <a:extLst>
              <a:ext uri="{FF2B5EF4-FFF2-40B4-BE49-F238E27FC236}">
                <a16:creationId xmlns:a16="http://schemas.microsoft.com/office/drawing/2014/main" id="{49B7AEE6-D13D-524A-97C4-2B75203C0A8B}"/>
              </a:ext>
            </a:extLst>
          </p:cNvPr>
          <p:cNvGrpSpPr/>
          <p:nvPr/>
        </p:nvGrpSpPr>
        <p:grpSpPr>
          <a:xfrm>
            <a:off x="617939" y="2731589"/>
            <a:ext cx="2770524" cy="1354907"/>
            <a:chOff x="336470" y="583726"/>
            <a:chExt cx="2770524" cy="1354907"/>
          </a:xfrm>
        </p:grpSpPr>
        <p:sp>
          <p:nvSpPr>
            <p:cNvPr id="31" name="Rounded Rectangle 2">
              <a:extLst>
                <a:ext uri="{FF2B5EF4-FFF2-40B4-BE49-F238E27FC236}">
                  <a16:creationId xmlns:a16="http://schemas.microsoft.com/office/drawing/2014/main" id="{ADB4CAB7-53F0-7C46-8AFC-BBEF27D6F337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32" name="Connecteur droit 31">
              <a:extLst>
                <a:ext uri="{FF2B5EF4-FFF2-40B4-BE49-F238E27FC236}">
                  <a16:creationId xmlns:a16="http://schemas.microsoft.com/office/drawing/2014/main" id="{95F3EACB-2A36-CE4A-9B1F-955DDD0135FA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Connecteur droit 33">
              <a:extLst>
                <a:ext uri="{FF2B5EF4-FFF2-40B4-BE49-F238E27FC236}">
                  <a16:creationId xmlns:a16="http://schemas.microsoft.com/office/drawing/2014/main" id="{F76C9B3D-1B20-DD40-AA24-FB4BB0B0965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5" name="ZoneTexte 34">
            <a:extLst>
              <a:ext uri="{FF2B5EF4-FFF2-40B4-BE49-F238E27FC236}">
                <a16:creationId xmlns:a16="http://schemas.microsoft.com/office/drawing/2014/main" id="{434308F8-3BB8-784A-B752-ECB58DE610AF}"/>
              </a:ext>
            </a:extLst>
          </p:cNvPr>
          <p:cNvSpPr txBox="1"/>
          <p:nvPr/>
        </p:nvSpPr>
        <p:spPr>
          <a:xfrm>
            <a:off x="630000" y="3083395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{{POULE_B_2_EQ}}</a:t>
            </a:r>
          </a:p>
        </p:txBody>
      </p:sp>
      <p:sp>
        <p:nvSpPr>
          <p:cNvPr id="36" name="ZoneTexte 35">
            <a:extLst>
              <a:ext uri="{FF2B5EF4-FFF2-40B4-BE49-F238E27FC236}">
                <a16:creationId xmlns:a16="http://schemas.microsoft.com/office/drawing/2014/main" id="{539B44F5-83CF-D045-B098-AF9D7011C071}"/>
              </a:ext>
            </a:extLst>
          </p:cNvPr>
          <p:cNvSpPr txBox="1"/>
          <p:nvPr/>
        </p:nvSpPr>
        <p:spPr>
          <a:xfrm>
            <a:off x="630000" y="3507024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{{POULE_B_3_EQ}}</a:t>
            </a:r>
          </a:p>
        </p:txBody>
      </p:sp>
      <p:cxnSp>
        <p:nvCxnSpPr>
          <p:cNvPr id="37" name="Connecteur droit 36">
            <a:extLst>
              <a:ext uri="{FF2B5EF4-FFF2-40B4-BE49-F238E27FC236}">
                <a16:creationId xmlns:a16="http://schemas.microsoft.com/office/drawing/2014/main" id="{32BD1AD3-7511-1F46-8762-4E55AFFF5BDD}"/>
              </a:ext>
            </a:extLst>
          </p:cNvPr>
          <p:cNvCxnSpPr/>
          <p:nvPr/>
        </p:nvCxnSpPr>
        <p:spPr>
          <a:xfrm>
            <a:off x="757380" y="330519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eur droit 37">
            <a:extLst>
              <a:ext uri="{FF2B5EF4-FFF2-40B4-BE49-F238E27FC236}">
                <a16:creationId xmlns:a16="http://schemas.microsoft.com/office/drawing/2014/main" id="{15A70E6C-79D7-4A4A-9E93-EE80BB7631C2}"/>
              </a:ext>
            </a:extLst>
          </p:cNvPr>
          <p:cNvCxnSpPr/>
          <p:nvPr/>
        </p:nvCxnSpPr>
        <p:spPr>
          <a:xfrm>
            <a:off x="757380" y="3737217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ZoneTexte 43">
            <a:extLst>
              <a:ext uri="{FF2B5EF4-FFF2-40B4-BE49-F238E27FC236}">
                <a16:creationId xmlns:a16="http://schemas.microsoft.com/office/drawing/2014/main" id="{F23D1591-DE57-444A-8C91-C3304E50CC2B}"/>
              </a:ext>
            </a:extLst>
          </p:cNvPr>
          <p:cNvSpPr txBox="1"/>
          <p:nvPr/>
        </p:nvSpPr>
        <p:spPr>
          <a:xfrm>
            <a:off x="4950709" y="1204628"/>
            <a:ext cx="138755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{{PB_M3_HEURE}}</a:t>
            </a:r>
          </a:p>
        </p:txBody>
      </p:sp>
      <p:sp>
        <p:nvSpPr>
          <p:cNvPr id="45" name="ZoneTexte 44">
            <a:extLst>
              <a:ext uri="{FF2B5EF4-FFF2-40B4-BE49-F238E27FC236}">
                <a16:creationId xmlns:a16="http://schemas.microsoft.com/office/drawing/2014/main" id="{842481BB-54A9-834D-A3E8-CD3F0EAC666B}"/>
              </a:ext>
            </a:extLst>
          </p:cNvPr>
          <p:cNvSpPr txBox="1"/>
          <p:nvPr/>
        </p:nvSpPr>
        <p:spPr>
          <a:xfrm>
            <a:off x="4713274" y="1757021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46" name="ZoneTexte 45">
            <a:extLst>
              <a:ext uri="{FF2B5EF4-FFF2-40B4-BE49-F238E27FC236}">
                <a16:creationId xmlns:a16="http://schemas.microsoft.com/office/drawing/2014/main" id="{61715A87-D0FF-A240-BBDD-6E129D399904}"/>
              </a:ext>
            </a:extLst>
          </p:cNvPr>
          <p:cNvSpPr txBox="1"/>
          <p:nvPr/>
        </p:nvSpPr>
        <p:spPr>
          <a:xfrm>
            <a:off x="4628609" y="2283942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47" name="Groupe 46">
            <a:extLst>
              <a:ext uri="{FF2B5EF4-FFF2-40B4-BE49-F238E27FC236}">
                <a16:creationId xmlns:a16="http://schemas.microsoft.com/office/drawing/2014/main" id="{62E7E9B0-A8A3-C844-9D03-0AE47F0C0FBE}"/>
              </a:ext>
            </a:extLst>
          </p:cNvPr>
          <p:cNvGrpSpPr/>
          <p:nvPr/>
        </p:nvGrpSpPr>
        <p:grpSpPr>
          <a:xfrm>
            <a:off x="3567738" y="1191269"/>
            <a:ext cx="2770524" cy="1354907"/>
            <a:chOff x="336470" y="583726"/>
            <a:chExt cx="2770524" cy="1354907"/>
          </a:xfrm>
        </p:grpSpPr>
        <p:sp>
          <p:nvSpPr>
            <p:cNvPr id="48" name="Rounded Rectangle 2">
              <a:extLst>
                <a:ext uri="{FF2B5EF4-FFF2-40B4-BE49-F238E27FC236}">
                  <a16:creationId xmlns:a16="http://schemas.microsoft.com/office/drawing/2014/main" id="{6722E2F9-EF49-F347-A376-04B18C8C6E4E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49" name="Connecteur droit 48">
              <a:extLst>
                <a:ext uri="{FF2B5EF4-FFF2-40B4-BE49-F238E27FC236}">
                  <a16:creationId xmlns:a16="http://schemas.microsoft.com/office/drawing/2014/main" id="{B5E97FF9-48F2-1342-8E38-220903BA5722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Connecteur droit 49">
              <a:extLst>
                <a:ext uri="{FF2B5EF4-FFF2-40B4-BE49-F238E27FC236}">
                  <a16:creationId xmlns:a16="http://schemas.microsoft.com/office/drawing/2014/main" id="{46B6F24B-37E6-2A4F-BF1C-226DCB4472B4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1" name="ZoneTexte 50">
            <a:extLst>
              <a:ext uri="{FF2B5EF4-FFF2-40B4-BE49-F238E27FC236}">
                <a16:creationId xmlns:a16="http://schemas.microsoft.com/office/drawing/2014/main" id="{D7D8F991-85F3-4C4D-9F42-B723CE66801F}"/>
              </a:ext>
            </a:extLst>
          </p:cNvPr>
          <p:cNvSpPr txBox="1"/>
          <p:nvPr/>
        </p:nvSpPr>
        <p:spPr>
          <a:xfrm>
            <a:off x="3589200" y="1543075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{{POULE_B_1_EQ}}</a:t>
            </a:r>
          </a:p>
        </p:txBody>
      </p:sp>
      <p:sp>
        <p:nvSpPr>
          <p:cNvPr id="52" name="ZoneTexte 51">
            <a:extLst>
              <a:ext uri="{FF2B5EF4-FFF2-40B4-BE49-F238E27FC236}">
                <a16:creationId xmlns:a16="http://schemas.microsoft.com/office/drawing/2014/main" id="{E6390EA2-E809-B04F-9E44-B1B1DE9302A4}"/>
              </a:ext>
            </a:extLst>
          </p:cNvPr>
          <p:cNvSpPr txBox="1"/>
          <p:nvPr/>
        </p:nvSpPr>
        <p:spPr>
          <a:xfrm>
            <a:off x="3589200" y="1966704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{{POULE_B_3_EQ}}</a:t>
            </a:r>
          </a:p>
        </p:txBody>
      </p:sp>
      <p:cxnSp>
        <p:nvCxnSpPr>
          <p:cNvPr id="53" name="Connecteur droit 52">
            <a:extLst>
              <a:ext uri="{FF2B5EF4-FFF2-40B4-BE49-F238E27FC236}">
                <a16:creationId xmlns:a16="http://schemas.microsoft.com/office/drawing/2014/main" id="{006359E6-51C8-DB4C-AEA8-FF115C08C703}"/>
              </a:ext>
            </a:extLst>
          </p:cNvPr>
          <p:cNvCxnSpPr/>
          <p:nvPr/>
        </p:nvCxnSpPr>
        <p:spPr>
          <a:xfrm>
            <a:off x="3707179" y="176487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eur droit 53">
            <a:extLst>
              <a:ext uri="{FF2B5EF4-FFF2-40B4-BE49-F238E27FC236}">
                <a16:creationId xmlns:a16="http://schemas.microsoft.com/office/drawing/2014/main" id="{914BA920-9CFD-A74F-AFA7-F8E68D769BE2}"/>
              </a:ext>
            </a:extLst>
          </p:cNvPr>
          <p:cNvCxnSpPr/>
          <p:nvPr/>
        </p:nvCxnSpPr>
        <p:spPr>
          <a:xfrm>
            <a:off x="3707179" y="2196897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ZoneTexte 56">
            <a:extLst>
              <a:ext uri="{FF2B5EF4-FFF2-40B4-BE49-F238E27FC236}">
                <a16:creationId xmlns:a16="http://schemas.microsoft.com/office/drawing/2014/main" id="{A92AE725-EEFE-5C42-928A-644050212EE4}"/>
              </a:ext>
            </a:extLst>
          </p:cNvPr>
          <p:cNvSpPr txBox="1"/>
          <p:nvPr/>
        </p:nvSpPr>
        <p:spPr>
          <a:xfrm>
            <a:off x="4950709" y="2757161"/>
            <a:ext cx="138755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{{PB_M4_HEURE}}</a:t>
            </a:r>
          </a:p>
        </p:txBody>
      </p:sp>
      <p:sp>
        <p:nvSpPr>
          <p:cNvPr id="58" name="ZoneTexte 57">
            <a:extLst>
              <a:ext uri="{FF2B5EF4-FFF2-40B4-BE49-F238E27FC236}">
                <a16:creationId xmlns:a16="http://schemas.microsoft.com/office/drawing/2014/main" id="{2EF17EAD-D7EE-8648-BD5A-459941F359C3}"/>
              </a:ext>
            </a:extLst>
          </p:cNvPr>
          <p:cNvSpPr txBox="1"/>
          <p:nvPr/>
        </p:nvSpPr>
        <p:spPr>
          <a:xfrm>
            <a:off x="4713274" y="3309554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59" name="ZoneTexte 58">
            <a:extLst>
              <a:ext uri="{FF2B5EF4-FFF2-40B4-BE49-F238E27FC236}">
                <a16:creationId xmlns:a16="http://schemas.microsoft.com/office/drawing/2014/main" id="{0E8AD211-DDDA-7241-986E-E184A9A6D4BD}"/>
              </a:ext>
            </a:extLst>
          </p:cNvPr>
          <p:cNvSpPr txBox="1"/>
          <p:nvPr/>
        </p:nvSpPr>
        <p:spPr>
          <a:xfrm>
            <a:off x="4628609" y="3836475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60" name="Groupe 59">
            <a:extLst>
              <a:ext uri="{FF2B5EF4-FFF2-40B4-BE49-F238E27FC236}">
                <a16:creationId xmlns:a16="http://schemas.microsoft.com/office/drawing/2014/main" id="{24F1D3D7-813F-9945-8F78-346CB4A1133E}"/>
              </a:ext>
            </a:extLst>
          </p:cNvPr>
          <p:cNvGrpSpPr/>
          <p:nvPr/>
        </p:nvGrpSpPr>
        <p:grpSpPr>
          <a:xfrm>
            <a:off x="3567738" y="2743802"/>
            <a:ext cx="2770524" cy="1354907"/>
            <a:chOff x="336470" y="583726"/>
            <a:chExt cx="2770524" cy="1354907"/>
          </a:xfrm>
        </p:grpSpPr>
        <p:sp>
          <p:nvSpPr>
            <p:cNvPr id="61" name="Rounded Rectangle 2">
              <a:extLst>
                <a:ext uri="{FF2B5EF4-FFF2-40B4-BE49-F238E27FC236}">
                  <a16:creationId xmlns:a16="http://schemas.microsoft.com/office/drawing/2014/main" id="{6664D816-EBFD-D247-9A6C-58B9F3ECAE8E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62" name="Connecteur droit 61">
              <a:extLst>
                <a:ext uri="{FF2B5EF4-FFF2-40B4-BE49-F238E27FC236}">
                  <a16:creationId xmlns:a16="http://schemas.microsoft.com/office/drawing/2014/main" id="{5298B7E7-1567-B848-85FA-D5F3A99E993D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Connecteur droit 62">
              <a:extLst>
                <a:ext uri="{FF2B5EF4-FFF2-40B4-BE49-F238E27FC236}">
                  <a16:creationId xmlns:a16="http://schemas.microsoft.com/office/drawing/2014/main" id="{563009BB-303E-6F43-8D36-7F07C19A4591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4" name="ZoneTexte 63">
            <a:extLst>
              <a:ext uri="{FF2B5EF4-FFF2-40B4-BE49-F238E27FC236}">
                <a16:creationId xmlns:a16="http://schemas.microsoft.com/office/drawing/2014/main" id="{1938415F-9D42-5D42-AEE8-449687EBDE47}"/>
              </a:ext>
            </a:extLst>
          </p:cNvPr>
          <p:cNvSpPr txBox="1"/>
          <p:nvPr/>
        </p:nvSpPr>
        <p:spPr>
          <a:xfrm>
            <a:off x="3589200" y="3095608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{{POULE_B_4_EQ}}</a:t>
            </a:r>
          </a:p>
        </p:txBody>
      </p:sp>
      <p:sp>
        <p:nvSpPr>
          <p:cNvPr id="65" name="ZoneTexte 64">
            <a:extLst>
              <a:ext uri="{FF2B5EF4-FFF2-40B4-BE49-F238E27FC236}">
                <a16:creationId xmlns:a16="http://schemas.microsoft.com/office/drawing/2014/main" id="{86CA141B-4D44-D647-8CBA-65AE60268F7C}"/>
              </a:ext>
            </a:extLst>
          </p:cNvPr>
          <p:cNvSpPr txBox="1"/>
          <p:nvPr/>
        </p:nvSpPr>
        <p:spPr>
          <a:xfrm>
            <a:off x="3589200" y="3519237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{{POULE_B_2_EQ}}</a:t>
            </a:r>
          </a:p>
        </p:txBody>
      </p:sp>
      <p:cxnSp>
        <p:nvCxnSpPr>
          <p:cNvPr id="66" name="Connecteur droit 65">
            <a:extLst>
              <a:ext uri="{FF2B5EF4-FFF2-40B4-BE49-F238E27FC236}">
                <a16:creationId xmlns:a16="http://schemas.microsoft.com/office/drawing/2014/main" id="{1A7FCAE0-22B6-7A4E-AFA7-AA87E23FADD1}"/>
              </a:ext>
            </a:extLst>
          </p:cNvPr>
          <p:cNvCxnSpPr/>
          <p:nvPr/>
        </p:nvCxnSpPr>
        <p:spPr>
          <a:xfrm>
            <a:off x="3707179" y="331740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eur droit 66">
            <a:extLst>
              <a:ext uri="{FF2B5EF4-FFF2-40B4-BE49-F238E27FC236}">
                <a16:creationId xmlns:a16="http://schemas.microsoft.com/office/drawing/2014/main" id="{612A255A-EC44-894C-88A6-B10A676F5A0B}"/>
              </a:ext>
            </a:extLst>
          </p:cNvPr>
          <p:cNvCxnSpPr/>
          <p:nvPr/>
        </p:nvCxnSpPr>
        <p:spPr>
          <a:xfrm>
            <a:off x="3707179" y="3749430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ZoneTexte 69">
            <a:extLst>
              <a:ext uri="{FF2B5EF4-FFF2-40B4-BE49-F238E27FC236}">
                <a16:creationId xmlns:a16="http://schemas.microsoft.com/office/drawing/2014/main" id="{39D77668-E9D9-984A-850F-CCAAA7828FD8}"/>
              </a:ext>
            </a:extLst>
          </p:cNvPr>
          <p:cNvSpPr txBox="1"/>
          <p:nvPr/>
        </p:nvSpPr>
        <p:spPr>
          <a:xfrm>
            <a:off x="7838635" y="1204628"/>
            <a:ext cx="145730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{{PB_M5_HEURE}}</a:t>
            </a:r>
          </a:p>
        </p:txBody>
      </p:sp>
      <p:sp>
        <p:nvSpPr>
          <p:cNvPr id="71" name="ZoneTexte 70">
            <a:extLst>
              <a:ext uri="{FF2B5EF4-FFF2-40B4-BE49-F238E27FC236}">
                <a16:creationId xmlns:a16="http://schemas.microsoft.com/office/drawing/2014/main" id="{2378CCB7-062C-3A42-82E2-F8C401E159BA}"/>
              </a:ext>
            </a:extLst>
          </p:cNvPr>
          <p:cNvSpPr txBox="1"/>
          <p:nvPr/>
        </p:nvSpPr>
        <p:spPr>
          <a:xfrm>
            <a:off x="7670950" y="1757021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72" name="ZoneTexte 71">
            <a:extLst>
              <a:ext uri="{FF2B5EF4-FFF2-40B4-BE49-F238E27FC236}">
                <a16:creationId xmlns:a16="http://schemas.microsoft.com/office/drawing/2014/main" id="{9D6149A3-6EB8-AF44-92E2-618C7339DA52}"/>
              </a:ext>
            </a:extLst>
          </p:cNvPr>
          <p:cNvSpPr txBox="1"/>
          <p:nvPr/>
        </p:nvSpPr>
        <p:spPr>
          <a:xfrm>
            <a:off x="7586285" y="2283942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73" name="Groupe 72">
            <a:extLst>
              <a:ext uri="{FF2B5EF4-FFF2-40B4-BE49-F238E27FC236}">
                <a16:creationId xmlns:a16="http://schemas.microsoft.com/office/drawing/2014/main" id="{9987D3B0-549C-6E40-A6CF-5F6E6C4CE40A}"/>
              </a:ext>
            </a:extLst>
          </p:cNvPr>
          <p:cNvGrpSpPr/>
          <p:nvPr/>
        </p:nvGrpSpPr>
        <p:grpSpPr>
          <a:xfrm>
            <a:off x="6525414" y="1191269"/>
            <a:ext cx="2770524" cy="1354907"/>
            <a:chOff x="336470" y="583726"/>
            <a:chExt cx="2770524" cy="1354907"/>
          </a:xfrm>
        </p:grpSpPr>
        <p:sp>
          <p:nvSpPr>
            <p:cNvPr id="74" name="Rounded Rectangle 2">
              <a:extLst>
                <a:ext uri="{FF2B5EF4-FFF2-40B4-BE49-F238E27FC236}">
                  <a16:creationId xmlns:a16="http://schemas.microsoft.com/office/drawing/2014/main" id="{E6D3EE2E-8D43-F64F-A499-ABD12CC4081E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75" name="Connecteur droit 74">
              <a:extLst>
                <a:ext uri="{FF2B5EF4-FFF2-40B4-BE49-F238E27FC236}">
                  <a16:creationId xmlns:a16="http://schemas.microsoft.com/office/drawing/2014/main" id="{9CA2511E-1CC0-224A-85BC-A3E6CB0DCFE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Connecteur droit 75">
              <a:extLst>
                <a:ext uri="{FF2B5EF4-FFF2-40B4-BE49-F238E27FC236}">
                  <a16:creationId xmlns:a16="http://schemas.microsoft.com/office/drawing/2014/main" id="{7A23B077-D268-7F45-9F81-7FC3BE6FD372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7" name="ZoneTexte 76">
            <a:extLst>
              <a:ext uri="{FF2B5EF4-FFF2-40B4-BE49-F238E27FC236}">
                <a16:creationId xmlns:a16="http://schemas.microsoft.com/office/drawing/2014/main" id="{F76319DA-3A13-9149-AF23-B8CA3B551472}"/>
              </a:ext>
            </a:extLst>
          </p:cNvPr>
          <p:cNvSpPr txBox="1"/>
          <p:nvPr/>
        </p:nvSpPr>
        <p:spPr>
          <a:xfrm>
            <a:off x="6544800" y="1543075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{{POULE_B_1_EQ}}</a:t>
            </a:r>
          </a:p>
        </p:txBody>
      </p:sp>
      <p:sp>
        <p:nvSpPr>
          <p:cNvPr id="78" name="ZoneTexte 77">
            <a:extLst>
              <a:ext uri="{FF2B5EF4-FFF2-40B4-BE49-F238E27FC236}">
                <a16:creationId xmlns:a16="http://schemas.microsoft.com/office/drawing/2014/main" id="{95F3F264-008E-7F4D-AF6F-D44F047A9BFB}"/>
              </a:ext>
            </a:extLst>
          </p:cNvPr>
          <p:cNvSpPr txBox="1"/>
          <p:nvPr/>
        </p:nvSpPr>
        <p:spPr>
          <a:xfrm>
            <a:off x="6544800" y="1966704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{{POULE_B_2_EQ}}</a:t>
            </a:r>
          </a:p>
        </p:txBody>
      </p:sp>
      <p:cxnSp>
        <p:nvCxnSpPr>
          <p:cNvPr id="79" name="Connecteur droit 78">
            <a:extLst>
              <a:ext uri="{FF2B5EF4-FFF2-40B4-BE49-F238E27FC236}">
                <a16:creationId xmlns:a16="http://schemas.microsoft.com/office/drawing/2014/main" id="{29B005C4-8AF8-1541-92C4-268530461982}"/>
              </a:ext>
            </a:extLst>
          </p:cNvPr>
          <p:cNvCxnSpPr/>
          <p:nvPr/>
        </p:nvCxnSpPr>
        <p:spPr>
          <a:xfrm>
            <a:off x="6664855" y="176487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eur droit 79">
            <a:extLst>
              <a:ext uri="{FF2B5EF4-FFF2-40B4-BE49-F238E27FC236}">
                <a16:creationId xmlns:a16="http://schemas.microsoft.com/office/drawing/2014/main" id="{21925513-DBD5-2D48-999B-4066C42C6F6B}"/>
              </a:ext>
            </a:extLst>
          </p:cNvPr>
          <p:cNvCxnSpPr/>
          <p:nvPr/>
        </p:nvCxnSpPr>
        <p:spPr>
          <a:xfrm>
            <a:off x="6664855" y="2196897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ZoneTexte 82">
            <a:extLst>
              <a:ext uri="{FF2B5EF4-FFF2-40B4-BE49-F238E27FC236}">
                <a16:creationId xmlns:a16="http://schemas.microsoft.com/office/drawing/2014/main" id="{1EEACAE2-A82C-EE4B-BAB2-D9081098DB83}"/>
              </a:ext>
            </a:extLst>
          </p:cNvPr>
          <p:cNvSpPr txBox="1"/>
          <p:nvPr/>
        </p:nvSpPr>
        <p:spPr>
          <a:xfrm>
            <a:off x="7838635" y="2741514"/>
            <a:ext cx="145730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{{PB_M6_HEURE}}</a:t>
            </a:r>
          </a:p>
        </p:txBody>
      </p:sp>
      <p:sp>
        <p:nvSpPr>
          <p:cNvPr id="84" name="ZoneTexte 83">
            <a:extLst>
              <a:ext uri="{FF2B5EF4-FFF2-40B4-BE49-F238E27FC236}">
                <a16:creationId xmlns:a16="http://schemas.microsoft.com/office/drawing/2014/main" id="{2D7F23C6-D6BD-9B47-9A3C-C2AA0394C7B2}"/>
              </a:ext>
            </a:extLst>
          </p:cNvPr>
          <p:cNvSpPr txBox="1"/>
          <p:nvPr/>
        </p:nvSpPr>
        <p:spPr>
          <a:xfrm>
            <a:off x="7670950" y="3293907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85" name="ZoneTexte 84">
            <a:extLst>
              <a:ext uri="{FF2B5EF4-FFF2-40B4-BE49-F238E27FC236}">
                <a16:creationId xmlns:a16="http://schemas.microsoft.com/office/drawing/2014/main" id="{E887466C-206C-D64B-953E-821BDA01EE7C}"/>
              </a:ext>
            </a:extLst>
          </p:cNvPr>
          <p:cNvSpPr txBox="1"/>
          <p:nvPr/>
        </p:nvSpPr>
        <p:spPr>
          <a:xfrm>
            <a:off x="7586285" y="3820828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86" name="Groupe 85">
            <a:extLst>
              <a:ext uri="{FF2B5EF4-FFF2-40B4-BE49-F238E27FC236}">
                <a16:creationId xmlns:a16="http://schemas.microsoft.com/office/drawing/2014/main" id="{C2BD2A20-AA3B-2C43-B38D-F350C4EAADD8}"/>
              </a:ext>
            </a:extLst>
          </p:cNvPr>
          <p:cNvGrpSpPr/>
          <p:nvPr/>
        </p:nvGrpSpPr>
        <p:grpSpPr>
          <a:xfrm>
            <a:off x="6525414" y="2728155"/>
            <a:ext cx="2770524" cy="1354907"/>
            <a:chOff x="336470" y="583726"/>
            <a:chExt cx="2770524" cy="1354907"/>
          </a:xfrm>
        </p:grpSpPr>
        <p:sp>
          <p:nvSpPr>
            <p:cNvPr id="87" name="Rounded Rectangle 2">
              <a:extLst>
                <a:ext uri="{FF2B5EF4-FFF2-40B4-BE49-F238E27FC236}">
                  <a16:creationId xmlns:a16="http://schemas.microsoft.com/office/drawing/2014/main" id="{90DE40EC-DE50-8248-901B-B045B5D7CC79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88" name="Connecteur droit 87">
              <a:extLst>
                <a:ext uri="{FF2B5EF4-FFF2-40B4-BE49-F238E27FC236}">
                  <a16:creationId xmlns:a16="http://schemas.microsoft.com/office/drawing/2014/main" id="{B59905EC-A12E-7046-9E3B-0DDB41492C7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Connecteur droit 88">
              <a:extLst>
                <a:ext uri="{FF2B5EF4-FFF2-40B4-BE49-F238E27FC236}">
                  <a16:creationId xmlns:a16="http://schemas.microsoft.com/office/drawing/2014/main" id="{4A9912D7-4756-414F-A0B1-CD0EF0947EDB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0" name="ZoneTexte 89">
            <a:extLst>
              <a:ext uri="{FF2B5EF4-FFF2-40B4-BE49-F238E27FC236}">
                <a16:creationId xmlns:a16="http://schemas.microsoft.com/office/drawing/2014/main" id="{B638B146-29B3-EF4F-A6C0-93D4ACB0EA96}"/>
              </a:ext>
            </a:extLst>
          </p:cNvPr>
          <p:cNvSpPr txBox="1"/>
          <p:nvPr/>
        </p:nvSpPr>
        <p:spPr>
          <a:xfrm>
            <a:off x="6544800" y="3079961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{{POULE_B_3_EQ}}</a:t>
            </a:r>
          </a:p>
        </p:txBody>
      </p:sp>
      <p:sp>
        <p:nvSpPr>
          <p:cNvPr id="91" name="ZoneTexte 90">
            <a:extLst>
              <a:ext uri="{FF2B5EF4-FFF2-40B4-BE49-F238E27FC236}">
                <a16:creationId xmlns:a16="http://schemas.microsoft.com/office/drawing/2014/main" id="{356B77AD-F697-844C-A47C-C175ACAC7F50}"/>
              </a:ext>
            </a:extLst>
          </p:cNvPr>
          <p:cNvSpPr txBox="1"/>
          <p:nvPr/>
        </p:nvSpPr>
        <p:spPr>
          <a:xfrm>
            <a:off x="6544800" y="3503590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{{POULE_B_4_EQ}}</a:t>
            </a:r>
          </a:p>
        </p:txBody>
      </p:sp>
      <p:cxnSp>
        <p:nvCxnSpPr>
          <p:cNvPr id="92" name="Connecteur droit 91">
            <a:extLst>
              <a:ext uri="{FF2B5EF4-FFF2-40B4-BE49-F238E27FC236}">
                <a16:creationId xmlns:a16="http://schemas.microsoft.com/office/drawing/2014/main" id="{2B2A62CE-20F5-5642-8C50-7C03CA1D5CF8}"/>
              </a:ext>
            </a:extLst>
          </p:cNvPr>
          <p:cNvCxnSpPr/>
          <p:nvPr/>
        </p:nvCxnSpPr>
        <p:spPr>
          <a:xfrm>
            <a:off x="6664855" y="3301757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eur droit 92">
            <a:extLst>
              <a:ext uri="{FF2B5EF4-FFF2-40B4-BE49-F238E27FC236}">
                <a16:creationId xmlns:a16="http://schemas.microsoft.com/office/drawing/2014/main" id="{E016F092-2E9F-A042-BCEA-F6EF67CA5B23}"/>
              </a:ext>
            </a:extLst>
          </p:cNvPr>
          <p:cNvCxnSpPr/>
          <p:nvPr/>
        </p:nvCxnSpPr>
        <p:spPr>
          <a:xfrm>
            <a:off x="6664855" y="3733783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94" name="Tableau 154">
            <a:extLst>
              <a:ext uri="{FF2B5EF4-FFF2-40B4-BE49-F238E27FC236}">
                <a16:creationId xmlns:a16="http://schemas.microsoft.com/office/drawing/2014/main" id="{B1AF19C9-7C1C-5145-8050-2A8C1F0C52FB}"/>
              </a:ext>
            </a:extLst>
          </p:cNvPr>
          <p:cNvGraphicFramePr>
            <a:graphicFrameLocks noGrp="1"/>
          </p:cNvGraphicFramePr>
          <p:nvPr/>
        </p:nvGraphicFramePr>
        <p:xfrm>
          <a:off x="739678" y="4705373"/>
          <a:ext cx="8426644" cy="126492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4706412">
                  <a:extLst>
                    <a:ext uri="{9D8B030D-6E8A-4147-A177-3AD203B41FA5}">
                      <a16:colId xmlns:a16="http://schemas.microsoft.com/office/drawing/2014/main" val="259936016"/>
                    </a:ext>
                  </a:extLst>
                </a:gridCol>
                <a:gridCol w="975360">
                  <a:extLst>
                    <a:ext uri="{9D8B030D-6E8A-4147-A177-3AD203B41FA5}">
                      <a16:colId xmlns:a16="http://schemas.microsoft.com/office/drawing/2014/main" val="835005734"/>
                    </a:ext>
                  </a:extLst>
                </a:gridCol>
                <a:gridCol w="897172">
                  <a:extLst>
                    <a:ext uri="{9D8B030D-6E8A-4147-A177-3AD203B41FA5}">
                      <a16:colId xmlns:a16="http://schemas.microsoft.com/office/drawing/2014/main" val="2438221648"/>
                    </a:ext>
                  </a:extLst>
                </a:gridCol>
                <a:gridCol w="687788">
                  <a:extLst>
                    <a:ext uri="{9D8B030D-6E8A-4147-A177-3AD203B41FA5}">
                      <a16:colId xmlns:a16="http://schemas.microsoft.com/office/drawing/2014/main" val="4275197807"/>
                    </a:ext>
                  </a:extLst>
                </a:gridCol>
                <a:gridCol w="1159912">
                  <a:extLst>
                    <a:ext uri="{9D8B030D-6E8A-4147-A177-3AD203B41FA5}">
                      <a16:colId xmlns:a16="http://schemas.microsoft.com/office/drawing/2014/main" val="3380834670"/>
                    </a:ext>
                  </a:extLst>
                </a:gridCol>
              </a:tblGrid>
              <a:tr h="232249"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ÉQUIPE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VICTOIRES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DÉFAITES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JEUX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CLASSEMENT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1446954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{{POULE_B_1_EQ}}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1826266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{{POULE_B_2_EQ}}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84674671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{{POULE_B_3_EQ}}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42694057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{{POULE_B_4_EQ}}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553423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378577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ZoneTexte 80">
            <a:extLst>
              <a:ext uri="{FF2B5EF4-FFF2-40B4-BE49-F238E27FC236}">
                <a16:creationId xmlns:a16="http://schemas.microsoft.com/office/drawing/2014/main" id="{370BB671-2507-784D-B767-1712C68C6094}"/>
              </a:ext>
            </a:extLst>
          </p:cNvPr>
          <p:cNvSpPr txBox="1"/>
          <p:nvPr/>
        </p:nvSpPr>
        <p:spPr>
          <a:xfrm>
            <a:off x="6533291" y="2741514"/>
            <a:ext cx="135980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{{PC_M6_CODE}}</a:t>
            </a:r>
          </a:p>
        </p:txBody>
      </p:sp>
      <p:sp>
        <p:nvSpPr>
          <p:cNvPr id="68" name="ZoneTexte 67">
            <a:extLst>
              <a:ext uri="{FF2B5EF4-FFF2-40B4-BE49-F238E27FC236}">
                <a16:creationId xmlns:a16="http://schemas.microsoft.com/office/drawing/2014/main" id="{6E0293E8-2BBF-2D4D-A8BC-9F49DD1204AB}"/>
              </a:ext>
            </a:extLst>
          </p:cNvPr>
          <p:cNvSpPr txBox="1"/>
          <p:nvPr/>
        </p:nvSpPr>
        <p:spPr>
          <a:xfrm>
            <a:off x="6533291" y="1204628"/>
            <a:ext cx="129746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{{PC_M5_CODE}}</a:t>
            </a:r>
          </a:p>
        </p:txBody>
      </p:sp>
      <p:sp>
        <p:nvSpPr>
          <p:cNvPr id="55" name="ZoneTexte 54">
            <a:extLst>
              <a:ext uri="{FF2B5EF4-FFF2-40B4-BE49-F238E27FC236}">
                <a16:creationId xmlns:a16="http://schemas.microsoft.com/office/drawing/2014/main" id="{83280CF4-5974-D446-A6A8-8EEBCF0F0D3D}"/>
              </a:ext>
            </a:extLst>
          </p:cNvPr>
          <p:cNvSpPr txBox="1"/>
          <p:nvPr/>
        </p:nvSpPr>
        <p:spPr>
          <a:xfrm>
            <a:off x="3575614" y="2757161"/>
            <a:ext cx="130586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{{PC_M4_CODE}}</a:t>
            </a:r>
          </a:p>
        </p:txBody>
      </p:sp>
      <p:sp>
        <p:nvSpPr>
          <p:cNvPr id="39" name="ZoneTexte 38">
            <a:extLst>
              <a:ext uri="{FF2B5EF4-FFF2-40B4-BE49-F238E27FC236}">
                <a16:creationId xmlns:a16="http://schemas.microsoft.com/office/drawing/2014/main" id="{2DB7A4FD-B99A-A943-82C4-DD1185026293}"/>
              </a:ext>
            </a:extLst>
          </p:cNvPr>
          <p:cNvSpPr txBox="1"/>
          <p:nvPr/>
        </p:nvSpPr>
        <p:spPr>
          <a:xfrm>
            <a:off x="3575614" y="1204628"/>
            <a:ext cx="131288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{{PC_M3_CODE}}</a:t>
            </a:r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ECC62A31-9B71-2D46-ADA0-88CEAC60E8C6}"/>
              </a:ext>
            </a:extLst>
          </p:cNvPr>
          <p:cNvSpPr txBox="1"/>
          <p:nvPr/>
        </p:nvSpPr>
        <p:spPr>
          <a:xfrm>
            <a:off x="625815" y="2744948"/>
            <a:ext cx="128933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{{PC_M2_CODE}}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66C64A28-B62A-BB45-A3BB-3F6EF5FAB090}"/>
              </a:ext>
            </a:extLst>
          </p:cNvPr>
          <p:cNvSpPr txBox="1"/>
          <p:nvPr/>
        </p:nvSpPr>
        <p:spPr>
          <a:xfrm>
            <a:off x="613374" y="1204628"/>
            <a:ext cx="130177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{{PC_M1_CODE}}</a:t>
            </a:r>
          </a:p>
        </p:txBody>
      </p:sp>
      <p:sp>
        <p:nvSpPr>
          <p:cNvPr id="82" name="ZoneTexte 81">
            <a:extLst>
              <a:ext uri="{FF2B5EF4-FFF2-40B4-BE49-F238E27FC236}">
                <a16:creationId xmlns:a16="http://schemas.microsoft.com/office/drawing/2014/main" id="{A653BCD9-F43C-6147-89B4-6748C84F21C8}"/>
              </a:ext>
            </a:extLst>
          </p:cNvPr>
          <p:cNvSpPr txBox="1"/>
          <p:nvPr/>
        </p:nvSpPr>
        <p:spPr>
          <a:xfrm>
            <a:off x="6520850" y="2741514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{{PC_M6_TERRAIN}}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69" name="ZoneTexte 68">
            <a:extLst>
              <a:ext uri="{FF2B5EF4-FFF2-40B4-BE49-F238E27FC236}">
                <a16:creationId xmlns:a16="http://schemas.microsoft.com/office/drawing/2014/main" id="{A1DF0712-15BB-C143-8B32-B814252D30D5}"/>
              </a:ext>
            </a:extLst>
          </p:cNvPr>
          <p:cNvSpPr txBox="1"/>
          <p:nvPr/>
        </p:nvSpPr>
        <p:spPr>
          <a:xfrm>
            <a:off x="6520850" y="1204628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{{PC_M5_TERRAIN}}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56" name="ZoneTexte 55">
            <a:extLst>
              <a:ext uri="{FF2B5EF4-FFF2-40B4-BE49-F238E27FC236}">
                <a16:creationId xmlns:a16="http://schemas.microsoft.com/office/drawing/2014/main" id="{B8C0532A-7B80-3941-ABB8-B2C17DD01FF0}"/>
              </a:ext>
            </a:extLst>
          </p:cNvPr>
          <p:cNvSpPr txBox="1"/>
          <p:nvPr/>
        </p:nvSpPr>
        <p:spPr>
          <a:xfrm>
            <a:off x="3563174" y="2757161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{{PC_M4_TERRAIN}}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43" name="ZoneTexte 42">
            <a:extLst>
              <a:ext uri="{FF2B5EF4-FFF2-40B4-BE49-F238E27FC236}">
                <a16:creationId xmlns:a16="http://schemas.microsoft.com/office/drawing/2014/main" id="{46758797-F6EA-CA45-931A-8230C7AFC9B4}"/>
              </a:ext>
            </a:extLst>
          </p:cNvPr>
          <p:cNvSpPr txBox="1"/>
          <p:nvPr/>
        </p:nvSpPr>
        <p:spPr>
          <a:xfrm>
            <a:off x="3563174" y="1204628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{{PC_M3_TERRAIN}}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E1B42721-C923-2641-BA78-999929492964}"/>
              </a:ext>
            </a:extLst>
          </p:cNvPr>
          <p:cNvSpPr txBox="1"/>
          <p:nvPr/>
        </p:nvSpPr>
        <p:spPr>
          <a:xfrm>
            <a:off x="613375" y="2744948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{{PC_M2_TERRAIN}}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98472328-417A-4747-B9A8-895E06F00EA2}"/>
              </a:ext>
            </a:extLst>
          </p:cNvPr>
          <p:cNvSpPr txBox="1"/>
          <p:nvPr/>
        </p:nvSpPr>
        <p:spPr>
          <a:xfrm>
            <a:off x="600934" y="1204628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{{PC_M1_TERRAIN}}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cxnSp>
        <p:nvCxnSpPr>
          <p:cNvPr id="132" name="Connecteur droit 131">
            <a:extLst>
              <a:ext uri="{FF2B5EF4-FFF2-40B4-BE49-F238E27FC236}">
                <a16:creationId xmlns:a16="http://schemas.microsoft.com/office/drawing/2014/main" id="{03A50A04-569F-7F4C-B363-E33B662511AC}"/>
              </a:ext>
            </a:extLst>
          </p:cNvPr>
          <p:cNvCxnSpPr>
            <a:cxnSpLocks/>
          </p:cNvCxnSpPr>
          <p:nvPr/>
        </p:nvCxnSpPr>
        <p:spPr>
          <a:xfrm>
            <a:off x="0" y="569147"/>
            <a:ext cx="9906000" cy="0"/>
          </a:xfrm>
          <a:prstGeom prst="line">
            <a:avLst/>
          </a:prstGeom>
          <a:ln w="1587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ZoneTexte 132">
            <a:extLst>
              <a:ext uri="{FF2B5EF4-FFF2-40B4-BE49-F238E27FC236}">
                <a16:creationId xmlns:a16="http://schemas.microsoft.com/office/drawing/2014/main" id="{7A600195-411A-9146-881C-BF77B17961CE}"/>
              </a:ext>
            </a:extLst>
          </p:cNvPr>
          <p:cNvSpPr txBox="1"/>
          <p:nvPr/>
        </p:nvSpPr>
        <p:spPr>
          <a:xfrm>
            <a:off x="3195145" y="105103"/>
            <a:ext cx="3383087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POULE C</a:t>
            </a:r>
          </a:p>
        </p:txBody>
      </p:sp>
      <p:sp>
        <p:nvSpPr>
          <p:cNvPr id="134" name="ZoneTexte 133">
            <a:extLst>
              <a:ext uri="{FF2B5EF4-FFF2-40B4-BE49-F238E27FC236}">
                <a16:creationId xmlns:a16="http://schemas.microsoft.com/office/drawing/2014/main" id="{04FA868E-B09C-CB41-8368-B46B9716BFE5}"/>
              </a:ext>
            </a:extLst>
          </p:cNvPr>
          <p:cNvSpPr txBox="1"/>
          <p:nvPr/>
        </p:nvSpPr>
        <p:spPr>
          <a:xfrm>
            <a:off x="21060" y="12212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35" name="ZoneTexte 134">
            <a:extLst>
              <a:ext uri="{FF2B5EF4-FFF2-40B4-BE49-F238E27FC236}">
                <a16:creationId xmlns:a16="http://schemas.microsoft.com/office/drawing/2014/main" id="{CE532D12-AB2D-E443-B4BE-7251DB907A4A}"/>
              </a:ext>
            </a:extLst>
          </p:cNvPr>
          <p:cNvSpPr txBox="1"/>
          <p:nvPr/>
        </p:nvSpPr>
        <p:spPr>
          <a:xfrm>
            <a:off x="6564810" y="14764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96362097-CD70-1643-B182-7F9805A19382}"/>
              </a:ext>
            </a:extLst>
          </p:cNvPr>
          <p:cNvSpPr txBox="1"/>
          <p:nvPr/>
        </p:nvSpPr>
        <p:spPr>
          <a:xfrm>
            <a:off x="3212431" y="6591732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{{CLUB}}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9AEE0EA8-A99F-5A41-A32F-1FE635256B61}"/>
              </a:ext>
            </a:extLst>
          </p:cNvPr>
          <p:cNvSpPr txBox="1"/>
          <p:nvPr/>
        </p:nvSpPr>
        <p:spPr>
          <a:xfrm>
            <a:off x="1996015" y="1204628"/>
            <a:ext cx="138000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{{PC_M1_HEURE}}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240B3778-AA08-0143-86D8-E42344DBC697}"/>
              </a:ext>
            </a:extLst>
          </p:cNvPr>
          <p:cNvSpPr txBox="1"/>
          <p:nvPr/>
        </p:nvSpPr>
        <p:spPr>
          <a:xfrm>
            <a:off x="1751034" y="1757021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E2649F6E-3F53-7E40-BEE0-36099D7B4D34}"/>
              </a:ext>
            </a:extLst>
          </p:cNvPr>
          <p:cNvSpPr txBox="1"/>
          <p:nvPr/>
        </p:nvSpPr>
        <p:spPr>
          <a:xfrm>
            <a:off x="1666369" y="2283942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7" name="Groupe 16">
            <a:extLst>
              <a:ext uri="{FF2B5EF4-FFF2-40B4-BE49-F238E27FC236}">
                <a16:creationId xmlns:a16="http://schemas.microsoft.com/office/drawing/2014/main" id="{676CB05C-7A3D-804E-881D-9CBF4B8D77E6}"/>
              </a:ext>
            </a:extLst>
          </p:cNvPr>
          <p:cNvGrpSpPr/>
          <p:nvPr/>
        </p:nvGrpSpPr>
        <p:grpSpPr>
          <a:xfrm>
            <a:off x="605498" y="1191269"/>
            <a:ext cx="2770524" cy="1354907"/>
            <a:chOff x="336470" y="583726"/>
            <a:chExt cx="2770524" cy="1354907"/>
          </a:xfrm>
        </p:grpSpPr>
        <p:sp>
          <p:nvSpPr>
            <p:cNvPr id="18" name="Rounded Rectangle 2">
              <a:extLst>
                <a:ext uri="{FF2B5EF4-FFF2-40B4-BE49-F238E27FC236}">
                  <a16:creationId xmlns:a16="http://schemas.microsoft.com/office/drawing/2014/main" id="{01AE91BE-F4CD-594F-B331-3E4FE50F5044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9" name="Connecteur droit 18">
              <a:extLst>
                <a:ext uri="{FF2B5EF4-FFF2-40B4-BE49-F238E27FC236}">
                  <a16:creationId xmlns:a16="http://schemas.microsoft.com/office/drawing/2014/main" id="{8BC618FF-B7F2-5144-99BC-D2973E79002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necteur droit 19">
              <a:extLst>
                <a:ext uri="{FF2B5EF4-FFF2-40B4-BE49-F238E27FC236}">
                  <a16:creationId xmlns:a16="http://schemas.microsoft.com/office/drawing/2014/main" id="{46EF965E-1BB2-7446-A7EE-B03CA8D97457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" name="ZoneTexte 20">
            <a:extLst>
              <a:ext uri="{FF2B5EF4-FFF2-40B4-BE49-F238E27FC236}">
                <a16:creationId xmlns:a16="http://schemas.microsoft.com/office/drawing/2014/main" id="{1DB95A72-DC02-044B-85C8-C66CA8275358}"/>
              </a:ext>
            </a:extLst>
          </p:cNvPr>
          <p:cNvSpPr txBox="1"/>
          <p:nvPr/>
        </p:nvSpPr>
        <p:spPr>
          <a:xfrm>
            <a:off x="630000" y="1543075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{{POULE_C_1_EQ}}</a:t>
            </a: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9B0CAD5A-07BB-A04C-B314-90153D36FB20}"/>
              </a:ext>
            </a:extLst>
          </p:cNvPr>
          <p:cNvSpPr txBox="1"/>
          <p:nvPr/>
        </p:nvSpPr>
        <p:spPr>
          <a:xfrm>
            <a:off x="630000" y="1966704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{{POULE_C_4_EQ}}</a:t>
            </a:r>
          </a:p>
        </p:txBody>
      </p:sp>
      <p:cxnSp>
        <p:nvCxnSpPr>
          <p:cNvPr id="23" name="Connecteur droit 22">
            <a:extLst>
              <a:ext uri="{FF2B5EF4-FFF2-40B4-BE49-F238E27FC236}">
                <a16:creationId xmlns:a16="http://schemas.microsoft.com/office/drawing/2014/main" id="{A06F6E98-54A4-9D4E-9AA2-093AE61E82F4}"/>
              </a:ext>
            </a:extLst>
          </p:cNvPr>
          <p:cNvCxnSpPr/>
          <p:nvPr/>
        </p:nvCxnSpPr>
        <p:spPr>
          <a:xfrm>
            <a:off x="744939" y="176487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eur droit 23">
            <a:extLst>
              <a:ext uri="{FF2B5EF4-FFF2-40B4-BE49-F238E27FC236}">
                <a16:creationId xmlns:a16="http://schemas.microsoft.com/office/drawing/2014/main" id="{685D11C7-C6B8-CA4B-A459-8F29401CFA3D}"/>
              </a:ext>
            </a:extLst>
          </p:cNvPr>
          <p:cNvCxnSpPr/>
          <p:nvPr/>
        </p:nvCxnSpPr>
        <p:spPr>
          <a:xfrm>
            <a:off x="744939" y="2196897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ZoneTexte 26">
            <a:extLst>
              <a:ext uri="{FF2B5EF4-FFF2-40B4-BE49-F238E27FC236}">
                <a16:creationId xmlns:a16="http://schemas.microsoft.com/office/drawing/2014/main" id="{C1A95A25-554C-054B-A442-676879D47B03}"/>
              </a:ext>
            </a:extLst>
          </p:cNvPr>
          <p:cNvSpPr txBox="1"/>
          <p:nvPr/>
        </p:nvSpPr>
        <p:spPr>
          <a:xfrm>
            <a:off x="1996016" y="2744948"/>
            <a:ext cx="139244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{{PC_M2_HEURE}}</a:t>
            </a:r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5036ECC0-8BD8-E647-B5F4-DE9EADE38113}"/>
              </a:ext>
            </a:extLst>
          </p:cNvPr>
          <p:cNvSpPr txBox="1"/>
          <p:nvPr/>
        </p:nvSpPr>
        <p:spPr>
          <a:xfrm>
            <a:off x="1763475" y="3297341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036CC0FC-48F2-B343-83FE-3A28B8F19DA1}"/>
              </a:ext>
            </a:extLst>
          </p:cNvPr>
          <p:cNvSpPr txBox="1"/>
          <p:nvPr/>
        </p:nvSpPr>
        <p:spPr>
          <a:xfrm>
            <a:off x="1678810" y="3824262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30" name="Groupe 29">
            <a:extLst>
              <a:ext uri="{FF2B5EF4-FFF2-40B4-BE49-F238E27FC236}">
                <a16:creationId xmlns:a16="http://schemas.microsoft.com/office/drawing/2014/main" id="{49B7AEE6-D13D-524A-97C4-2B75203C0A8B}"/>
              </a:ext>
            </a:extLst>
          </p:cNvPr>
          <p:cNvGrpSpPr/>
          <p:nvPr/>
        </p:nvGrpSpPr>
        <p:grpSpPr>
          <a:xfrm>
            <a:off x="617939" y="2731589"/>
            <a:ext cx="2770524" cy="1354907"/>
            <a:chOff x="336470" y="583726"/>
            <a:chExt cx="2770524" cy="1354907"/>
          </a:xfrm>
        </p:grpSpPr>
        <p:sp>
          <p:nvSpPr>
            <p:cNvPr id="31" name="Rounded Rectangle 2">
              <a:extLst>
                <a:ext uri="{FF2B5EF4-FFF2-40B4-BE49-F238E27FC236}">
                  <a16:creationId xmlns:a16="http://schemas.microsoft.com/office/drawing/2014/main" id="{ADB4CAB7-53F0-7C46-8AFC-BBEF27D6F337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32" name="Connecteur droit 31">
              <a:extLst>
                <a:ext uri="{FF2B5EF4-FFF2-40B4-BE49-F238E27FC236}">
                  <a16:creationId xmlns:a16="http://schemas.microsoft.com/office/drawing/2014/main" id="{95F3EACB-2A36-CE4A-9B1F-955DDD0135FA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Connecteur droit 33">
              <a:extLst>
                <a:ext uri="{FF2B5EF4-FFF2-40B4-BE49-F238E27FC236}">
                  <a16:creationId xmlns:a16="http://schemas.microsoft.com/office/drawing/2014/main" id="{F76C9B3D-1B20-DD40-AA24-FB4BB0B0965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5" name="ZoneTexte 34">
            <a:extLst>
              <a:ext uri="{FF2B5EF4-FFF2-40B4-BE49-F238E27FC236}">
                <a16:creationId xmlns:a16="http://schemas.microsoft.com/office/drawing/2014/main" id="{434308F8-3BB8-784A-B752-ECB58DE610AF}"/>
              </a:ext>
            </a:extLst>
          </p:cNvPr>
          <p:cNvSpPr txBox="1"/>
          <p:nvPr/>
        </p:nvSpPr>
        <p:spPr>
          <a:xfrm>
            <a:off x="630000" y="3083395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{{POULE_C_2_EQ}}</a:t>
            </a:r>
          </a:p>
        </p:txBody>
      </p:sp>
      <p:sp>
        <p:nvSpPr>
          <p:cNvPr id="36" name="ZoneTexte 35">
            <a:extLst>
              <a:ext uri="{FF2B5EF4-FFF2-40B4-BE49-F238E27FC236}">
                <a16:creationId xmlns:a16="http://schemas.microsoft.com/office/drawing/2014/main" id="{539B44F5-83CF-D045-B098-AF9D7011C071}"/>
              </a:ext>
            </a:extLst>
          </p:cNvPr>
          <p:cNvSpPr txBox="1"/>
          <p:nvPr/>
        </p:nvSpPr>
        <p:spPr>
          <a:xfrm>
            <a:off x="630000" y="3507024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{{POULE_C_3_EQ}}</a:t>
            </a:r>
          </a:p>
        </p:txBody>
      </p:sp>
      <p:cxnSp>
        <p:nvCxnSpPr>
          <p:cNvPr id="37" name="Connecteur droit 36">
            <a:extLst>
              <a:ext uri="{FF2B5EF4-FFF2-40B4-BE49-F238E27FC236}">
                <a16:creationId xmlns:a16="http://schemas.microsoft.com/office/drawing/2014/main" id="{32BD1AD3-7511-1F46-8762-4E55AFFF5BDD}"/>
              </a:ext>
            </a:extLst>
          </p:cNvPr>
          <p:cNvCxnSpPr/>
          <p:nvPr/>
        </p:nvCxnSpPr>
        <p:spPr>
          <a:xfrm>
            <a:off x="757380" y="330519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eur droit 37">
            <a:extLst>
              <a:ext uri="{FF2B5EF4-FFF2-40B4-BE49-F238E27FC236}">
                <a16:creationId xmlns:a16="http://schemas.microsoft.com/office/drawing/2014/main" id="{15A70E6C-79D7-4A4A-9E93-EE80BB7631C2}"/>
              </a:ext>
            </a:extLst>
          </p:cNvPr>
          <p:cNvCxnSpPr/>
          <p:nvPr/>
        </p:nvCxnSpPr>
        <p:spPr>
          <a:xfrm>
            <a:off x="757380" y="3737217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ZoneTexte 43">
            <a:extLst>
              <a:ext uri="{FF2B5EF4-FFF2-40B4-BE49-F238E27FC236}">
                <a16:creationId xmlns:a16="http://schemas.microsoft.com/office/drawing/2014/main" id="{F23D1591-DE57-444A-8C91-C3304E50CC2B}"/>
              </a:ext>
            </a:extLst>
          </p:cNvPr>
          <p:cNvSpPr txBox="1"/>
          <p:nvPr/>
        </p:nvSpPr>
        <p:spPr>
          <a:xfrm>
            <a:off x="4950709" y="1204628"/>
            <a:ext cx="138755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{{PC_M3_HEURE}}</a:t>
            </a:r>
          </a:p>
        </p:txBody>
      </p:sp>
      <p:sp>
        <p:nvSpPr>
          <p:cNvPr id="45" name="ZoneTexte 44">
            <a:extLst>
              <a:ext uri="{FF2B5EF4-FFF2-40B4-BE49-F238E27FC236}">
                <a16:creationId xmlns:a16="http://schemas.microsoft.com/office/drawing/2014/main" id="{842481BB-54A9-834D-A3E8-CD3F0EAC666B}"/>
              </a:ext>
            </a:extLst>
          </p:cNvPr>
          <p:cNvSpPr txBox="1"/>
          <p:nvPr/>
        </p:nvSpPr>
        <p:spPr>
          <a:xfrm>
            <a:off x="4713274" y="1757021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46" name="ZoneTexte 45">
            <a:extLst>
              <a:ext uri="{FF2B5EF4-FFF2-40B4-BE49-F238E27FC236}">
                <a16:creationId xmlns:a16="http://schemas.microsoft.com/office/drawing/2014/main" id="{61715A87-D0FF-A240-BBDD-6E129D399904}"/>
              </a:ext>
            </a:extLst>
          </p:cNvPr>
          <p:cNvSpPr txBox="1"/>
          <p:nvPr/>
        </p:nvSpPr>
        <p:spPr>
          <a:xfrm>
            <a:off x="4628609" y="2283942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47" name="Groupe 46">
            <a:extLst>
              <a:ext uri="{FF2B5EF4-FFF2-40B4-BE49-F238E27FC236}">
                <a16:creationId xmlns:a16="http://schemas.microsoft.com/office/drawing/2014/main" id="{62E7E9B0-A8A3-C844-9D03-0AE47F0C0FBE}"/>
              </a:ext>
            </a:extLst>
          </p:cNvPr>
          <p:cNvGrpSpPr/>
          <p:nvPr/>
        </p:nvGrpSpPr>
        <p:grpSpPr>
          <a:xfrm>
            <a:off x="3567738" y="1191269"/>
            <a:ext cx="2770524" cy="1354907"/>
            <a:chOff x="336470" y="583726"/>
            <a:chExt cx="2770524" cy="1354907"/>
          </a:xfrm>
        </p:grpSpPr>
        <p:sp>
          <p:nvSpPr>
            <p:cNvPr id="48" name="Rounded Rectangle 2">
              <a:extLst>
                <a:ext uri="{FF2B5EF4-FFF2-40B4-BE49-F238E27FC236}">
                  <a16:creationId xmlns:a16="http://schemas.microsoft.com/office/drawing/2014/main" id="{6722E2F9-EF49-F347-A376-04B18C8C6E4E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49" name="Connecteur droit 48">
              <a:extLst>
                <a:ext uri="{FF2B5EF4-FFF2-40B4-BE49-F238E27FC236}">
                  <a16:creationId xmlns:a16="http://schemas.microsoft.com/office/drawing/2014/main" id="{B5E97FF9-48F2-1342-8E38-220903BA5722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Connecteur droit 49">
              <a:extLst>
                <a:ext uri="{FF2B5EF4-FFF2-40B4-BE49-F238E27FC236}">
                  <a16:creationId xmlns:a16="http://schemas.microsoft.com/office/drawing/2014/main" id="{46B6F24B-37E6-2A4F-BF1C-226DCB4472B4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1" name="ZoneTexte 50">
            <a:extLst>
              <a:ext uri="{FF2B5EF4-FFF2-40B4-BE49-F238E27FC236}">
                <a16:creationId xmlns:a16="http://schemas.microsoft.com/office/drawing/2014/main" id="{D7D8F991-85F3-4C4D-9F42-B723CE66801F}"/>
              </a:ext>
            </a:extLst>
          </p:cNvPr>
          <p:cNvSpPr txBox="1"/>
          <p:nvPr/>
        </p:nvSpPr>
        <p:spPr>
          <a:xfrm>
            <a:off x="3589200" y="1543075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{{POULE_C_1_EQ}}</a:t>
            </a:r>
          </a:p>
        </p:txBody>
      </p:sp>
      <p:sp>
        <p:nvSpPr>
          <p:cNvPr id="52" name="ZoneTexte 51">
            <a:extLst>
              <a:ext uri="{FF2B5EF4-FFF2-40B4-BE49-F238E27FC236}">
                <a16:creationId xmlns:a16="http://schemas.microsoft.com/office/drawing/2014/main" id="{E6390EA2-E809-B04F-9E44-B1B1DE9302A4}"/>
              </a:ext>
            </a:extLst>
          </p:cNvPr>
          <p:cNvSpPr txBox="1"/>
          <p:nvPr/>
        </p:nvSpPr>
        <p:spPr>
          <a:xfrm>
            <a:off x="3589200" y="1966704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{{POULE_C_3_EQ}}</a:t>
            </a:r>
          </a:p>
        </p:txBody>
      </p:sp>
      <p:cxnSp>
        <p:nvCxnSpPr>
          <p:cNvPr id="53" name="Connecteur droit 52">
            <a:extLst>
              <a:ext uri="{FF2B5EF4-FFF2-40B4-BE49-F238E27FC236}">
                <a16:creationId xmlns:a16="http://schemas.microsoft.com/office/drawing/2014/main" id="{006359E6-51C8-DB4C-AEA8-FF115C08C703}"/>
              </a:ext>
            </a:extLst>
          </p:cNvPr>
          <p:cNvCxnSpPr/>
          <p:nvPr/>
        </p:nvCxnSpPr>
        <p:spPr>
          <a:xfrm>
            <a:off x="3707179" y="176487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eur droit 53">
            <a:extLst>
              <a:ext uri="{FF2B5EF4-FFF2-40B4-BE49-F238E27FC236}">
                <a16:creationId xmlns:a16="http://schemas.microsoft.com/office/drawing/2014/main" id="{914BA920-9CFD-A74F-AFA7-F8E68D769BE2}"/>
              </a:ext>
            </a:extLst>
          </p:cNvPr>
          <p:cNvCxnSpPr/>
          <p:nvPr/>
        </p:nvCxnSpPr>
        <p:spPr>
          <a:xfrm>
            <a:off x="3707179" y="2196897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ZoneTexte 56">
            <a:extLst>
              <a:ext uri="{FF2B5EF4-FFF2-40B4-BE49-F238E27FC236}">
                <a16:creationId xmlns:a16="http://schemas.microsoft.com/office/drawing/2014/main" id="{A92AE725-EEFE-5C42-928A-644050212EE4}"/>
              </a:ext>
            </a:extLst>
          </p:cNvPr>
          <p:cNvSpPr txBox="1"/>
          <p:nvPr/>
        </p:nvSpPr>
        <p:spPr>
          <a:xfrm>
            <a:off x="4950709" y="2757161"/>
            <a:ext cx="138755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{{PC_M4_HEURE}}</a:t>
            </a:r>
          </a:p>
        </p:txBody>
      </p:sp>
      <p:sp>
        <p:nvSpPr>
          <p:cNvPr id="58" name="ZoneTexte 57">
            <a:extLst>
              <a:ext uri="{FF2B5EF4-FFF2-40B4-BE49-F238E27FC236}">
                <a16:creationId xmlns:a16="http://schemas.microsoft.com/office/drawing/2014/main" id="{2EF17EAD-D7EE-8648-BD5A-459941F359C3}"/>
              </a:ext>
            </a:extLst>
          </p:cNvPr>
          <p:cNvSpPr txBox="1"/>
          <p:nvPr/>
        </p:nvSpPr>
        <p:spPr>
          <a:xfrm>
            <a:off x="4713274" y="3309554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59" name="ZoneTexte 58">
            <a:extLst>
              <a:ext uri="{FF2B5EF4-FFF2-40B4-BE49-F238E27FC236}">
                <a16:creationId xmlns:a16="http://schemas.microsoft.com/office/drawing/2014/main" id="{0E8AD211-DDDA-7241-986E-E184A9A6D4BD}"/>
              </a:ext>
            </a:extLst>
          </p:cNvPr>
          <p:cNvSpPr txBox="1"/>
          <p:nvPr/>
        </p:nvSpPr>
        <p:spPr>
          <a:xfrm>
            <a:off x="4628609" y="3836475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60" name="Groupe 59">
            <a:extLst>
              <a:ext uri="{FF2B5EF4-FFF2-40B4-BE49-F238E27FC236}">
                <a16:creationId xmlns:a16="http://schemas.microsoft.com/office/drawing/2014/main" id="{24F1D3D7-813F-9945-8F78-346CB4A1133E}"/>
              </a:ext>
            </a:extLst>
          </p:cNvPr>
          <p:cNvGrpSpPr/>
          <p:nvPr/>
        </p:nvGrpSpPr>
        <p:grpSpPr>
          <a:xfrm>
            <a:off x="3567738" y="2743802"/>
            <a:ext cx="2770524" cy="1354907"/>
            <a:chOff x="336470" y="583726"/>
            <a:chExt cx="2770524" cy="1354907"/>
          </a:xfrm>
        </p:grpSpPr>
        <p:sp>
          <p:nvSpPr>
            <p:cNvPr id="61" name="Rounded Rectangle 2">
              <a:extLst>
                <a:ext uri="{FF2B5EF4-FFF2-40B4-BE49-F238E27FC236}">
                  <a16:creationId xmlns:a16="http://schemas.microsoft.com/office/drawing/2014/main" id="{6664D816-EBFD-D247-9A6C-58B9F3ECAE8E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62" name="Connecteur droit 61">
              <a:extLst>
                <a:ext uri="{FF2B5EF4-FFF2-40B4-BE49-F238E27FC236}">
                  <a16:creationId xmlns:a16="http://schemas.microsoft.com/office/drawing/2014/main" id="{5298B7E7-1567-B848-85FA-D5F3A99E993D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Connecteur droit 62">
              <a:extLst>
                <a:ext uri="{FF2B5EF4-FFF2-40B4-BE49-F238E27FC236}">
                  <a16:creationId xmlns:a16="http://schemas.microsoft.com/office/drawing/2014/main" id="{563009BB-303E-6F43-8D36-7F07C19A4591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4" name="ZoneTexte 63">
            <a:extLst>
              <a:ext uri="{FF2B5EF4-FFF2-40B4-BE49-F238E27FC236}">
                <a16:creationId xmlns:a16="http://schemas.microsoft.com/office/drawing/2014/main" id="{1938415F-9D42-5D42-AEE8-449687EBDE47}"/>
              </a:ext>
            </a:extLst>
          </p:cNvPr>
          <p:cNvSpPr txBox="1"/>
          <p:nvPr/>
        </p:nvSpPr>
        <p:spPr>
          <a:xfrm>
            <a:off x="3589200" y="3095608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{{POULE_C_4_EQ}}</a:t>
            </a:r>
          </a:p>
        </p:txBody>
      </p:sp>
      <p:sp>
        <p:nvSpPr>
          <p:cNvPr id="65" name="ZoneTexte 64">
            <a:extLst>
              <a:ext uri="{FF2B5EF4-FFF2-40B4-BE49-F238E27FC236}">
                <a16:creationId xmlns:a16="http://schemas.microsoft.com/office/drawing/2014/main" id="{86CA141B-4D44-D647-8CBA-65AE60268F7C}"/>
              </a:ext>
            </a:extLst>
          </p:cNvPr>
          <p:cNvSpPr txBox="1"/>
          <p:nvPr/>
        </p:nvSpPr>
        <p:spPr>
          <a:xfrm>
            <a:off x="3589200" y="3519237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{{POULE_C_2_EQ}}</a:t>
            </a:r>
          </a:p>
        </p:txBody>
      </p:sp>
      <p:cxnSp>
        <p:nvCxnSpPr>
          <p:cNvPr id="66" name="Connecteur droit 65">
            <a:extLst>
              <a:ext uri="{FF2B5EF4-FFF2-40B4-BE49-F238E27FC236}">
                <a16:creationId xmlns:a16="http://schemas.microsoft.com/office/drawing/2014/main" id="{1A7FCAE0-22B6-7A4E-AFA7-AA87E23FADD1}"/>
              </a:ext>
            </a:extLst>
          </p:cNvPr>
          <p:cNvCxnSpPr/>
          <p:nvPr/>
        </p:nvCxnSpPr>
        <p:spPr>
          <a:xfrm>
            <a:off x="3707179" y="331740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eur droit 66">
            <a:extLst>
              <a:ext uri="{FF2B5EF4-FFF2-40B4-BE49-F238E27FC236}">
                <a16:creationId xmlns:a16="http://schemas.microsoft.com/office/drawing/2014/main" id="{612A255A-EC44-894C-88A6-B10A676F5A0B}"/>
              </a:ext>
            </a:extLst>
          </p:cNvPr>
          <p:cNvCxnSpPr/>
          <p:nvPr/>
        </p:nvCxnSpPr>
        <p:spPr>
          <a:xfrm>
            <a:off x="3707179" y="3749430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ZoneTexte 69">
            <a:extLst>
              <a:ext uri="{FF2B5EF4-FFF2-40B4-BE49-F238E27FC236}">
                <a16:creationId xmlns:a16="http://schemas.microsoft.com/office/drawing/2014/main" id="{39D77668-E9D9-984A-850F-CCAAA7828FD8}"/>
              </a:ext>
            </a:extLst>
          </p:cNvPr>
          <p:cNvSpPr txBox="1"/>
          <p:nvPr/>
        </p:nvSpPr>
        <p:spPr>
          <a:xfrm>
            <a:off x="7838635" y="1204628"/>
            <a:ext cx="145730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{{PC_M5_HEURE}}</a:t>
            </a:r>
          </a:p>
        </p:txBody>
      </p:sp>
      <p:sp>
        <p:nvSpPr>
          <p:cNvPr id="71" name="ZoneTexte 70">
            <a:extLst>
              <a:ext uri="{FF2B5EF4-FFF2-40B4-BE49-F238E27FC236}">
                <a16:creationId xmlns:a16="http://schemas.microsoft.com/office/drawing/2014/main" id="{2378CCB7-062C-3A42-82E2-F8C401E159BA}"/>
              </a:ext>
            </a:extLst>
          </p:cNvPr>
          <p:cNvSpPr txBox="1"/>
          <p:nvPr/>
        </p:nvSpPr>
        <p:spPr>
          <a:xfrm>
            <a:off x="7670950" y="1757021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72" name="ZoneTexte 71">
            <a:extLst>
              <a:ext uri="{FF2B5EF4-FFF2-40B4-BE49-F238E27FC236}">
                <a16:creationId xmlns:a16="http://schemas.microsoft.com/office/drawing/2014/main" id="{9D6149A3-6EB8-AF44-92E2-618C7339DA52}"/>
              </a:ext>
            </a:extLst>
          </p:cNvPr>
          <p:cNvSpPr txBox="1"/>
          <p:nvPr/>
        </p:nvSpPr>
        <p:spPr>
          <a:xfrm>
            <a:off x="7586285" y="2283942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73" name="Groupe 72">
            <a:extLst>
              <a:ext uri="{FF2B5EF4-FFF2-40B4-BE49-F238E27FC236}">
                <a16:creationId xmlns:a16="http://schemas.microsoft.com/office/drawing/2014/main" id="{9987D3B0-549C-6E40-A6CF-5F6E6C4CE40A}"/>
              </a:ext>
            </a:extLst>
          </p:cNvPr>
          <p:cNvGrpSpPr/>
          <p:nvPr/>
        </p:nvGrpSpPr>
        <p:grpSpPr>
          <a:xfrm>
            <a:off x="6525414" y="1191269"/>
            <a:ext cx="2770524" cy="1354907"/>
            <a:chOff x="336470" y="583726"/>
            <a:chExt cx="2770524" cy="1354907"/>
          </a:xfrm>
        </p:grpSpPr>
        <p:sp>
          <p:nvSpPr>
            <p:cNvPr id="74" name="Rounded Rectangle 2">
              <a:extLst>
                <a:ext uri="{FF2B5EF4-FFF2-40B4-BE49-F238E27FC236}">
                  <a16:creationId xmlns:a16="http://schemas.microsoft.com/office/drawing/2014/main" id="{E6D3EE2E-8D43-F64F-A499-ABD12CC4081E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75" name="Connecteur droit 74">
              <a:extLst>
                <a:ext uri="{FF2B5EF4-FFF2-40B4-BE49-F238E27FC236}">
                  <a16:creationId xmlns:a16="http://schemas.microsoft.com/office/drawing/2014/main" id="{9CA2511E-1CC0-224A-85BC-A3E6CB0DCFE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Connecteur droit 75">
              <a:extLst>
                <a:ext uri="{FF2B5EF4-FFF2-40B4-BE49-F238E27FC236}">
                  <a16:creationId xmlns:a16="http://schemas.microsoft.com/office/drawing/2014/main" id="{7A23B077-D268-7F45-9F81-7FC3BE6FD372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7" name="ZoneTexte 76">
            <a:extLst>
              <a:ext uri="{FF2B5EF4-FFF2-40B4-BE49-F238E27FC236}">
                <a16:creationId xmlns:a16="http://schemas.microsoft.com/office/drawing/2014/main" id="{F76319DA-3A13-9149-AF23-B8CA3B551472}"/>
              </a:ext>
            </a:extLst>
          </p:cNvPr>
          <p:cNvSpPr txBox="1"/>
          <p:nvPr/>
        </p:nvSpPr>
        <p:spPr>
          <a:xfrm>
            <a:off x="6544800" y="1543075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{{POULE_C_1_EQ}}</a:t>
            </a:r>
          </a:p>
        </p:txBody>
      </p:sp>
      <p:sp>
        <p:nvSpPr>
          <p:cNvPr id="78" name="ZoneTexte 77">
            <a:extLst>
              <a:ext uri="{FF2B5EF4-FFF2-40B4-BE49-F238E27FC236}">
                <a16:creationId xmlns:a16="http://schemas.microsoft.com/office/drawing/2014/main" id="{95F3F264-008E-7F4D-AF6F-D44F047A9BFB}"/>
              </a:ext>
            </a:extLst>
          </p:cNvPr>
          <p:cNvSpPr txBox="1"/>
          <p:nvPr/>
        </p:nvSpPr>
        <p:spPr>
          <a:xfrm>
            <a:off x="6544800" y="1966704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{{POULE_C_2_EQ}}</a:t>
            </a:r>
          </a:p>
        </p:txBody>
      </p:sp>
      <p:cxnSp>
        <p:nvCxnSpPr>
          <p:cNvPr id="79" name="Connecteur droit 78">
            <a:extLst>
              <a:ext uri="{FF2B5EF4-FFF2-40B4-BE49-F238E27FC236}">
                <a16:creationId xmlns:a16="http://schemas.microsoft.com/office/drawing/2014/main" id="{29B005C4-8AF8-1541-92C4-268530461982}"/>
              </a:ext>
            </a:extLst>
          </p:cNvPr>
          <p:cNvCxnSpPr/>
          <p:nvPr/>
        </p:nvCxnSpPr>
        <p:spPr>
          <a:xfrm>
            <a:off x="6664855" y="176487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eur droit 79">
            <a:extLst>
              <a:ext uri="{FF2B5EF4-FFF2-40B4-BE49-F238E27FC236}">
                <a16:creationId xmlns:a16="http://schemas.microsoft.com/office/drawing/2014/main" id="{21925513-DBD5-2D48-999B-4066C42C6F6B}"/>
              </a:ext>
            </a:extLst>
          </p:cNvPr>
          <p:cNvCxnSpPr/>
          <p:nvPr/>
        </p:nvCxnSpPr>
        <p:spPr>
          <a:xfrm>
            <a:off x="6664855" y="2196897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ZoneTexte 82">
            <a:extLst>
              <a:ext uri="{FF2B5EF4-FFF2-40B4-BE49-F238E27FC236}">
                <a16:creationId xmlns:a16="http://schemas.microsoft.com/office/drawing/2014/main" id="{1EEACAE2-A82C-EE4B-BAB2-D9081098DB83}"/>
              </a:ext>
            </a:extLst>
          </p:cNvPr>
          <p:cNvSpPr txBox="1"/>
          <p:nvPr/>
        </p:nvSpPr>
        <p:spPr>
          <a:xfrm>
            <a:off x="7838635" y="2741514"/>
            <a:ext cx="145730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{{PC_M6_HEURE}}</a:t>
            </a:r>
          </a:p>
        </p:txBody>
      </p:sp>
      <p:sp>
        <p:nvSpPr>
          <p:cNvPr id="84" name="ZoneTexte 83">
            <a:extLst>
              <a:ext uri="{FF2B5EF4-FFF2-40B4-BE49-F238E27FC236}">
                <a16:creationId xmlns:a16="http://schemas.microsoft.com/office/drawing/2014/main" id="{2D7F23C6-D6BD-9B47-9A3C-C2AA0394C7B2}"/>
              </a:ext>
            </a:extLst>
          </p:cNvPr>
          <p:cNvSpPr txBox="1"/>
          <p:nvPr/>
        </p:nvSpPr>
        <p:spPr>
          <a:xfrm>
            <a:off x="7670950" y="3293907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85" name="ZoneTexte 84">
            <a:extLst>
              <a:ext uri="{FF2B5EF4-FFF2-40B4-BE49-F238E27FC236}">
                <a16:creationId xmlns:a16="http://schemas.microsoft.com/office/drawing/2014/main" id="{E887466C-206C-D64B-953E-821BDA01EE7C}"/>
              </a:ext>
            </a:extLst>
          </p:cNvPr>
          <p:cNvSpPr txBox="1"/>
          <p:nvPr/>
        </p:nvSpPr>
        <p:spPr>
          <a:xfrm>
            <a:off x="7586285" y="3820828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86" name="Groupe 85">
            <a:extLst>
              <a:ext uri="{FF2B5EF4-FFF2-40B4-BE49-F238E27FC236}">
                <a16:creationId xmlns:a16="http://schemas.microsoft.com/office/drawing/2014/main" id="{C2BD2A20-AA3B-2C43-B38D-F350C4EAADD8}"/>
              </a:ext>
            </a:extLst>
          </p:cNvPr>
          <p:cNvGrpSpPr/>
          <p:nvPr/>
        </p:nvGrpSpPr>
        <p:grpSpPr>
          <a:xfrm>
            <a:off x="6525414" y="2728155"/>
            <a:ext cx="2770524" cy="1354907"/>
            <a:chOff x="336470" y="583726"/>
            <a:chExt cx="2770524" cy="1354907"/>
          </a:xfrm>
        </p:grpSpPr>
        <p:sp>
          <p:nvSpPr>
            <p:cNvPr id="87" name="Rounded Rectangle 2">
              <a:extLst>
                <a:ext uri="{FF2B5EF4-FFF2-40B4-BE49-F238E27FC236}">
                  <a16:creationId xmlns:a16="http://schemas.microsoft.com/office/drawing/2014/main" id="{90DE40EC-DE50-8248-901B-B045B5D7CC79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88" name="Connecteur droit 87">
              <a:extLst>
                <a:ext uri="{FF2B5EF4-FFF2-40B4-BE49-F238E27FC236}">
                  <a16:creationId xmlns:a16="http://schemas.microsoft.com/office/drawing/2014/main" id="{B59905EC-A12E-7046-9E3B-0DDB41492C7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Connecteur droit 88">
              <a:extLst>
                <a:ext uri="{FF2B5EF4-FFF2-40B4-BE49-F238E27FC236}">
                  <a16:creationId xmlns:a16="http://schemas.microsoft.com/office/drawing/2014/main" id="{4A9912D7-4756-414F-A0B1-CD0EF0947EDB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0" name="ZoneTexte 89">
            <a:extLst>
              <a:ext uri="{FF2B5EF4-FFF2-40B4-BE49-F238E27FC236}">
                <a16:creationId xmlns:a16="http://schemas.microsoft.com/office/drawing/2014/main" id="{B638B146-29B3-EF4F-A6C0-93D4ACB0EA96}"/>
              </a:ext>
            </a:extLst>
          </p:cNvPr>
          <p:cNvSpPr txBox="1"/>
          <p:nvPr/>
        </p:nvSpPr>
        <p:spPr>
          <a:xfrm>
            <a:off x="6544800" y="3079961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{{POULE_C_3_EQ}}</a:t>
            </a:r>
          </a:p>
        </p:txBody>
      </p:sp>
      <p:sp>
        <p:nvSpPr>
          <p:cNvPr id="91" name="ZoneTexte 90">
            <a:extLst>
              <a:ext uri="{FF2B5EF4-FFF2-40B4-BE49-F238E27FC236}">
                <a16:creationId xmlns:a16="http://schemas.microsoft.com/office/drawing/2014/main" id="{356B77AD-F697-844C-A47C-C175ACAC7F50}"/>
              </a:ext>
            </a:extLst>
          </p:cNvPr>
          <p:cNvSpPr txBox="1"/>
          <p:nvPr/>
        </p:nvSpPr>
        <p:spPr>
          <a:xfrm>
            <a:off x="6544800" y="3503590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{{POULE_C_4_EQ}}</a:t>
            </a:r>
          </a:p>
        </p:txBody>
      </p:sp>
      <p:cxnSp>
        <p:nvCxnSpPr>
          <p:cNvPr id="92" name="Connecteur droit 91">
            <a:extLst>
              <a:ext uri="{FF2B5EF4-FFF2-40B4-BE49-F238E27FC236}">
                <a16:creationId xmlns:a16="http://schemas.microsoft.com/office/drawing/2014/main" id="{2B2A62CE-20F5-5642-8C50-7C03CA1D5CF8}"/>
              </a:ext>
            </a:extLst>
          </p:cNvPr>
          <p:cNvCxnSpPr/>
          <p:nvPr/>
        </p:nvCxnSpPr>
        <p:spPr>
          <a:xfrm>
            <a:off x="6664855" y="3301757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eur droit 92">
            <a:extLst>
              <a:ext uri="{FF2B5EF4-FFF2-40B4-BE49-F238E27FC236}">
                <a16:creationId xmlns:a16="http://schemas.microsoft.com/office/drawing/2014/main" id="{E016F092-2E9F-A042-BCEA-F6EF67CA5B23}"/>
              </a:ext>
            </a:extLst>
          </p:cNvPr>
          <p:cNvCxnSpPr/>
          <p:nvPr/>
        </p:nvCxnSpPr>
        <p:spPr>
          <a:xfrm>
            <a:off x="6664855" y="3733783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94" name="Tableau 154">
            <a:extLst>
              <a:ext uri="{FF2B5EF4-FFF2-40B4-BE49-F238E27FC236}">
                <a16:creationId xmlns:a16="http://schemas.microsoft.com/office/drawing/2014/main" id="{B1AF19C9-7C1C-5145-8050-2A8C1F0C52FB}"/>
              </a:ext>
            </a:extLst>
          </p:cNvPr>
          <p:cNvGraphicFramePr>
            <a:graphicFrameLocks noGrp="1"/>
          </p:cNvGraphicFramePr>
          <p:nvPr/>
        </p:nvGraphicFramePr>
        <p:xfrm>
          <a:off x="739678" y="4705373"/>
          <a:ext cx="8426644" cy="126492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4706412">
                  <a:extLst>
                    <a:ext uri="{9D8B030D-6E8A-4147-A177-3AD203B41FA5}">
                      <a16:colId xmlns:a16="http://schemas.microsoft.com/office/drawing/2014/main" val="259936016"/>
                    </a:ext>
                  </a:extLst>
                </a:gridCol>
                <a:gridCol w="975360">
                  <a:extLst>
                    <a:ext uri="{9D8B030D-6E8A-4147-A177-3AD203B41FA5}">
                      <a16:colId xmlns:a16="http://schemas.microsoft.com/office/drawing/2014/main" val="835005734"/>
                    </a:ext>
                  </a:extLst>
                </a:gridCol>
                <a:gridCol w="897172">
                  <a:extLst>
                    <a:ext uri="{9D8B030D-6E8A-4147-A177-3AD203B41FA5}">
                      <a16:colId xmlns:a16="http://schemas.microsoft.com/office/drawing/2014/main" val="2438221648"/>
                    </a:ext>
                  </a:extLst>
                </a:gridCol>
                <a:gridCol w="687788">
                  <a:extLst>
                    <a:ext uri="{9D8B030D-6E8A-4147-A177-3AD203B41FA5}">
                      <a16:colId xmlns:a16="http://schemas.microsoft.com/office/drawing/2014/main" val="4275197807"/>
                    </a:ext>
                  </a:extLst>
                </a:gridCol>
                <a:gridCol w="1159912">
                  <a:extLst>
                    <a:ext uri="{9D8B030D-6E8A-4147-A177-3AD203B41FA5}">
                      <a16:colId xmlns:a16="http://schemas.microsoft.com/office/drawing/2014/main" val="3380834670"/>
                    </a:ext>
                  </a:extLst>
                </a:gridCol>
              </a:tblGrid>
              <a:tr h="232249"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ÉQUIPE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VICTOIRES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DÉFAITES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JEUX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CLASSEMENT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1446954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{{POULE_C_1_EQ}}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1826266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{{POULE_C_2_EQ}}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84674671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{{POULE_C_3_EQ}}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42694057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{{POULE_C_4_EQ}}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553423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576559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ZoneTexte 80">
            <a:extLst>
              <a:ext uri="{FF2B5EF4-FFF2-40B4-BE49-F238E27FC236}">
                <a16:creationId xmlns:a16="http://schemas.microsoft.com/office/drawing/2014/main" id="{370BB671-2507-784D-B767-1712C68C6094}"/>
              </a:ext>
            </a:extLst>
          </p:cNvPr>
          <p:cNvSpPr txBox="1"/>
          <p:nvPr/>
        </p:nvSpPr>
        <p:spPr>
          <a:xfrm>
            <a:off x="6533291" y="2741514"/>
            <a:ext cx="135980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{{PD_M6_CODE}}</a:t>
            </a:r>
          </a:p>
        </p:txBody>
      </p:sp>
      <p:sp>
        <p:nvSpPr>
          <p:cNvPr id="68" name="ZoneTexte 67">
            <a:extLst>
              <a:ext uri="{FF2B5EF4-FFF2-40B4-BE49-F238E27FC236}">
                <a16:creationId xmlns:a16="http://schemas.microsoft.com/office/drawing/2014/main" id="{6E0293E8-2BBF-2D4D-A8BC-9F49DD1204AB}"/>
              </a:ext>
            </a:extLst>
          </p:cNvPr>
          <p:cNvSpPr txBox="1"/>
          <p:nvPr/>
        </p:nvSpPr>
        <p:spPr>
          <a:xfrm>
            <a:off x="6533291" y="1204628"/>
            <a:ext cx="129746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{{PD_M5_CODE}}</a:t>
            </a:r>
          </a:p>
        </p:txBody>
      </p:sp>
      <p:sp>
        <p:nvSpPr>
          <p:cNvPr id="55" name="ZoneTexte 54">
            <a:extLst>
              <a:ext uri="{FF2B5EF4-FFF2-40B4-BE49-F238E27FC236}">
                <a16:creationId xmlns:a16="http://schemas.microsoft.com/office/drawing/2014/main" id="{83280CF4-5974-D446-A6A8-8EEBCF0F0D3D}"/>
              </a:ext>
            </a:extLst>
          </p:cNvPr>
          <p:cNvSpPr txBox="1"/>
          <p:nvPr/>
        </p:nvSpPr>
        <p:spPr>
          <a:xfrm>
            <a:off x="3575614" y="2757161"/>
            <a:ext cx="130586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{{PD_M4_CODE}}</a:t>
            </a:r>
          </a:p>
        </p:txBody>
      </p:sp>
      <p:sp>
        <p:nvSpPr>
          <p:cNvPr id="39" name="ZoneTexte 38">
            <a:extLst>
              <a:ext uri="{FF2B5EF4-FFF2-40B4-BE49-F238E27FC236}">
                <a16:creationId xmlns:a16="http://schemas.microsoft.com/office/drawing/2014/main" id="{2DB7A4FD-B99A-A943-82C4-DD1185026293}"/>
              </a:ext>
            </a:extLst>
          </p:cNvPr>
          <p:cNvSpPr txBox="1"/>
          <p:nvPr/>
        </p:nvSpPr>
        <p:spPr>
          <a:xfrm>
            <a:off x="3575614" y="1204628"/>
            <a:ext cx="131288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{{PD_M3_CODE}}</a:t>
            </a:r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ECC62A31-9B71-2D46-ADA0-88CEAC60E8C6}"/>
              </a:ext>
            </a:extLst>
          </p:cNvPr>
          <p:cNvSpPr txBox="1"/>
          <p:nvPr/>
        </p:nvSpPr>
        <p:spPr>
          <a:xfrm>
            <a:off x="625815" y="2744948"/>
            <a:ext cx="128933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{{PD_M2_CODE}}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66C64A28-B62A-BB45-A3BB-3F6EF5FAB090}"/>
              </a:ext>
            </a:extLst>
          </p:cNvPr>
          <p:cNvSpPr txBox="1"/>
          <p:nvPr/>
        </p:nvSpPr>
        <p:spPr>
          <a:xfrm>
            <a:off x="613374" y="1204628"/>
            <a:ext cx="130177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{{PD_M1_CODE}}</a:t>
            </a:r>
          </a:p>
        </p:txBody>
      </p:sp>
      <p:sp>
        <p:nvSpPr>
          <p:cNvPr id="82" name="ZoneTexte 81">
            <a:extLst>
              <a:ext uri="{FF2B5EF4-FFF2-40B4-BE49-F238E27FC236}">
                <a16:creationId xmlns:a16="http://schemas.microsoft.com/office/drawing/2014/main" id="{A653BCD9-F43C-6147-89B4-6748C84F21C8}"/>
              </a:ext>
            </a:extLst>
          </p:cNvPr>
          <p:cNvSpPr txBox="1"/>
          <p:nvPr/>
        </p:nvSpPr>
        <p:spPr>
          <a:xfrm>
            <a:off x="6520850" y="2741514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{{PD_M6_TERRAIN}}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69" name="ZoneTexte 68">
            <a:extLst>
              <a:ext uri="{FF2B5EF4-FFF2-40B4-BE49-F238E27FC236}">
                <a16:creationId xmlns:a16="http://schemas.microsoft.com/office/drawing/2014/main" id="{A1DF0712-15BB-C143-8B32-B814252D30D5}"/>
              </a:ext>
            </a:extLst>
          </p:cNvPr>
          <p:cNvSpPr txBox="1"/>
          <p:nvPr/>
        </p:nvSpPr>
        <p:spPr>
          <a:xfrm>
            <a:off x="6520850" y="1204628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{{PD_M5_TERRAIN}}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56" name="ZoneTexte 55">
            <a:extLst>
              <a:ext uri="{FF2B5EF4-FFF2-40B4-BE49-F238E27FC236}">
                <a16:creationId xmlns:a16="http://schemas.microsoft.com/office/drawing/2014/main" id="{B8C0532A-7B80-3941-ABB8-B2C17DD01FF0}"/>
              </a:ext>
            </a:extLst>
          </p:cNvPr>
          <p:cNvSpPr txBox="1"/>
          <p:nvPr/>
        </p:nvSpPr>
        <p:spPr>
          <a:xfrm>
            <a:off x="3563174" y="2757161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{{PD_M4_TERRAIN}}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43" name="ZoneTexte 42">
            <a:extLst>
              <a:ext uri="{FF2B5EF4-FFF2-40B4-BE49-F238E27FC236}">
                <a16:creationId xmlns:a16="http://schemas.microsoft.com/office/drawing/2014/main" id="{46758797-F6EA-CA45-931A-8230C7AFC9B4}"/>
              </a:ext>
            </a:extLst>
          </p:cNvPr>
          <p:cNvSpPr txBox="1"/>
          <p:nvPr/>
        </p:nvSpPr>
        <p:spPr>
          <a:xfrm>
            <a:off x="3563174" y="1204628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{{PD_M3_TERRAIN}}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E1B42721-C923-2641-BA78-999929492964}"/>
              </a:ext>
            </a:extLst>
          </p:cNvPr>
          <p:cNvSpPr txBox="1"/>
          <p:nvPr/>
        </p:nvSpPr>
        <p:spPr>
          <a:xfrm>
            <a:off x="613375" y="2744948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{{PD_M2_TERRAIN}}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98472328-417A-4747-B9A8-895E06F00EA2}"/>
              </a:ext>
            </a:extLst>
          </p:cNvPr>
          <p:cNvSpPr txBox="1"/>
          <p:nvPr/>
        </p:nvSpPr>
        <p:spPr>
          <a:xfrm>
            <a:off x="600934" y="1204628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{{PD_M1_TERRAIN}}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cxnSp>
        <p:nvCxnSpPr>
          <p:cNvPr id="132" name="Connecteur droit 131">
            <a:extLst>
              <a:ext uri="{FF2B5EF4-FFF2-40B4-BE49-F238E27FC236}">
                <a16:creationId xmlns:a16="http://schemas.microsoft.com/office/drawing/2014/main" id="{03A50A04-569F-7F4C-B363-E33B662511AC}"/>
              </a:ext>
            </a:extLst>
          </p:cNvPr>
          <p:cNvCxnSpPr>
            <a:cxnSpLocks/>
          </p:cNvCxnSpPr>
          <p:nvPr/>
        </p:nvCxnSpPr>
        <p:spPr>
          <a:xfrm>
            <a:off x="0" y="569147"/>
            <a:ext cx="9906000" cy="0"/>
          </a:xfrm>
          <a:prstGeom prst="line">
            <a:avLst/>
          </a:prstGeom>
          <a:ln w="1587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ZoneTexte 132">
            <a:extLst>
              <a:ext uri="{FF2B5EF4-FFF2-40B4-BE49-F238E27FC236}">
                <a16:creationId xmlns:a16="http://schemas.microsoft.com/office/drawing/2014/main" id="{7A600195-411A-9146-881C-BF77B17961CE}"/>
              </a:ext>
            </a:extLst>
          </p:cNvPr>
          <p:cNvSpPr txBox="1"/>
          <p:nvPr/>
        </p:nvSpPr>
        <p:spPr>
          <a:xfrm>
            <a:off x="3195145" y="105103"/>
            <a:ext cx="3383087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POULE D</a:t>
            </a:r>
          </a:p>
        </p:txBody>
      </p:sp>
      <p:sp>
        <p:nvSpPr>
          <p:cNvPr id="134" name="ZoneTexte 133">
            <a:extLst>
              <a:ext uri="{FF2B5EF4-FFF2-40B4-BE49-F238E27FC236}">
                <a16:creationId xmlns:a16="http://schemas.microsoft.com/office/drawing/2014/main" id="{04FA868E-B09C-CB41-8368-B46B9716BFE5}"/>
              </a:ext>
            </a:extLst>
          </p:cNvPr>
          <p:cNvSpPr txBox="1"/>
          <p:nvPr/>
        </p:nvSpPr>
        <p:spPr>
          <a:xfrm>
            <a:off x="21060" y="12212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35" name="ZoneTexte 134">
            <a:extLst>
              <a:ext uri="{FF2B5EF4-FFF2-40B4-BE49-F238E27FC236}">
                <a16:creationId xmlns:a16="http://schemas.microsoft.com/office/drawing/2014/main" id="{CE532D12-AB2D-E443-B4BE-7251DB907A4A}"/>
              </a:ext>
            </a:extLst>
          </p:cNvPr>
          <p:cNvSpPr txBox="1"/>
          <p:nvPr/>
        </p:nvSpPr>
        <p:spPr>
          <a:xfrm>
            <a:off x="6564810" y="14764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96362097-CD70-1643-B182-7F9805A19382}"/>
              </a:ext>
            </a:extLst>
          </p:cNvPr>
          <p:cNvSpPr txBox="1"/>
          <p:nvPr/>
        </p:nvSpPr>
        <p:spPr>
          <a:xfrm>
            <a:off x="3212431" y="6591732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{{CLUB}}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9AEE0EA8-A99F-5A41-A32F-1FE635256B61}"/>
              </a:ext>
            </a:extLst>
          </p:cNvPr>
          <p:cNvSpPr txBox="1"/>
          <p:nvPr/>
        </p:nvSpPr>
        <p:spPr>
          <a:xfrm>
            <a:off x="1996015" y="1204628"/>
            <a:ext cx="138000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{{PD_M1_HEURE}}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240B3778-AA08-0143-86D8-E42344DBC697}"/>
              </a:ext>
            </a:extLst>
          </p:cNvPr>
          <p:cNvSpPr txBox="1"/>
          <p:nvPr/>
        </p:nvSpPr>
        <p:spPr>
          <a:xfrm>
            <a:off x="1751034" y="1757021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E2649F6E-3F53-7E40-BEE0-36099D7B4D34}"/>
              </a:ext>
            </a:extLst>
          </p:cNvPr>
          <p:cNvSpPr txBox="1"/>
          <p:nvPr/>
        </p:nvSpPr>
        <p:spPr>
          <a:xfrm>
            <a:off x="1666369" y="2283942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7" name="Groupe 16">
            <a:extLst>
              <a:ext uri="{FF2B5EF4-FFF2-40B4-BE49-F238E27FC236}">
                <a16:creationId xmlns:a16="http://schemas.microsoft.com/office/drawing/2014/main" id="{676CB05C-7A3D-804E-881D-9CBF4B8D77E6}"/>
              </a:ext>
            </a:extLst>
          </p:cNvPr>
          <p:cNvGrpSpPr/>
          <p:nvPr/>
        </p:nvGrpSpPr>
        <p:grpSpPr>
          <a:xfrm>
            <a:off x="605498" y="1191269"/>
            <a:ext cx="2770524" cy="1354907"/>
            <a:chOff x="336470" y="583726"/>
            <a:chExt cx="2770524" cy="1354907"/>
          </a:xfrm>
        </p:grpSpPr>
        <p:sp>
          <p:nvSpPr>
            <p:cNvPr id="18" name="Rounded Rectangle 2">
              <a:extLst>
                <a:ext uri="{FF2B5EF4-FFF2-40B4-BE49-F238E27FC236}">
                  <a16:creationId xmlns:a16="http://schemas.microsoft.com/office/drawing/2014/main" id="{01AE91BE-F4CD-594F-B331-3E4FE50F5044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9" name="Connecteur droit 18">
              <a:extLst>
                <a:ext uri="{FF2B5EF4-FFF2-40B4-BE49-F238E27FC236}">
                  <a16:creationId xmlns:a16="http://schemas.microsoft.com/office/drawing/2014/main" id="{8BC618FF-B7F2-5144-99BC-D2973E79002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necteur droit 19">
              <a:extLst>
                <a:ext uri="{FF2B5EF4-FFF2-40B4-BE49-F238E27FC236}">
                  <a16:creationId xmlns:a16="http://schemas.microsoft.com/office/drawing/2014/main" id="{46EF965E-1BB2-7446-A7EE-B03CA8D97457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" name="ZoneTexte 20">
            <a:extLst>
              <a:ext uri="{FF2B5EF4-FFF2-40B4-BE49-F238E27FC236}">
                <a16:creationId xmlns:a16="http://schemas.microsoft.com/office/drawing/2014/main" id="{1DB95A72-DC02-044B-85C8-C66CA8275358}"/>
              </a:ext>
            </a:extLst>
          </p:cNvPr>
          <p:cNvSpPr txBox="1"/>
          <p:nvPr/>
        </p:nvSpPr>
        <p:spPr>
          <a:xfrm>
            <a:off x="630000" y="1543075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{{POULE_D_1_EQ}}</a:t>
            </a: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9B0CAD5A-07BB-A04C-B314-90153D36FB20}"/>
              </a:ext>
            </a:extLst>
          </p:cNvPr>
          <p:cNvSpPr txBox="1"/>
          <p:nvPr/>
        </p:nvSpPr>
        <p:spPr>
          <a:xfrm>
            <a:off x="630000" y="1966704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{{POULE_D_4_EQ}}</a:t>
            </a:r>
          </a:p>
        </p:txBody>
      </p:sp>
      <p:cxnSp>
        <p:nvCxnSpPr>
          <p:cNvPr id="23" name="Connecteur droit 22">
            <a:extLst>
              <a:ext uri="{FF2B5EF4-FFF2-40B4-BE49-F238E27FC236}">
                <a16:creationId xmlns:a16="http://schemas.microsoft.com/office/drawing/2014/main" id="{A06F6E98-54A4-9D4E-9AA2-093AE61E82F4}"/>
              </a:ext>
            </a:extLst>
          </p:cNvPr>
          <p:cNvCxnSpPr/>
          <p:nvPr/>
        </p:nvCxnSpPr>
        <p:spPr>
          <a:xfrm>
            <a:off x="744939" y="176487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eur droit 23">
            <a:extLst>
              <a:ext uri="{FF2B5EF4-FFF2-40B4-BE49-F238E27FC236}">
                <a16:creationId xmlns:a16="http://schemas.microsoft.com/office/drawing/2014/main" id="{685D11C7-C6B8-CA4B-A459-8F29401CFA3D}"/>
              </a:ext>
            </a:extLst>
          </p:cNvPr>
          <p:cNvCxnSpPr/>
          <p:nvPr/>
        </p:nvCxnSpPr>
        <p:spPr>
          <a:xfrm>
            <a:off x="744939" y="2196897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ZoneTexte 26">
            <a:extLst>
              <a:ext uri="{FF2B5EF4-FFF2-40B4-BE49-F238E27FC236}">
                <a16:creationId xmlns:a16="http://schemas.microsoft.com/office/drawing/2014/main" id="{C1A95A25-554C-054B-A442-676879D47B03}"/>
              </a:ext>
            </a:extLst>
          </p:cNvPr>
          <p:cNvSpPr txBox="1"/>
          <p:nvPr/>
        </p:nvSpPr>
        <p:spPr>
          <a:xfrm>
            <a:off x="1996016" y="2744948"/>
            <a:ext cx="139244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{{PD_M2_HEURE}}</a:t>
            </a:r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5036ECC0-8BD8-E647-B5F4-DE9EADE38113}"/>
              </a:ext>
            </a:extLst>
          </p:cNvPr>
          <p:cNvSpPr txBox="1"/>
          <p:nvPr/>
        </p:nvSpPr>
        <p:spPr>
          <a:xfrm>
            <a:off x="1763475" y="3297341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036CC0FC-48F2-B343-83FE-3A28B8F19DA1}"/>
              </a:ext>
            </a:extLst>
          </p:cNvPr>
          <p:cNvSpPr txBox="1"/>
          <p:nvPr/>
        </p:nvSpPr>
        <p:spPr>
          <a:xfrm>
            <a:off x="1678810" y="3824262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30" name="Groupe 29">
            <a:extLst>
              <a:ext uri="{FF2B5EF4-FFF2-40B4-BE49-F238E27FC236}">
                <a16:creationId xmlns:a16="http://schemas.microsoft.com/office/drawing/2014/main" id="{49B7AEE6-D13D-524A-97C4-2B75203C0A8B}"/>
              </a:ext>
            </a:extLst>
          </p:cNvPr>
          <p:cNvGrpSpPr/>
          <p:nvPr/>
        </p:nvGrpSpPr>
        <p:grpSpPr>
          <a:xfrm>
            <a:off x="617939" y="2731589"/>
            <a:ext cx="2770524" cy="1354907"/>
            <a:chOff x="336470" y="583726"/>
            <a:chExt cx="2770524" cy="1354907"/>
          </a:xfrm>
        </p:grpSpPr>
        <p:sp>
          <p:nvSpPr>
            <p:cNvPr id="31" name="Rounded Rectangle 2">
              <a:extLst>
                <a:ext uri="{FF2B5EF4-FFF2-40B4-BE49-F238E27FC236}">
                  <a16:creationId xmlns:a16="http://schemas.microsoft.com/office/drawing/2014/main" id="{ADB4CAB7-53F0-7C46-8AFC-BBEF27D6F337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32" name="Connecteur droit 31">
              <a:extLst>
                <a:ext uri="{FF2B5EF4-FFF2-40B4-BE49-F238E27FC236}">
                  <a16:creationId xmlns:a16="http://schemas.microsoft.com/office/drawing/2014/main" id="{95F3EACB-2A36-CE4A-9B1F-955DDD0135FA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Connecteur droit 33">
              <a:extLst>
                <a:ext uri="{FF2B5EF4-FFF2-40B4-BE49-F238E27FC236}">
                  <a16:creationId xmlns:a16="http://schemas.microsoft.com/office/drawing/2014/main" id="{F76C9B3D-1B20-DD40-AA24-FB4BB0B0965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5" name="ZoneTexte 34">
            <a:extLst>
              <a:ext uri="{FF2B5EF4-FFF2-40B4-BE49-F238E27FC236}">
                <a16:creationId xmlns:a16="http://schemas.microsoft.com/office/drawing/2014/main" id="{434308F8-3BB8-784A-B752-ECB58DE610AF}"/>
              </a:ext>
            </a:extLst>
          </p:cNvPr>
          <p:cNvSpPr txBox="1"/>
          <p:nvPr/>
        </p:nvSpPr>
        <p:spPr>
          <a:xfrm>
            <a:off x="630000" y="3083395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{{POULE_D_2_EQ}}</a:t>
            </a:r>
          </a:p>
        </p:txBody>
      </p:sp>
      <p:sp>
        <p:nvSpPr>
          <p:cNvPr id="36" name="ZoneTexte 35">
            <a:extLst>
              <a:ext uri="{FF2B5EF4-FFF2-40B4-BE49-F238E27FC236}">
                <a16:creationId xmlns:a16="http://schemas.microsoft.com/office/drawing/2014/main" id="{539B44F5-83CF-D045-B098-AF9D7011C071}"/>
              </a:ext>
            </a:extLst>
          </p:cNvPr>
          <p:cNvSpPr txBox="1"/>
          <p:nvPr/>
        </p:nvSpPr>
        <p:spPr>
          <a:xfrm>
            <a:off x="630000" y="3507024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{{POULE_D_3_EQ}}</a:t>
            </a:r>
          </a:p>
        </p:txBody>
      </p:sp>
      <p:cxnSp>
        <p:nvCxnSpPr>
          <p:cNvPr id="37" name="Connecteur droit 36">
            <a:extLst>
              <a:ext uri="{FF2B5EF4-FFF2-40B4-BE49-F238E27FC236}">
                <a16:creationId xmlns:a16="http://schemas.microsoft.com/office/drawing/2014/main" id="{32BD1AD3-7511-1F46-8762-4E55AFFF5BDD}"/>
              </a:ext>
            </a:extLst>
          </p:cNvPr>
          <p:cNvCxnSpPr/>
          <p:nvPr/>
        </p:nvCxnSpPr>
        <p:spPr>
          <a:xfrm>
            <a:off x="757380" y="330519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eur droit 37">
            <a:extLst>
              <a:ext uri="{FF2B5EF4-FFF2-40B4-BE49-F238E27FC236}">
                <a16:creationId xmlns:a16="http://schemas.microsoft.com/office/drawing/2014/main" id="{15A70E6C-79D7-4A4A-9E93-EE80BB7631C2}"/>
              </a:ext>
            </a:extLst>
          </p:cNvPr>
          <p:cNvCxnSpPr/>
          <p:nvPr/>
        </p:nvCxnSpPr>
        <p:spPr>
          <a:xfrm>
            <a:off x="757380" y="3737217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ZoneTexte 43">
            <a:extLst>
              <a:ext uri="{FF2B5EF4-FFF2-40B4-BE49-F238E27FC236}">
                <a16:creationId xmlns:a16="http://schemas.microsoft.com/office/drawing/2014/main" id="{F23D1591-DE57-444A-8C91-C3304E50CC2B}"/>
              </a:ext>
            </a:extLst>
          </p:cNvPr>
          <p:cNvSpPr txBox="1"/>
          <p:nvPr/>
        </p:nvSpPr>
        <p:spPr>
          <a:xfrm>
            <a:off x="4950709" y="1204628"/>
            <a:ext cx="138755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{{PD_M3_HEURE}}</a:t>
            </a:r>
          </a:p>
        </p:txBody>
      </p:sp>
      <p:sp>
        <p:nvSpPr>
          <p:cNvPr id="45" name="ZoneTexte 44">
            <a:extLst>
              <a:ext uri="{FF2B5EF4-FFF2-40B4-BE49-F238E27FC236}">
                <a16:creationId xmlns:a16="http://schemas.microsoft.com/office/drawing/2014/main" id="{842481BB-54A9-834D-A3E8-CD3F0EAC666B}"/>
              </a:ext>
            </a:extLst>
          </p:cNvPr>
          <p:cNvSpPr txBox="1"/>
          <p:nvPr/>
        </p:nvSpPr>
        <p:spPr>
          <a:xfrm>
            <a:off x="4713274" y="1757021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46" name="ZoneTexte 45">
            <a:extLst>
              <a:ext uri="{FF2B5EF4-FFF2-40B4-BE49-F238E27FC236}">
                <a16:creationId xmlns:a16="http://schemas.microsoft.com/office/drawing/2014/main" id="{61715A87-D0FF-A240-BBDD-6E129D399904}"/>
              </a:ext>
            </a:extLst>
          </p:cNvPr>
          <p:cNvSpPr txBox="1"/>
          <p:nvPr/>
        </p:nvSpPr>
        <p:spPr>
          <a:xfrm>
            <a:off x="4628609" y="2283942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47" name="Groupe 46">
            <a:extLst>
              <a:ext uri="{FF2B5EF4-FFF2-40B4-BE49-F238E27FC236}">
                <a16:creationId xmlns:a16="http://schemas.microsoft.com/office/drawing/2014/main" id="{62E7E9B0-A8A3-C844-9D03-0AE47F0C0FBE}"/>
              </a:ext>
            </a:extLst>
          </p:cNvPr>
          <p:cNvGrpSpPr/>
          <p:nvPr/>
        </p:nvGrpSpPr>
        <p:grpSpPr>
          <a:xfrm>
            <a:off x="3567738" y="1191269"/>
            <a:ext cx="2770524" cy="1354907"/>
            <a:chOff x="336470" y="583726"/>
            <a:chExt cx="2770524" cy="1354907"/>
          </a:xfrm>
        </p:grpSpPr>
        <p:sp>
          <p:nvSpPr>
            <p:cNvPr id="48" name="Rounded Rectangle 2">
              <a:extLst>
                <a:ext uri="{FF2B5EF4-FFF2-40B4-BE49-F238E27FC236}">
                  <a16:creationId xmlns:a16="http://schemas.microsoft.com/office/drawing/2014/main" id="{6722E2F9-EF49-F347-A376-04B18C8C6E4E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49" name="Connecteur droit 48">
              <a:extLst>
                <a:ext uri="{FF2B5EF4-FFF2-40B4-BE49-F238E27FC236}">
                  <a16:creationId xmlns:a16="http://schemas.microsoft.com/office/drawing/2014/main" id="{B5E97FF9-48F2-1342-8E38-220903BA5722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Connecteur droit 49">
              <a:extLst>
                <a:ext uri="{FF2B5EF4-FFF2-40B4-BE49-F238E27FC236}">
                  <a16:creationId xmlns:a16="http://schemas.microsoft.com/office/drawing/2014/main" id="{46B6F24B-37E6-2A4F-BF1C-226DCB4472B4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1" name="ZoneTexte 50">
            <a:extLst>
              <a:ext uri="{FF2B5EF4-FFF2-40B4-BE49-F238E27FC236}">
                <a16:creationId xmlns:a16="http://schemas.microsoft.com/office/drawing/2014/main" id="{D7D8F991-85F3-4C4D-9F42-B723CE66801F}"/>
              </a:ext>
            </a:extLst>
          </p:cNvPr>
          <p:cNvSpPr txBox="1"/>
          <p:nvPr/>
        </p:nvSpPr>
        <p:spPr>
          <a:xfrm>
            <a:off x="3589200" y="1543075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{{POULE_D_1_EQ}}</a:t>
            </a:r>
          </a:p>
        </p:txBody>
      </p:sp>
      <p:sp>
        <p:nvSpPr>
          <p:cNvPr id="52" name="ZoneTexte 51">
            <a:extLst>
              <a:ext uri="{FF2B5EF4-FFF2-40B4-BE49-F238E27FC236}">
                <a16:creationId xmlns:a16="http://schemas.microsoft.com/office/drawing/2014/main" id="{E6390EA2-E809-B04F-9E44-B1B1DE9302A4}"/>
              </a:ext>
            </a:extLst>
          </p:cNvPr>
          <p:cNvSpPr txBox="1"/>
          <p:nvPr/>
        </p:nvSpPr>
        <p:spPr>
          <a:xfrm>
            <a:off x="3589200" y="1966704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{{POULE_D_3_EQ}}</a:t>
            </a:r>
          </a:p>
        </p:txBody>
      </p:sp>
      <p:cxnSp>
        <p:nvCxnSpPr>
          <p:cNvPr id="53" name="Connecteur droit 52">
            <a:extLst>
              <a:ext uri="{FF2B5EF4-FFF2-40B4-BE49-F238E27FC236}">
                <a16:creationId xmlns:a16="http://schemas.microsoft.com/office/drawing/2014/main" id="{006359E6-51C8-DB4C-AEA8-FF115C08C703}"/>
              </a:ext>
            </a:extLst>
          </p:cNvPr>
          <p:cNvCxnSpPr/>
          <p:nvPr/>
        </p:nvCxnSpPr>
        <p:spPr>
          <a:xfrm>
            <a:off x="3707179" y="176487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eur droit 53">
            <a:extLst>
              <a:ext uri="{FF2B5EF4-FFF2-40B4-BE49-F238E27FC236}">
                <a16:creationId xmlns:a16="http://schemas.microsoft.com/office/drawing/2014/main" id="{914BA920-9CFD-A74F-AFA7-F8E68D769BE2}"/>
              </a:ext>
            </a:extLst>
          </p:cNvPr>
          <p:cNvCxnSpPr/>
          <p:nvPr/>
        </p:nvCxnSpPr>
        <p:spPr>
          <a:xfrm>
            <a:off x="3707179" y="2196897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ZoneTexte 56">
            <a:extLst>
              <a:ext uri="{FF2B5EF4-FFF2-40B4-BE49-F238E27FC236}">
                <a16:creationId xmlns:a16="http://schemas.microsoft.com/office/drawing/2014/main" id="{A92AE725-EEFE-5C42-928A-644050212EE4}"/>
              </a:ext>
            </a:extLst>
          </p:cNvPr>
          <p:cNvSpPr txBox="1"/>
          <p:nvPr/>
        </p:nvSpPr>
        <p:spPr>
          <a:xfrm>
            <a:off x="4950709" y="2757161"/>
            <a:ext cx="138755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{{PD_M4_HEURE}}</a:t>
            </a:r>
          </a:p>
        </p:txBody>
      </p:sp>
      <p:sp>
        <p:nvSpPr>
          <p:cNvPr id="58" name="ZoneTexte 57">
            <a:extLst>
              <a:ext uri="{FF2B5EF4-FFF2-40B4-BE49-F238E27FC236}">
                <a16:creationId xmlns:a16="http://schemas.microsoft.com/office/drawing/2014/main" id="{2EF17EAD-D7EE-8648-BD5A-459941F359C3}"/>
              </a:ext>
            </a:extLst>
          </p:cNvPr>
          <p:cNvSpPr txBox="1"/>
          <p:nvPr/>
        </p:nvSpPr>
        <p:spPr>
          <a:xfrm>
            <a:off x="4713274" y="3309554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59" name="ZoneTexte 58">
            <a:extLst>
              <a:ext uri="{FF2B5EF4-FFF2-40B4-BE49-F238E27FC236}">
                <a16:creationId xmlns:a16="http://schemas.microsoft.com/office/drawing/2014/main" id="{0E8AD211-DDDA-7241-986E-E184A9A6D4BD}"/>
              </a:ext>
            </a:extLst>
          </p:cNvPr>
          <p:cNvSpPr txBox="1"/>
          <p:nvPr/>
        </p:nvSpPr>
        <p:spPr>
          <a:xfrm>
            <a:off x="4628609" y="3836475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60" name="Groupe 59">
            <a:extLst>
              <a:ext uri="{FF2B5EF4-FFF2-40B4-BE49-F238E27FC236}">
                <a16:creationId xmlns:a16="http://schemas.microsoft.com/office/drawing/2014/main" id="{24F1D3D7-813F-9945-8F78-346CB4A1133E}"/>
              </a:ext>
            </a:extLst>
          </p:cNvPr>
          <p:cNvGrpSpPr/>
          <p:nvPr/>
        </p:nvGrpSpPr>
        <p:grpSpPr>
          <a:xfrm>
            <a:off x="3567738" y="2743802"/>
            <a:ext cx="2770524" cy="1354907"/>
            <a:chOff x="336470" y="583726"/>
            <a:chExt cx="2770524" cy="1354907"/>
          </a:xfrm>
        </p:grpSpPr>
        <p:sp>
          <p:nvSpPr>
            <p:cNvPr id="61" name="Rounded Rectangle 2">
              <a:extLst>
                <a:ext uri="{FF2B5EF4-FFF2-40B4-BE49-F238E27FC236}">
                  <a16:creationId xmlns:a16="http://schemas.microsoft.com/office/drawing/2014/main" id="{6664D816-EBFD-D247-9A6C-58B9F3ECAE8E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62" name="Connecteur droit 61">
              <a:extLst>
                <a:ext uri="{FF2B5EF4-FFF2-40B4-BE49-F238E27FC236}">
                  <a16:creationId xmlns:a16="http://schemas.microsoft.com/office/drawing/2014/main" id="{5298B7E7-1567-B848-85FA-D5F3A99E993D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Connecteur droit 62">
              <a:extLst>
                <a:ext uri="{FF2B5EF4-FFF2-40B4-BE49-F238E27FC236}">
                  <a16:creationId xmlns:a16="http://schemas.microsoft.com/office/drawing/2014/main" id="{563009BB-303E-6F43-8D36-7F07C19A4591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4" name="ZoneTexte 63">
            <a:extLst>
              <a:ext uri="{FF2B5EF4-FFF2-40B4-BE49-F238E27FC236}">
                <a16:creationId xmlns:a16="http://schemas.microsoft.com/office/drawing/2014/main" id="{1938415F-9D42-5D42-AEE8-449687EBDE47}"/>
              </a:ext>
            </a:extLst>
          </p:cNvPr>
          <p:cNvSpPr txBox="1"/>
          <p:nvPr/>
        </p:nvSpPr>
        <p:spPr>
          <a:xfrm>
            <a:off x="3589200" y="3095608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{{POULE_D_4_EQ}}</a:t>
            </a:r>
          </a:p>
        </p:txBody>
      </p:sp>
      <p:sp>
        <p:nvSpPr>
          <p:cNvPr id="65" name="ZoneTexte 64">
            <a:extLst>
              <a:ext uri="{FF2B5EF4-FFF2-40B4-BE49-F238E27FC236}">
                <a16:creationId xmlns:a16="http://schemas.microsoft.com/office/drawing/2014/main" id="{86CA141B-4D44-D647-8CBA-65AE60268F7C}"/>
              </a:ext>
            </a:extLst>
          </p:cNvPr>
          <p:cNvSpPr txBox="1"/>
          <p:nvPr/>
        </p:nvSpPr>
        <p:spPr>
          <a:xfrm>
            <a:off x="3589200" y="3519237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{{POULE_D_2_EQ}}</a:t>
            </a:r>
          </a:p>
        </p:txBody>
      </p:sp>
      <p:cxnSp>
        <p:nvCxnSpPr>
          <p:cNvPr id="66" name="Connecteur droit 65">
            <a:extLst>
              <a:ext uri="{FF2B5EF4-FFF2-40B4-BE49-F238E27FC236}">
                <a16:creationId xmlns:a16="http://schemas.microsoft.com/office/drawing/2014/main" id="{1A7FCAE0-22B6-7A4E-AFA7-AA87E23FADD1}"/>
              </a:ext>
            </a:extLst>
          </p:cNvPr>
          <p:cNvCxnSpPr/>
          <p:nvPr/>
        </p:nvCxnSpPr>
        <p:spPr>
          <a:xfrm>
            <a:off x="3707179" y="331740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eur droit 66">
            <a:extLst>
              <a:ext uri="{FF2B5EF4-FFF2-40B4-BE49-F238E27FC236}">
                <a16:creationId xmlns:a16="http://schemas.microsoft.com/office/drawing/2014/main" id="{612A255A-EC44-894C-88A6-B10A676F5A0B}"/>
              </a:ext>
            </a:extLst>
          </p:cNvPr>
          <p:cNvCxnSpPr/>
          <p:nvPr/>
        </p:nvCxnSpPr>
        <p:spPr>
          <a:xfrm>
            <a:off x="3707179" y="3749430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ZoneTexte 69">
            <a:extLst>
              <a:ext uri="{FF2B5EF4-FFF2-40B4-BE49-F238E27FC236}">
                <a16:creationId xmlns:a16="http://schemas.microsoft.com/office/drawing/2014/main" id="{39D77668-E9D9-984A-850F-CCAAA7828FD8}"/>
              </a:ext>
            </a:extLst>
          </p:cNvPr>
          <p:cNvSpPr txBox="1"/>
          <p:nvPr/>
        </p:nvSpPr>
        <p:spPr>
          <a:xfrm>
            <a:off x="7838635" y="1204628"/>
            <a:ext cx="145730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{{PD_M5_HEURE}}</a:t>
            </a:r>
          </a:p>
        </p:txBody>
      </p:sp>
      <p:sp>
        <p:nvSpPr>
          <p:cNvPr id="71" name="ZoneTexte 70">
            <a:extLst>
              <a:ext uri="{FF2B5EF4-FFF2-40B4-BE49-F238E27FC236}">
                <a16:creationId xmlns:a16="http://schemas.microsoft.com/office/drawing/2014/main" id="{2378CCB7-062C-3A42-82E2-F8C401E159BA}"/>
              </a:ext>
            </a:extLst>
          </p:cNvPr>
          <p:cNvSpPr txBox="1"/>
          <p:nvPr/>
        </p:nvSpPr>
        <p:spPr>
          <a:xfrm>
            <a:off x="7670950" y="1757021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72" name="ZoneTexte 71">
            <a:extLst>
              <a:ext uri="{FF2B5EF4-FFF2-40B4-BE49-F238E27FC236}">
                <a16:creationId xmlns:a16="http://schemas.microsoft.com/office/drawing/2014/main" id="{9D6149A3-6EB8-AF44-92E2-618C7339DA52}"/>
              </a:ext>
            </a:extLst>
          </p:cNvPr>
          <p:cNvSpPr txBox="1"/>
          <p:nvPr/>
        </p:nvSpPr>
        <p:spPr>
          <a:xfrm>
            <a:off x="7586285" y="2283942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73" name="Groupe 72">
            <a:extLst>
              <a:ext uri="{FF2B5EF4-FFF2-40B4-BE49-F238E27FC236}">
                <a16:creationId xmlns:a16="http://schemas.microsoft.com/office/drawing/2014/main" id="{9987D3B0-549C-6E40-A6CF-5F6E6C4CE40A}"/>
              </a:ext>
            </a:extLst>
          </p:cNvPr>
          <p:cNvGrpSpPr/>
          <p:nvPr/>
        </p:nvGrpSpPr>
        <p:grpSpPr>
          <a:xfrm>
            <a:off x="6525414" y="1191269"/>
            <a:ext cx="2770524" cy="1354907"/>
            <a:chOff x="336470" y="583726"/>
            <a:chExt cx="2770524" cy="1354907"/>
          </a:xfrm>
        </p:grpSpPr>
        <p:sp>
          <p:nvSpPr>
            <p:cNvPr id="74" name="Rounded Rectangle 2">
              <a:extLst>
                <a:ext uri="{FF2B5EF4-FFF2-40B4-BE49-F238E27FC236}">
                  <a16:creationId xmlns:a16="http://schemas.microsoft.com/office/drawing/2014/main" id="{E6D3EE2E-8D43-F64F-A499-ABD12CC4081E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75" name="Connecteur droit 74">
              <a:extLst>
                <a:ext uri="{FF2B5EF4-FFF2-40B4-BE49-F238E27FC236}">
                  <a16:creationId xmlns:a16="http://schemas.microsoft.com/office/drawing/2014/main" id="{9CA2511E-1CC0-224A-85BC-A3E6CB0DCFE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Connecteur droit 75">
              <a:extLst>
                <a:ext uri="{FF2B5EF4-FFF2-40B4-BE49-F238E27FC236}">
                  <a16:creationId xmlns:a16="http://schemas.microsoft.com/office/drawing/2014/main" id="{7A23B077-D268-7F45-9F81-7FC3BE6FD372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7" name="ZoneTexte 76">
            <a:extLst>
              <a:ext uri="{FF2B5EF4-FFF2-40B4-BE49-F238E27FC236}">
                <a16:creationId xmlns:a16="http://schemas.microsoft.com/office/drawing/2014/main" id="{F76319DA-3A13-9149-AF23-B8CA3B551472}"/>
              </a:ext>
            </a:extLst>
          </p:cNvPr>
          <p:cNvSpPr txBox="1"/>
          <p:nvPr/>
        </p:nvSpPr>
        <p:spPr>
          <a:xfrm>
            <a:off x="6544800" y="1543075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{{POULE_D_1_EQ}}</a:t>
            </a:r>
          </a:p>
        </p:txBody>
      </p:sp>
      <p:sp>
        <p:nvSpPr>
          <p:cNvPr id="78" name="ZoneTexte 77">
            <a:extLst>
              <a:ext uri="{FF2B5EF4-FFF2-40B4-BE49-F238E27FC236}">
                <a16:creationId xmlns:a16="http://schemas.microsoft.com/office/drawing/2014/main" id="{95F3F264-008E-7F4D-AF6F-D44F047A9BFB}"/>
              </a:ext>
            </a:extLst>
          </p:cNvPr>
          <p:cNvSpPr txBox="1"/>
          <p:nvPr/>
        </p:nvSpPr>
        <p:spPr>
          <a:xfrm>
            <a:off x="6544800" y="1966704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{{POULE_D_2_EQ}}</a:t>
            </a:r>
          </a:p>
        </p:txBody>
      </p:sp>
      <p:cxnSp>
        <p:nvCxnSpPr>
          <p:cNvPr id="79" name="Connecteur droit 78">
            <a:extLst>
              <a:ext uri="{FF2B5EF4-FFF2-40B4-BE49-F238E27FC236}">
                <a16:creationId xmlns:a16="http://schemas.microsoft.com/office/drawing/2014/main" id="{29B005C4-8AF8-1541-92C4-268530461982}"/>
              </a:ext>
            </a:extLst>
          </p:cNvPr>
          <p:cNvCxnSpPr/>
          <p:nvPr/>
        </p:nvCxnSpPr>
        <p:spPr>
          <a:xfrm>
            <a:off x="6664855" y="176487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eur droit 79">
            <a:extLst>
              <a:ext uri="{FF2B5EF4-FFF2-40B4-BE49-F238E27FC236}">
                <a16:creationId xmlns:a16="http://schemas.microsoft.com/office/drawing/2014/main" id="{21925513-DBD5-2D48-999B-4066C42C6F6B}"/>
              </a:ext>
            </a:extLst>
          </p:cNvPr>
          <p:cNvCxnSpPr/>
          <p:nvPr/>
        </p:nvCxnSpPr>
        <p:spPr>
          <a:xfrm>
            <a:off x="6664855" y="2196897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ZoneTexte 82">
            <a:extLst>
              <a:ext uri="{FF2B5EF4-FFF2-40B4-BE49-F238E27FC236}">
                <a16:creationId xmlns:a16="http://schemas.microsoft.com/office/drawing/2014/main" id="{1EEACAE2-A82C-EE4B-BAB2-D9081098DB83}"/>
              </a:ext>
            </a:extLst>
          </p:cNvPr>
          <p:cNvSpPr txBox="1"/>
          <p:nvPr/>
        </p:nvSpPr>
        <p:spPr>
          <a:xfrm>
            <a:off x="7838635" y="2741514"/>
            <a:ext cx="145730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{{PD_M6_HEURE}}</a:t>
            </a:r>
          </a:p>
        </p:txBody>
      </p:sp>
      <p:sp>
        <p:nvSpPr>
          <p:cNvPr id="84" name="ZoneTexte 83">
            <a:extLst>
              <a:ext uri="{FF2B5EF4-FFF2-40B4-BE49-F238E27FC236}">
                <a16:creationId xmlns:a16="http://schemas.microsoft.com/office/drawing/2014/main" id="{2D7F23C6-D6BD-9B47-9A3C-C2AA0394C7B2}"/>
              </a:ext>
            </a:extLst>
          </p:cNvPr>
          <p:cNvSpPr txBox="1"/>
          <p:nvPr/>
        </p:nvSpPr>
        <p:spPr>
          <a:xfrm>
            <a:off x="7670950" y="3293907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85" name="ZoneTexte 84">
            <a:extLst>
              <a:ext uri="{FF2B5EF4-FFF2-40B4-BE49-F238E27FC236}">
                <a16:creationId xmlns:a16="http://schemas.microsoft.com/office/drawing/2014/main" id="{E887466C-206C-D64B-953E-821BDA01EE7C}"/>
              </a:ext>
            </a:extLst>
          </p:cNvPr>
          <p:cNvSpPr txBox="1"/>
          <p:nvPr/>
        </p:nvSpPr>
        <p:spPr>
          <a:xfrm>
            <a:off x="7586285" y="3820828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86" name="Groupe 85">
            <a:extLst>
              <a:ext uri="{FF2B5EF4-FFF2-40B4-BE49-F238E27FC236}">
                <a16:creationId xmlns:a16="http://schemas.microsoft.com/office/drawing/2014/main" id="{C2BD2A20-AA3B-2C43-B38D-F350C4EAADD8}"/>
              </a:ext>
            </a:extLst>
          </p:cNvPr>
          <p:cNvGrpSpPr/>
          <p:nvPr/>
        </p:nvGrpSpPr>
        <p:grpSpPr>
          <a:xfrm>
            <a:off x="6525414" y="2728155"/>
            <a:ext cx="2770524" cy="1354907"/>
            <a:chOff x="336470" y="583726"/>
            <a:chExt cx="2770524" cy="1354907"/>
          </a:xfrm>
        </p:grpSpPr>
        <p:sp>
          <p:nvSpPr>
            <p:cNvPr id="87" name="Rounded Rectangle 2">
              <a:extLst>
                <a:ext uri="{FF2B5EF4-FFF2-40B4-BE49-F238E27FC236}">
                  <a16:creationId xmlns:a16="http://schemas.microsoft.com/office/drawing/2014/main" id="{90DE40EC-DE50-8248-901B-B045B5D7CC79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88" name="Connecteur droit 87">
              <a:extLst>
                <a:ext uri="{FF2B5EF4-FFF2-40B4-BE49-F238E27FC236}">
                  <a16:creationId xmlns:a16="http://schemas.microsoft.com/office/drawing/2014/main" id="{B59905EC-A12E-7046-9E3B-0DDB41492C7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Connecteur droit 88">
              <a:extLst>
                <a:ext uri="{FF2B5EF4-FFF2-40B4-BE49-F238E27FC236}">
                  <a16:creationId xmlns:a16="http://schemas.microsoft.com/office/drawing/2014/main" id="{4A9912D7-4756-414F-A0B1-CD0EF0947EDB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0" name="ZoneTexte 89">
            <a:extLst>
              <a:ext uri="{FF2B5EF4-FFF2-40B4-BE49-F238E27FC236}">
                <a16:creationId xmlns:a16="http://schemas.microsoft.com/office/drawing/2014/main" id="{B638B146-29B3-EF4F-A6C0-93D4ACB0EA96}"/>
              </a:ext>
            </a:extLst>
          </p:cNvPr>
          <p:cNvSpPr txBox="1"/>
          <p:nvPr/>
        </p:nvSpPr>
        <p:spPr>
          <a:xfrm>
            <a:off x="6544800" y="3079961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{{POULE_D_3_EQ}}</a:t>
            </a:r>
          </a:p>
        </p:txBody>
      </p:sp>
      <p:sp>
        <p:nvSpPr>
          <p:cNvPr id="91" name="ZoneTexte 90">
            <a:extLst>
              <a:ext uri="{FF2B5EF4-FFF2-40B4-BE49-F238E27FC236}">
                <a16:creationId xmlns:a16="http://schemas.microsoft.com/office/drawing/2014/main" id="{356B77AD-F697-844C-A47C-C175ACAC7F50}"/>
              </a:ext>
            </a:extLst>
          </p:cNvPr>
          <p:cNvSpPr txBox="1"/>
          <p:nvPr/>
        </p:nvSpPr>
        <p:spPr>
          <a:xfrm>
            <a:off x="6544800" y="3503590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{{POULE_D_4_EQ}}</a:t>
            </a:r>
          </a:p>
        </p:txBody>
      </p:sp>
      <p:cxnSp>
        <p:nvCxnSpPr>
          <p:cNvPr id="92" name="Connecteur droit 91">
            <a:extLst>
              <a:ext uri="{FF2B5EF4-FFF2-40B4-BE49-F238E27FC236}">
                <a16:creationId xmlns:a16="http://schemas.microsoft.com/office/drawing/2014/main" id="{2B2A62CE-20F5-5642-8C50-7C03CA1D5CF8}"/>
              </a:ext>
            </a:extLst>
          </p:cNvPr>
          <p:cNvCxnSpPr/>
          <p:nvPr/>
        </p:nvCxnSpPr>
        <p:spPr>
          <a:xfrm>
            <a:off x="6664855" y="3301757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eur droit 92">
            <a:extLst>
              <a:ext uri="{FF2B5EF4-FFF2-40B4-BE49-F238E27FC236}">
                <a16:creationId xmlns:a16="http://schemas.microsoft.com/office/drawing/2014/main" id="{E016F092-2E9F-A042-BCEA-F6EF67CA5B23}"/>
              </a:ext>
            </a:extLst>
          </p:cNvPr>
          <p:cNvCxnSpPr/>
          <p:nvPr/>
        </p:nvCxnSpPr>
        <p:spPr>
          <a:xfrm>
            <a:off x="6664855" y="3733783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94" name="Tableau 154">
            <a:extLst>
              <a:ext uri="{FF2B5EF4-FFF2-40B4-BE49-F238E27FC236}">
                <a16:creationId xmlns:a16="http://schemas.microsoft.com/office/drawing/2014/main" id="{B1AF19C9-7C1C-5145-8050-2A8C1F0C52FB}"/>
              </a:ext>
            </a:extLst>
          </p:cNvPr>
          <p:cNvGraphicFramePr>
            <a:graphicFrameLocks noGrp="1"/>
          </p:cNvGraphicFramePr>
          <p:nvPr/>
        </p:nvGraphicFramePr>
        <p:xfrm>
          <a:off x="739678" y="4705373"/>
          <a:ext cx="8426644" cy="126492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4706412">
                  <a:extLst>
                    <a:ext uri="{9D8B030D-6E8A-4147-A177-3AD203B41FA5}">
                      <a16:colId xmlns:a16="http://schemas.microsoft.com/office/drawing/2014/main" val="259936016"/>
                    </a:ext>
                  </a:extLst>
                </a:gridCol>
                <a:gridCol w="975360">
                  <a:extLst>
                    <a:ext uri="{9D8B030D-6E8A-4147-A177-3AD203B41FA5}">
                      <a16:colId xmlns:a16="http://schemas.microsoft.com/office/drawing/2014/main" val="835005734"/>
                    </a:ext>
                  </a:extLst>
                </a:gridCol>
                <a:gridCol w="897172">
                  <a:extLst>
                    <a:ext uri="{9D8B030D-6E8A-4147-A177-3AD203B41FA5}">
                      <a16:colId xmlns:a16="http://schemas.microsoft.com/office/drawing/2014/main" val="2438221648"/>
                    </a:ext>
                  </a:extLst>
                </a:gridCol>
                <a:gridCol w="687788">
                  <a:extLst>
                    <a:ext uri="{9D8B030D-6E8A-4147-A177-3AD203B41FA5}">
                      <a16:colId xmlns:a16="http://schemas.microsoft.com/office/drawing/2014/main" val="4275197807"/>
                    </a:ext>
                  </a:extLst>
                </a:gridCol>
                <a:gridCol w="1159912">
                  <a:extLst>
                    <a:ext uri="{9D8B030D-6E8A-4147-A177-3AD203B41FA5}">
                      <a16:colId xmlns:a16="http://schemas.microsoft.com/office/drawing/2014/main" val="3380834670"/>
                    </a:ext>
                  </a:extLst>
                </a:gridCol>
              </a:tblGrid>
              <a:tr h="232249"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ÉQUIPE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VICTOIRES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DÉFAITES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JEUX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CLASSEMENT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1446954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{{POULE_D_1_EQ}}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1826266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{{POULE_D_2_EQ}}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84674671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{{POULE_D_3_EQ}}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42694057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{{POULE_D_4_EQ}}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553423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584141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3912C2F0-2A42-FB4E-A47A-AC7BC56BC50A}"/>
              </a:ext>
            </a:extLst>
          </p:cNvPr>
          <p:cNvSpPr txBox="1"/>
          <p:nvPr/>
        </p:nvSpPr>
        <p:spPr>
          <a:xfrm>
            <a:off x="345600" y="702185"/>
            <a:ext cx="113640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{{H1_CODE}}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5F2AB4DE-8DC9-C241-AB61-34B919DD8121}"/>
              </a:ext>
            </a:extLst>
          </p:cNvPr>
          <p:cNvSpPr txBox="1"/>
          <p:nvPr/>
        </p:nvSpPr>
        <p:spPr>
          <a:xfrm>
            <a:off x="327342" y="702185"/>
            <a:ext cx="277965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{{H1_TERRAIN}}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7858CB23-AA0E-5A46-8B3A-601D41D37DB1}"/>
              </a:ext>
            </a:extLst>
          </p:cNvPr>
          <p:cNvSpPr txBox="1"/>
          <p:nvPr/>
        </p:nvSpPr>
        <p:spPr>
          <a:xfrm>
            <a:off x="1688091" y="702185"/>
            <a:ext cx="141479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{{H1_HEURE}}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A961BC30-BA89-6745-86C8-749B7D565F46}"/>
              </a:ext>
            </a:extLst>
          </p:cNvPr>
          <p:cNvSpPr txBox="1"/>
          <p:nvPr/>
        </p:nvSpPr>
        <p:spPr>
          <a:xfrm>
            <a:off x="1482006" y="1254578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ACF35F1D-97C6-EB4E-9F01-79F68ED13BDB}"/>
              </a:ext>
            </a:extLst>
          </p:cNvPr>
          <p:cNvSpPr txBox="1"/>
          <p:nvPr/>
        </p:nvSpPr>
        <p:spPr>
          <a:xfrm>
            <a:off x="1397341" y="1781499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8" name="Groupe 7">
            <a:extLst>
              <a:ext uri="{FF2B5EF4-FFF2-40B4-BE49-F238E27FC236}">
                <a16:creationId xmlns:a16="http://schemas.microsoft.com/office/drawing/2014/main" id="{0A8F35AF-0BCE-9747-BB17-8C96AB4D9E25}"/>
              </a:ext>
            </a:extLst>
          </p:cNvPr>
          <p:cNvGrpSpPr/>
          <p:nvPr/>
        </p:nvGrpSpPr>
        <p:grpSpPr>
          <a:xfrm>
            <a:off x="336470" y="688826"/>
            <a:ext cx="2770524" cy="1354907"/>
            <a:chOff x="336470" y="583726"/>
            <a:chExt cx="2770524" cy="1354907"/>
          </a:xfrm>
        </p:grpSpPr>
        <p:sp>
          <p:nvSpPr>
            <p:cNvPr id="9" name="Rounded Rectangle 2">
              <a:extLst>
                <a:ext uri="{FF2B5EF4-FFF2-40B4-BE49-F238E27FC236}">
                  <a16:creationId xmlns:a16="http://schemas.microsoft.com/office/drawing/2014/main" id="{7D813874-CB8D-1F41-99FA-6CF8D30E5341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0" name="Connecteur droit 9">
              <a:extLst>
                <a:ext uri="{FF2B5EF4-FFF2-40B4-BE49-F238E27FC236}">
                  <a16:creationId xmlns:a16="http://schemas.microsoft.com/office/drawing/2014/main" id="{FA62589C-13B3-984A-B486-10A44E98075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necteur droit 10">
              <a:extLst>
                <a:ext uri="{FF2B5EF4-FFF2-40B4-BE49-F238E27FC236}">
                  <a16:creationId xmlns:a16="http://schemas.microsoft.com/office/drawing/2014/main" id="{80DC2231-6487-B547-9820-7F8195F08085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ZoneTexte 11">
            <a:extLst>
              <a:ext uri="{FF2B5EF4-FFF2-40B4-BE49-F238E27FC236}">
                <a16:creationId xmlns:a16="http://schemas.microsoft.com/office/drawing/2014/main" id="{DE749611-CA8D-C546-8ED3-D694AF18B39D}"/>
              </a:ext>
            </a:extLst>
          </p:cNvPr>
          <p:cNvSpPr txBox="1"/>
          <p:nvPr/>
        </p:nvSpPr>
        <p:spPr>
          <a:xfrm>
            <a:off x="349200" y="1040632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{{H1_EQ1}}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649BBF84-F7FD-9646-82CB-64DE5019C715}"/>
              </a:ext>
            </a:extLst>
          </p:cNvPr>
          <p:cNvSpPr txBox="1"/>
          <p:nvPr/>
        </p:nvSpPr>
        <p:spPr>
          <a:xfrm>
            <a:off x="302400" y="1464261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{{SECOND_POULE_A}}</a:t>
            </a:r>
          </a:p>
        </p:txBody>
      </p:sp>
      <p:cxnSp>
        <p:nvCxnSpPr>
          <p:cNvPr id="17" name="Connecteur droit 16">
            <a:extLst>
              <a:ext uri="{FF2B5EF4-FFF2-40B4-BE49-F238E27FC236}">
                <a16:creationId xmlns:a16="http://schemas.microsoft.com/office/drawing/2014/main" id="{609771E4-5620-B140-A830-968C3DD33C60}"/>
              </a:ext>
            </a:extLst>
          </p:cNvPr>
          <p:cNvCxnSpPr/>
          <p:nvPr/>
        </p:nvCxnSpPr>
        <p:spPr>
          <a:xfrm>
            <a:off x="475911" y="1262428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eur droit 17">
            <a:extLst>
              <a:ext uri="{FF2B5EF4-FFF2-40B4-BE49-F238E27FC236}">
                <a16:creationId xmlns:a16="http://schemas.microsoft.com/office/drawing/2014/main" id="{730E3188-0540-7247-8DAC-6D549DC63D85}"/>
              </a:ext>
            </a:extLst>
          </p:cNvPr>
          <p:cNvCxnSpPr/>
          <p:nvPr/>
        </p:nvCxnSpPr>
        <p:spPr>
          <a:xfrm>
            <a:off x="475911" y="169445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0" name="Groupe 19">
            <a:extLst>
              <a:ext uri="{FF2B5EF4-FFF2-40B4-BE49-F238E27FC236}">
                <a16:creationId xmlns:a16="http://schemas.microsoft.com/office/drawing/2014/main" id="{06A5D020-E631-D848-843A-350DB93F6C9D}"/>
              </a:ext>
            </a:extLst>
          </p:cNvPr>
          <p:cNvGrpSpPr/>
          <p:nvPr/>
        </p:nvGrpSpPr>
        <p:grpSpPr>
          <a:xfrm>
            <a:off x="3106994" y="1366279"/>
            <a:ext cx="460743" cy="1572640"/>
            <a:chOff x="3106994" y="4308380"/>
            <a:chExt cx="460743" cy="1572640"/>
          </a:xfrm>
        </p:grpSpPr>
        <p:cxnSp>
          <p:nvCxnSpPr>
            <p:cNvPr id="21" name="Connecteur droit 20">
              <a:extLst>
                <a:ext uri="{FF2B5EF4-FFF2-40B4-BE49-F238E27FC236}">
                  <a16:creationId xmlns:a16="http://schemas.microsoft.com/office/drawing/2014/main" id="{916E313C-B7C7-7244-A551-0549310D34D2}"/>
                </a:ext>
              </a:extLst>
            </p:cNvPr>
            <p:cNvCxnSpPr>
              <a:cxnSpLocks/>
            </p:cNvCxnSpPr>
            <p:nvPr/>
          </p:nvCxnSpPr>
          <p:spPr>
            <a:xfrm>
              <a:off x="3106994" y="4308380"/>
              <a:ext cx="239968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necteur droit 21">
              <a:extLst>
                <a:ext uri="{FF2B5EF4-FFF2-40B4-BE49-F238E27FC236}">
                  <a16:creationId xmlns:a16="http://schemas.microsoft.com/office/drawing/2014/main" id="{02683265-9266-B84C-8BEA-54CF85FF8259}"/>
                </a:ext>
              </a:extLst>
            </p:cNvPr>
            <p:cNvCxnSpPr>
              <a:cxnSpLocks/>
            </p:cNvCxnSpPr>
            <p:nvPr/>
          </p:nvCxnSpPr>
          <p:spPr>
            <a:xfrm>
              <a:off x="3106994" y="5881019"/>
              <a:ext cx="239968" cy="1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necteur droit 22">
              <a:extLst>
                <a:ext uri="{FF2B5EF4-FFF2-40B4-BE49-F238E27FC236}">
                  <a16:creationId xmlns:a16="http://schemas.microsoft.com/office/drawing/2014/main" id="{D0E54234-D279-3244-9054-CEABBA6F0C9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42397" y="4308380"/>
              <a:ext cx="0" cy="157264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Connecteur droit 23">
              <a:extLst>
                <a:ext uri="{FF2B5EF4-FFF2-40B4-BE49-F238E27FC236}">
                  <a16:creationId xmlns:a16="http://schemas.microsoft.com/office/drawing/2014/main" id="{EDA922D6-B6D0-FC43-8867-DCF0EAFEB1BD}"/>
                </a:ext>
              </a:extLst>
            </p:cNvPr>
            <p:cNvCxnSpPr>
              <a:cxnSpLocks/>
            </p:cNvCxnSpPr>
            <p:nvPr/>
          </p:nvCxnSpPr>
          <p:spPr>
            <a:xfrm>
              <a:off x="3342397" y="5054505"/>
              <a:ext cx="225340" cy="0"/>
            </a:xfrm>
            <a:prstGeom prst="line">
              <a:avLst/>
            </a:prstGeom>
            <a:ln w="9525">
              <a:solidFill>
                <a:schemeClr val="tx1"/>
              </a:solidFill>
              <a:tailEnd type="arrow" w="sm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9" name="ZoneTexte 28">
            <a:extLst>
              <a:ext uri="{FF2B5EF4-FFF2-40B4-BE49-F238E27FC236}">
                <a16:creationId xmlns:a16="http://schemas.microsoft.com/office/drawing/2014/main" id="{24736556-A7B3-D943-B9BB-2F01B06592F5}"/>
              </a:ext>
            </a:extLst>
          </p:cNvPr>
          <p:cNvSpPr txBox="1"/>
          <p:nvPr/>
        </p:nvSpPr>
        <p:spPr>
          <a:xfrm>
            <a:off x="345600" y="2271000"/>
            <a:ext cx="105174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{{H2_CODE}}</a:t>
            </a:r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CB1A0634-4D40-F44E-96DD-90CAC34485C7}"/>
              </a:ext>
            </a:extLst>
          </p:cNvPr>
          <p:cNvSpPr txBox="1"/>
          <p:nvPr/>
        </p:nvSpPr>
        <p:spPr>
          <a:xfrm>
            <a:off x="336471" y="2271000"/>
            <a:ext cx="275683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{{H2_TERRAIN}}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31" name="ZoneTexte 30">
            <a:extLst>
              <a:ext uri="{FF2B5EF4-FFF2-40B4-BE49-F238E27FC236}">
                <a16:creationId xmlns:a16="http://schemas.microsoft.com/office/drawing/2014/main" id="{04E8E58D-229C-F448-8D80-E5DB0D3C6352}"/>
              </a:ext>
            </a:extLst>
          </p:cNvPr>
          <p:cNvSpPr txBox="1"/>
          <p:nvPr/>
        </p:nvSpPr>
        <p:spPr>
          <a:xfrm>
            <a:off x="1895869" y="2271000"/>
            <a:ext cx="120656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{{H2_HEURE}}</a:t>
            </a:r>
          </a:p>
        </p:txBody>
      </p:sp>
      <p:sp>
        <p:nvSpPr>
          <p:cNvPr id="33" name="ZoneTexte 32">
            <a:extLst>
              <a:ext uri="{FF2B5EF4-FFF2-40B4-BE49-F238E27FC236}">
                <a16:creationId xmlns:a16="http://schemas.microsoft.com/office/drawing/2014/main" id="{BE860D4B-5FA2-0949-8C1F-DBB6974DD0A4}"/>
              </a:ext>
            </a:extLst>
          </p:cNvPr>
          <p:cNvSpPr txBox="1"/>
          <p:nvPr/>
        </p:nvSpPr>
        <p:spPr>
          <a:xfrm>
            <a:off x="1477442" y="2823393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34" name="ZoneTexte 33">
            <a:extLst>
              <a:ext uri="{FF2B5EF4-FFF2-40B4-BE49-F238E27FC236}">
                <a16:creationId xmlns:a16="http://schemas.microsoft.com/office/drawing/2014/main" id="{373BF26C-CB2F-A642-8062-13614E208371}"/>
              </a:ext>
            </a:extLst>
          </p:cNvPr>
          <p:cNvSpPr txBox="1"/>
          <p:nvPr/>
        </p:nvSpPr>
        <p:spPr>
          <a:xfrm>
            <a:off x="1392777" y="3350314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35" name="Groupe 34">
            <a:extLst>
              <a:ext uri="{FF2B5EF4-FFF2-40B4-BE49-F238E27FC236}">
                <a16:creationId xmlns:a16="http://schemas.microsoft.com/office/drawing/2014/main" id="{D936EF91-D683-A74E-8FD1-99A5F380683D}"/>
              </a:ext>
            </a:extLst>
          </p:cNvPr>
          <p:cNvGrpSpPr/>
          <p:nvPr/>
        </p:nvGrpSpPr>
        <p:grpSpPr>
          <a:xfrm>
            <a:off x="331906" y="2257641"/>
            <a:ext cx="2770524" cy="1354907"/>
            <a:chOff x="336470" y="583726"/>
            <a:chExt cx="2770524" cy="1354907"/>
          </a:xfrm>
        </p:grpSpPr>
        <p:sp>
          <p:nvSpPr>
            <p:cNvPr id="38" name="Rounded Rectangle 2">
              <a:extLst>
                <a:ext uri="{FF2B5EF4-FFF2-40B4-BE49-F238E27FC236}">
                  <a16:creationId xmlns:a16="http://schemas.microsoft.com/office/drawing/2014/main" id="{1E8A6ECF-50CB-AE43-B7F5-0C853C38A9EA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39" name="Connecteur droit 38">
              <a:extLst>
                <a:ext uri="{FF2B5EF4-FFF2-40B4-BE49-F238E27FC236}">
                  <a16:creationId xmlns:a16="http://schemas.microsoft.com/office/drawing/2014/main" id="{D060424E-58B6-5B41-84AF-3BEEE034C4E1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Connecteur droit 39">
              <a:extLst>
                <a:ext uri="{FF2B5EF4-FFF2-40B4-BE49-F238E27FC236}">
                  <a16:creationId xmlns:a16="http://schemas.microsoft.com/office/drawing/2014/main" id="{8298C192-E41E-164A-B8C9-99CB5396B938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ZoneTexte 35">
            <a:extLst>
              <a:ext uri="{FF2B5EF4-FFF2-40B4-BE49-F238E27FC236}">
                <a16:creationId xmlns:a16="http://schemas.microsoft.com/office/drawing/2014/main" id="{6E95E34C-38E1-FA41-9B40-FD5D057D482A}"/>
              </a:ext>
            </a:extLst>
          </p:cNvPr>
          <p:cNvSpPr txBox="1"/>
          <p:nvPr/>
        </p:nvSpPr>
        <p:spPr>
          <a:xfrm>
            <a:off x="349200" y="2609447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{{H2_EQ1}}</a:t>
            </a:r>
          </a:p>
        </p:txBody>
      </p:sp>
      <p:sp>
        <p:nvSpPr>
          <p:cNvPr id="37" name="ZoneTexte 36">
            <a:extLst>
              <a:ext uri="{FF2B5EF4-FFF2-40B4-BE49-F238E27FC236}">
                <a16:creationId xmlns:a16="http://schemas.microsoft.com/office/drawing/2014/main" id="{FD56B25F-6EEC-DB4C-BC89-205E72055471}"/>
              </a:ext>
            </a:extLst>
          </p:cNvPr>
          <p:cNvSpPr txBox="1"/>
          <p:nvPr/>
        </p:nvSpPr>
        <p:spPr>
          <a:xfrm>
            <a:off x="302400" y="3033076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{{WIN_POULE_D}}</a:t>
            </a:r>
          </a:p>
        </p:txBody>
      </p:sp>
      <p:cxnSp>
        <p:nvCxnSpPr>
          <p:cNvPr id="27" name="Connecteur droit 26">
            <a:extLst>
              <a:ext uri="{FF2B5EF4-FFF2-40B4-BE49-F238E27FC236}">
                <a16:creationId xmlns:a16="http://schemas.microsoft.com/office/drawing/2014/main" id="{33C0B027-9788-C544-BECF-24176B4F24C4}"/>
              </a:ext>
            </a:extLst>
          </p:cNvPr>
          <p:cNvCxnSpPr/>
          <p:nvPr/>
        </p:nvCxnSpPr>
        <p:spPr>
          <a:xfrm>
            <a:off x="471347" y="2831243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eur droit 27">
            <a:extLst>
              <a:ext uri="{FF2B5EF4-FFF2-40B4-BE49-F238E27FC236}">
                <a16:creationId xmlns:a16="http://schemas.microsoft.com/office/drawing/2014/main" id="{81371FBE-9BC3-0240-9F39-55DCE61CA48C}"/>
              </a:ext>
            </a:extLst>
          </p:cNvPr>
          <p:cNvCxnSpPr/>
          <p:nvPr/>
        </p:nvCxnSpPr>
        <p:spPr>
          <a:xfrm>
            <a:off x="471347" y="3263269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ZoneTexte 44">
            <a:extLst>
              <a:ext uri="{FF2B5EF4-FFF2-40B4-BE49-F238E27FC236}">
                <a16:creationId xmlns:a16="http://schemas.microsoft.com/office/drawing/2014/main" id="{D61BDC4A-E6D4-2F41-B5EF-B4F0A6D23CD2}"/>
              </a:ext>
            </a:extLst>
          </p:cNvPr>
          <p:cNvSpPr txBox="1"/>
          <p:nvPr/>
        </p:nvSpPr>
        <p:spPr>
          <a:xfrm>
            <a:off x="345600" y="3847463"/>
            <a:ext cx="104261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{{H3_CODE}}</a:t>
            </a:r>
          </a:p>
        </p:txBody>
      </p:sp>
      <p:sp>
        <p:nvSpPr>
          <p:cNvPr id="46" name="ZoneTexte 45">
            <a:extLst>
              <a:ext uri="{FF2B5EF4-FFF2-40B4-BE49-F238E27FC236}">
                <a16:creationId xmlns:a16="http://schemas.microsoft.com/office/drawing/2014/main" id="{1949FF2A-29BE-8242-99DE-1A7686291175}"/>
              </a:ext>
            </a:extLst>
          </p:cNvPr>
          <p:cNvSpPr txBox="1"/>
          <p:nvPr/>
        </p:nvSpPr>
        <p:spPr>
          <a:xfrm>
            <a:off x="345600" y="3847463"/>
            <a:ext cx="275682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{{H3_TERRAIN}}</a:t>
            </a:r>
          </a:p>
        </p:txBody>
      </p:sp>
      <p:sp>
        <p:nvSpPr>
          <p:cNvPr id="47" name="ZoneTexte 46">
            <a:extLst>
              <a:ext uri="{FF2B5EF4-FFF2-40B4-BE49-F238E27FC236}">
                <a16:creationId xmlns:a16="http://schemas.microsoft.com/office/drawing/2014/main" id="{789B6E7D-0ACE-D54A-BEC3-8D124E0FF8E0}"/>
              </a:ext>
            </a:extLst>
          </p:cNvPr>
          <p:cNvSpPr txBox="1"/>
          <p:nvPr/>
        </p:nvSpPr>
        <p:spPr>
          <a:xfrm>
            <a:off x="1981688" y="3847463"/>
            <a:ext cx="112074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{{H3_HEURE}}</a:t>
            </a:r>
          </a:p>
        </p:txBody>
      </p:sp>
      <p:sp>
        <p:nvSpPr>
          <p:cNvPr id="49" name="ZoneTexte 48">
            <a:extLst>
              <a:ext uri="{FF2B5EF4-FFF2-40B4-BE49-F238E27FC236}">
                <a16:creationId xmlns:a16="http://schemas.microsoft.com/office/drawing/2014/main" id="{25F25A30-419A-5043-98D2-AB822CC41492}"/>
              </a:ext>
            </a:extLst>
          </p:cNvPr>
          <p:cNvSpPr txBox="1"/>
          <p:nvPr/>
        </p:nvSpPr>
        <p:spPr>
          <a:xfrm>
            <a:off x="1477442" y="4399856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50" name="ZoneTexte 49">
            <a:extLst>
              <a:ext uri="{FF2B5EF4-FFF2-40B4-BE49-F238E27FC236}">
                <a16:creationId xmlns:a16="http://schemas.microsoft.com/office/drawing/2014/main" id="{7A1E7F85-AC2C-1846-A6D9-8EBE1787AD21}"/>
              </a:ext>
            </a:extLst>
          </p:cNvPr>
          <p:cNvSpPr txBox="1"/>
          <p:nvPr/>
        </p:nvSpPr>
        <p:spPr>
          <a:xfrm>
            <a:off x="1392777" y="4926777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sp>
        <p:nvSpPr>
          <p:cNvPr id="54" name="Rounded Rectangle 2">
            <a:extLst>
              <a:ext uri="{FF2B5EF4-FFF2-40B4-BE49-F238E27FC236}">
                <a16:creationId xmlns:a16="http://schemas.microsoft.com/office/drawing/2014/main" id="{B72B1995-9DF8-544F-97A7-3546FF5A18F2}"/>
              </a:ext>
            </a:extLst>
          </p:cNvPr>
          <p:cNvSpPr/>
          <p:nvPr/>
        </p:nvSpPr>
        <p:spPr>
          <a:xfrm>
            <a:off x="331906" y="3834104"/>
            <a:ext cx="2770524" cy="1354907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cxnSp>
        <p:nvCxnSpPr>
          <p:cNvPr id="55" name="Connecteur droit 54">
            <a:extLst>
              <a:ext uri="{FF2B5EF4-FFF2-40B4-BE49-F238E27FC236}">
                <a16:creationId xmlns:a16="http://schemas.microsoft.com/office/drawing/2014/main" id="{936D0852-9F6C-464D-A746-1C8953186F39}"/>
              </a:ext>
            </a:extLst>
          </p:cNvPr>
          <p:cNvCxnSpPr>
            <a:cxnSpLocks/>
          </p:cNvCxnSpPr>
          <p:nvPr/>
        </p:nvCxnSpPr>
        <p:spPr>
          <a:xfrm>
            <a:off x="331906" y="4096779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eur droit 55">
            <a:extLst>
              <a:ext uri="{FF2B5EF4-FFF2-40B4-BE49-F238E27FC236}">
                <a16:creationId xmlns:a16="http://schemas.microsoft.com/office/drawing/2014/main" id="{CE97A6C0-FEBA-D146-AC85-E4C52C9A8DD8}"/>
              </a:ext>
            </a:extLst>
          </p:cNvPr>
          <p:cNvCxnSpPr>
            <a:cxnSpLocks/>
          </p:cNvCxnSpPr>
          <p:nvPr/>
        </p:nvCxnSpPr>
        <p:spPr>
          <a:xfrm>
            <a:off x="331906" y="4930912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ZoneTexte 51">
            <a:extLst>
              <a:ext uri="{FF2B5EF4-FFF2-40B4-BE49-F238E27FC236}">
                <a16:creationId xmlns:a16="http://schemas.microsoft.com/office/drawing/2014/main" id="{C2A9E468-840B-984C-BE1B-7859B1027AA0}"/>
              </a:ext>
            </a:extLst>
          </p:cNvPr>
          <p:cNvSpPr txBox="1"/>
          <p:nvPr/>
        </p:nvSpPr>
        <p:spPr>
          <a:xfrm>
            <a:off x="349200" y="4185910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{{H3_EQ1}}</a:t>
            </a:r>
          </a:p>
        </p:txBody>
      </p:sp>
      <p:sp>
        <p:nvSpPr>
          <p:cNvPr id="53" name="ZoneTexte 52">
            <a:extLst>
              <a:ext uri="{FF2B5EF4-FFF2-40B4-BE49-F238E27FC236}">
                <a16:creationId xmlns:a16="http://schemas.microsoft.com/office/drawing/2014/main" id="{19358C84-D947-9545-A25A-1009F77AD633}"/>
              </a:ext>
            </a:extLst>
          </p:cNvPr>
          <p:cNvSpPr txBox="1"/>
          <p:nvPr/>
        </p:nvSpPr>
        <p:spPr>
          <a:xfrm>
            <a:off x="302400" y="460953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{{SECOND_POULE_B}}</a:t>
            </a:r>
          </a:p>
        </p:txBody>
      </p:sp>
      <p:cxnSp>
        <p:nvCxnSpPr>
          <p:cNvPr id="43" name="Connecteur droit 42">
            <a:extLst>
              <a:ext uri="{FF2B5EF4-FFF2-40B4-BE49-F238E27FC236}">
                <a16:creationId xmlns:a16="http://schemas.microsoft.com/office/drawing/2014/main" id="{52CAE22C-BB05-3F42-8594-8AF82F70CE9F}"/>
              </a:ext>
            </a:extLst>
          </p:cNvPr>
          <p:cNvCxnSpPr/>
          <p:nvPr/>
        </p:nvCxnSpPr>
        <p:spPr>
          <a:xfrm>
            <a:off x="471347" y="4407706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eur droit 43">
            <a:extLst>
              <a:ext uri="{FF2B5EF4-FFF2-40B4-BE49-F238E27FC236}">
                <a16:creationId xmlns:a16="http://schemas.microsoft.com/office/drawing/2014/main" id="{AB84090C-C1EF-E94D-B5C7-3B9DB4D301D8}"/>
              </a:ext>
            </a:extLst>
          </p:cNvPr>
          <p:cNvCxnSpPr/>
          <p:nvPr/>
        </p:nvCxnSpPr>
        <p:spPr>
          <a:xfrm>
            <a:off x="471347" y="4839732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7" name="Groupe 56">
            <a:extLst>
              <a:ext uri="{FF2B5EF4-FFF2-40B4-BE49-F238E27FC236}">
                <a16:creationId xmlns:a16="http://schemas.microsoft.com/office/drawing/2014/main" id="{CAEC0BDF-4FD8-1245-B37D-A1657EFB6E08}"/>
              </a:ext>
            </a:extLst>
          </p:cNvPr>
          <p:cNvGrpSpPr/>
          <p:nvPr/>
        </p:nvGrpSpPr>
        <p:grpSpPr>
          <a:xfrm>
            <a:off x="3102430" y="4515272"/>
            <a:ext cx="460743" cy="1572640"/>
            <a:chOff x="3106994" y="4308380"/>
            <a:chExt cx="460743" cy="1572640"/>
          </a:xfrm>
        </p:grpSpPr>
        <p:cxnSp>
          <p:nvCxnSpPr>
            <p:cNvPr id="58" name="Connecteur droit 57">
              <a:extLst>
                <a:ext uri="{FF2B5EF4-FFF2-40B4-BE49-F238E27FC236}">
                  <a16:creationId xmlns:a16="http://schemas.microsoft.com/office/drawing/2014/main" id="{EB5C8204-FC14-FE45-9C99-674A1524C257}"/>
                </a:ext>
              </a:extLst>
            </p:cNvPr>
            <p:cNvCxnSpPr>
              <a:cxnSpLocks/>
            </p:cNvCxnSpPr>
            <p:nvPr/>
          </p:nvCxnSpPr>
          <p:spPr>
            <a:xfrm>
              <a:off x="3106994" y="4308380"/>
              <a:ext cx="239968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Connecteur droit 58">
              <a:extLst>
                <a:ext uri="{FF2B5EF4-FFF2-40B4-BE49-F238E27FC236}">
                  <a16:creationId xmlns:a16="http://schemas.microsoft.com/office/drawing/2014/main" id="{36D666EE-D2FC-0C48-A064-CBC5C199414E}"/>
                </a:ext>
              </a:extLst>
            </p:cNvPr>
            <p:cNvCxnSpPr>
              <a:cxnSpLocks/>
            </p:cNvCxnSpPr>
            <p:nvPr/>
          </p:nvCxnSpPr>
          <p:spPr>
            <a:xfrm>
              <a:off x="3106994" y="5881019"/>
              <a:ext cx="239968" cy="1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Connecteur droit 59">
              <a:extLst>
                <a:ext uri="{FF2B5EF4-FFF2-40B4-BE49-F238E27FC236}">
                  <a16:creationId xmlns:a16="http://schemas.microsoft.com/office/drawing/2014/main" id="{E2149F88-8679-4249-BC98-E186FC189F1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42397" y="4308380"/>
              <a:ext cx="0" cy="157264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Connecteur droit 60">
              <a:extLst>
                <a:ext uri="{FF2B5EF4-FFF2-40B4-BE49-F238E27FC236}">
                  <a16:creationId xmlns:a16="http://schemas.microsoft.com/office/drawing/2014/main" id="{B616E7C2-6DEE-4C45-8024-5F4F5DDC708A}"/>
                </a:ext>
              </a:extLst>
            </p:cNvPr>
            <p:cNvCxnSpPr>
              <a:cxnSpLocks/>
            </p:cNvCxnSpPr>
            <p:nvPr/>
          </p:nvCxnSpPr>
          <p:spPr>
            <a:xfrm>
              <a:off x="3342397" y="5054505"/>
              <a:ext cx="225340" cy="0"/>
            </a:xfrm>
            <a:prstGeom prst="line">
              <a:avLst/>
            </a:prstGeom>
            <a:ln w="9525">
              <a:solidFill>
                <a:schemeClr val="tx1"/>
              </a:solidFill>
              <a:tailEnd type="arrow" w="sm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6" name="ZoneTexte 65">
            <a:extLst>
              <a:ext uri="{FF2B5EF4-FFF2-40B4-BE49-F238E27FC236}">
                <a16:creationId xmlns:a16="http://schemas.microsoft.com/office/drawing/2014/main" id="{9F8C7379-D30C-F74E-AA5B-63A5F4C6C03E}"/>
              </a:ext>
            </a:extLst>
          </p:cNvPr>
          <p:cNvSpPr txBox="1"/>
          <p:nvPr/>
        </p:nvSpPr>
        <p:spPr>
          <a:xfrm>
            <a:off x="345600" y="5431356"/>
            <a:ext cx="104261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{{H4_CODE}}</a:t>
            </a:r>
          </a:p>
        </p:txBody>
      </p:sp>
      <p:sp>
        <p:nvSpPr>
          <p:cNvPr id="67" name="ZoneTexte 66">
            <a:extLst>
              <a:ext uri="{FF2B5EF4-FFF2-40B4-BE49-F238E27FC236}">
                <a16:creationId xmlns:a16="http://schemas.microsoft.com/office/drawing/2014/main" id="{243CB846-14FC-4C46-B83E-0B443436468B}"/>
              </a:ext>
            </a:extLst>
          </p:cNvPr>
          <p:cNvSpPr txBox="1"/>
          <p:nvPr/>
        </p:nvSpPr>
        <p:spPr>
          <a:xfrm>
            <a:off x="331906" y="5431356"/>
            <a:ext cx="2760299" cy="262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{{H4_TERRAIN}}</a:t>
            </a:r>
          </a:p>
        </p:txBody>
      </p:sp>
      <p:sp>
        <p:nvSpPr>
          <p:cNvPr id="68" name="ZoneTexte 67">
            <a:extLst>
              <a:ext uri="{FF2B5EF4-FFF2-40B4-BE49-F238E27FC236}">
                <a16:creationId xmlns:a16="http://schemas.microsoft.com/office/drawing/2014/main" id="{832265AB-9324-A746-87C9-3A9070F6DAC5}"/>
              </a:ext>
            </a:extLst>
          </p:cNvPr>
          <p:cNvSpPr txBox="1"/>
          <p:nvPr/>
        </p:nvSpPr>
        <p:spPr>
          <a:xfrm>
            <a:off x="1895869" y="5431356"/>
            <a:ext cx="120199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{{H4_HEURE}}</a:t>
            </a:r>
          </a:p>
        </p:txBody>
      </p:sp>
      <p:sp>
        <p:nvSpPr>
          <p:cNvPr id="70" name="ZoneTexte 69">
            <a:extLst>
              <a:ext uri="{FF2B5EF4-FFF2-40B4-BE49-F238E27FC236}">
                <a16:creationId xmlns:a16="http://schemas.microsoft.com/office/drawing/2014/main" id="{F4AD24E2-FA98-7647-AAB3-B0F46F92039A}"/>
              </a:ext>
            </a:extLst>
          </p:cNvPr>
          <p:cNvSpPr txBox="1"/>
          <p:nvPr/>
        </p:nvSpPr>
        <p:spPr>
          <a:xfrm>
            <a:off x="1472878" y="5983749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71" name="ZoneTexte 70">
            <a:extLst>
              <a:ext uri="{FF2B5EF4-FFF2-40B4-BE49-F238E27FC236}">
                <a16:creationId xmlns:a16="http://schemas.microsoft.com/office/drawing/2014/main" id="{8007AE35-7248-DA4B-8C2B-7B22C216CA94}"/>
              </a:ext>
            </a:extLst>
          </p:cNvPr>
          <p:cNvSpPr txBox="1"/>
          <p:nvPr/>
        </p:nvSpPr>
        <p:spPr>
          <a:xfrm>
            <a:off x="1388213" y="6510670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72" name="Groupe 71">
            <a:extLst>
              <a:ext uri="{FF2B5EF4-FFF2-40B4-BE49-F238E27FC236}">
                <a16:creationId xmlns:a16="http://schemas.microsoft.com/office/drawing/2014/main" id="{7F761C82-C2B4-DF48-BDBE-901690A5B68B}"/>
              </a:ext>
            </a:extLst>
          </p:cNvPr>
          <p:cNvGrpSpPr/>
          <p:nvPr/>
        </p:nvGrpSpPr>
        <p:grpSpPr>
          <a:xfrm>
            <a:off x="327342" y="5417997"/>
            <a:ext cx="2770524" cy="1354907"/>
            <a:chOff x="336470" y="583726"/>
            <a:chExt cx="2770524" cy="1354907"/>
          </a:xfrm>
        </p:grpSpPr>
        <p:sp>
          <p:nvSpPr>
            <p:cNvPr id="75" name="Rounded Rectangle 2">
              <a:extLst>
                <a:ext uri="{FF2B5EF4-FFF2-40B4-BE49-F238E27FC236}">
                  <a16:creationId xmlns:a16="http://schemas.microsoft.com/office/drawing/2014/main" id="{C63681AC-F35F-5A46-8108-48FC8C3CD8D6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76" name="Connecteur droit 75">
              <a:extLst>
                <a:ext uri="{FF2B5EF4-FFF2-40B4-BE49-F238E27FC236}">
                  <a16:creationId xmlns:a16="http://schemas.microsoft.com/office/drawing/2014/main" id="{A4F0A925-A8D3-E14C-A2D6-2498173B07D6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Connecteur droit 76">
              <a:extLst>
                <a:ext uri="{FF2B5EF4-FFF2-40B4-BE49-F238E27FC236}">
                  <a16:creationId xmlns:a16="http://schemas.microsoft.com/office/drawing/2014/main" id="{1C61639B-3737-7E43-9785-0CE10A9F34CD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3" name="ZoneTexte 72">
            <a:extLst>
              <a:ext uri="{FF2B5EF4-FFF2-40B4-BE49-F238E27FC236}">
                <a16:creationId xmlns:a16="http://schemas.microsoft.com/office/drawing/2014/main" id="{3CDDDA5A-8C0D-B44E-91D5-6F61D8DD533E}"/>
              </a:ext>
            </a:extLst>
          </p:cNvPr>
          <p:cNvSpPr txBox="1"/>
          <p:nvPr/>
        </p:nvSpPr>
        <p:spPr>
          <a:xfrm>
            <a:off x="349200" y="5769803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{{H4_EQ1}}</a:t>
            </a:r>
          </a:p>
        </p:txBody>
      </p:sp>
      <p:sp>
        <p:nvSpPr>
          <p:cNvPr id="74" name="ZoneTexte 73">
            <a:extLst>
              <a:ext uri="{FF2B5EF4-FFF2-40B4-BE49-F238E27FC236}">
                <a16:creationId xmlns:a16="http://schemas.microsoft.com/office/drawing/2014/main" id="{55C57D4B-AAC5-AD4B-8E2C-6501FB5294AA}"/>
              </a:ext>
            </a:extLst>
          </p:cNvPr>
          <p:cNvSpPr txBox="1"/>
          <p:nvPr/>
        </p:nvSpPr>
        <p:spPr>
          <a:xfrm>
            <a:off x="302400" y="6193432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{{WIN_POULE_C}}</a:t>
            </a:r>
          </a:p>
        </p:txBody>
      </p:sp>
      <p:cxnSp>
        <p:nvCxnSpPr>
          <p:cNvPr id="64" name="Connecteur droit 63">
            <a:extLst>
              <a:ext uri="{FF2B5EF4-FFF2-40B4-BE49-F238E27FC236}">
                <a16:creationId xmlns:a16="http://schemas.microsoft.com/office/drawing/2014/main" id="{ABDAC2DB-5B7A-4F43-8744-40E6165584D5}"/>
              </a:ext>
            </a:extLst>
          </p:cNvPr>
          <p:cNvCxnSpPr/>
          <p:nvPr/>
        </p:nvCxnSpPr>
        <p:spPr>
          <a:xfrm>
            <a:off x="466783" y="5991599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eur droit 64">
            <a:extLst>
              <a:ext uri="{FF2B5EF4-FFF2-40B4-BE49-F238E27FC236}">
                <a16:creationId xmlns:a16="http://schemas.microsoft.com/office/drawing/2014/main" id="{6A3E2E00-B093-7D4F-BC12-05886C4247D5}"/>
              </a:ext>
            </a:extLst>
          </p:cNvPr>
          <p:cNvCxnSpPr/>
          <p:nvPr/>
        </p:nvCxnSpPr>
        <p:spPr>
          <a:xfrm>
            <a:off x="466783" y="6423625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ZoneTexte 81">
            <a:extLst>
              <a:ext uri="{FF2B5EF4-FFF2-40B4-BE49-F238E27FC236}">
                <a16:creationId xmlns:a16="http://schemas.microsoft.com/office/drawing/2014/main" id="{3279640A-A774-5742-A7B3-063C0FC4779D}"/>
              </a:ext>
            </a:extLst>
          </p:cNvPr>
          <p:cNvSpPr txBox="1"/>
          <p:nvPr/>
        </p:nvSpPr>
        <p:spPr>
          <a:xfrm>
            <a:off x="3567600" y="1446132"/>
            <a:ext cx="102462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{{Q1_CODE}}</a:t>
            </a:r>
          </a:p>
        </p:txBody>
      </p:sp>
      <p:sp>
        <p:nvSpPr>
          <p:cNvPr id="83" name="ZoneTexte 82">
            <a:extLst>
              <a:ext uri="{FF2B5EF4-FFF2-40B4-BE49-F238E27FC236}">
                <a16:creationId xmlns:a16="http://schemas.microsoft.com/office/drawing/2014/main" id="{590F566A-D92F-5242-BBDC-F144A710434C}"/>
              </a:ext>
            </a:extLst>
          </p:cNvPr>
          <p:cNvSpPr txBox="1"/>
          <p:nvPr/>
        </p:nvSpPr>
        <p:spPr>
          <a:xfrm>
            <a:off x="3558612" y="1446132"/>
            <a:ext cx="277963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{{Q1_TERRAIN}}</a:t>
            </a:r>
          </a:p>
        </p:txBody>
      </p:sp>
      <p:sp>
        <p:nvSpPr>
          <p:cNvPr id="84" name="ZoneTexte 83">
            <a:extLst>
              <a:ext uri="{FF2B5EF4-FFF2-40B4-BE49-F238E27FC236}">
                <a16:creationId xmlns:a16="http://schemas.microsoft.com/office/drawing/2014/main" id="{12DCC3BB-AF0E-EB46-B2A1-A596BB18B5D7}"/>
              </a:ext>
            </a:extLst>
          </p:cNvPr>
          <p:cNvSpPr txBox="1"/>
          <p:nvPr/>
        </p:nvSpPr>
        <p:spPr>
          <a:xfrm>
            <a:off x="5217522" y="1446132"/>
            <a:ext cx="111617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{{Q1_HEURE}}</a:t>
            </a:r>
          </a:p>
        </p:txBody>
      </p:sp>
      <p:sp>
        <p:nvSpPr>
          <p:cNvPr id="86" name="ZoneTexte 85">
            <a:extLst>
              <a:ext uri="{FF2B5EF4-FFF2-40B4-BE49-F238E27FC236}">
                <a16:creationId xmlns:a16="http://schemas.microsoft.com/office/drawing/2014/main" id="{26C878EB-707A-7444-9C8A-2B3905975071}"/>
              </a:ext>
            </a:extLst>
          </p:cNvPr>
          <p:cNvSpPr txBox="1"/>
          <p:nvPr/>
        </p:nvSpPr>
        <p:spPr>
          <a:xfrm>
            <a:off x="4708712" y="1998525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87" name="ZoneTexte 86">
            <a:extLst>
              <a:ext uri="{FF2B5EF4-FFF2-40B4-BE49-F238E27FC236}">
                <a16:creationId xmlns:a16="http://schemas.microsoft.com/office/drawing/2014/main" id="{A144670B-58EE-524F-99E5-2B3C81E7289F}"/>
              </a:ext>
            </a:extLst>
          </p:cNvPr>
          <p:cNvSpPr txBox="1"/>
          <p:nvPr/>
        </p:nvSpPr>
        <p:spPr>
          <a:xfrm>
            <a:off x="4624047" y="2525446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88" name="Groupe 87">
            <a:extLst>
              <a:ext uri="{FF2B5EF4-FFF2-40B4-BE49-F238E27FC236}">
                <a16:creationId xmlns:a16="http://schemas.microsoft.com/office/drawing/2014/main" id="{B0F2BD75-4443-D84D-B154-D1057C85CDAE}"/>
              </a:ext>
            </a:extLst>
          </p:cNvPr>
          <p:cNvGrpSpPr/>
          <p:nvPr/>
        </p:nvGrpSpPr>
        <p:grpSpPr>
          <a:xfrm>
            <a:off x="3563176" y="1432773"/>
            <a:ext cx="2770524" cy="1354907"/>
            <a:chOff x="336470" y="583726"/>
            <a:chExt cx="2770524" cy="1354907"/>
          </a:xfrm>
        </p:grpSpPr>
        <p:sp>
          <p:nvSpPr>
            <p:cNvPr id="91" name="Rounded Rectangle 2">
              <a:extLst>
                <a:ext uri="{FF2B5EF4-FFF2-40B4-BE49-F238E27FC236}">
                  <a16:creationId xmlns:a16="http://schemas.microsoft.com/office/drawing/2014/main" id="{9576F30C-0DE9-1E43-8389-A0DA82691D16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92" name="Connecteur droit 91">
              <a:extLst>
                <a:ext uri="{FF2B5EF4-FFF2-40B4-BE49-F238E27FC236}">
                  <a16:creationId xmlns:a16="http://schemas.microsoft.com/office/drawing/2014/main" id="{E52F0D62-D88D-E849-AF92-9A67FFE282C6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Connecteur droit 92">
              <a:extLst>
                <a:ext uri="{FF2B5EF4-FFF2-40B4-BE49-F238E27FC236}">
                  <a16:creationId xmlns:a16="http://schemas.microsoft.com/office/drawing/2014/main" id="{CBB09D14-D29B-AD45-AFF4-A545CC76BC7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9" name="ZoneTexte 88">
            <a:extLst>
              <a:ext uri="{FF2B5EF4-FFF2-40B4-BE49-F238E27FC236}">
                <a16:creationId xmlns:a16="http://schemas.microsoft.com/office/drawing/2014/main" id="{781AB9AB-714D-9346-BDD6-E6310837A8C5}"/>
              </a:ext>
            </a:extLst>
          </p:cNvPr>
          <p:cNvSpPr txBox="1"/>
          <p:nvPr/>
        </p:nvSpPr>
        <p:spPr>
          <a:xfrm>
            <a:off x="3528000" y="178457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{{WIN_H1}}</a:t>
            </a:r>
          </a:p>
        </p:txBody>
      </p:sp>
      <p:sp>
        <p:nvSpPr>
          <p:cNvPr id="90" name="ZoneTexte 89">
            <a:extLst>
              <a:ext uri="{FF2B5EF4-FFF2-40B4-BE49-F238E27FC236}">
                <a16:creationId xmlns:a16="http://schemas.microsoft.com/office/drawing/2014/main" id="{4C02E111-27AC-2C4E-85B7-073CFBAFFBD2}"/>
              </a:ext>
            </a:extLst>
          </p:cNvPr>
          <p:cNvSpPr txBox="1"/>
          <p:nvPr/>
        </p:nvSpPr>
        <p:spPr>
          <a:xfrm>
            <a:off x="3528000" y="2208208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{{WIN_H2}}</a:t>
            </a:r>
          </a:p>
        </p:txBody>
      </p:sp>
      <p:cxnSp>
        <p:nvCxnSpPr>
          <p:cNvPr id="80" name="Connecteur droit 79">
            <a:extLst>
              <a:ext uri="{FF2B5EF4-FFF2-40B4-BE49-F238E27FC236}">
                <a16:creationId xmlns:a16="http://schemas.microsoft.com/office/drawing/2014/main" id="{A998CE6F-1EAA-464F-A86D-495B88D65B78}"/>
              </a:ext>
            </a:extLst>
          </p:cNvPr>
          <p:cNvCxnSpPr/>
          <p:nvPr/>
        </p:nvCxnSpPr>
        <p:spPr>
          <a:xfrm>
            <a:off x="3702617" y="2006375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eur droit 80">
            <a:extLst>
              <a:ext uri="{FF2B5EF4-FFF2-40B4-BE49-F238E27FC236}">
                <a16:creationId xmlns:a16="http://schemas.microsoft.com/office/drawing/2014/main" id="{78FF5F94-1E72-D94C-92C9-3BFE3965A1D9}"/>
              </a:ext>
            </a:extLst>
          </p:cNvPr>
          <p:cNvCxnSpPr/>
          <p:nvPr/>
        </p:nvCxnSpPr>
        <p:spPr>
          <a:xfrm>
            <a:off x="3702617" y="243840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ZoneTexte 97">
            <a:extLst>
              <a:ext uri="{FF2B5EF4-FFF2-40B4-BE49-F238E27FC236}">
                <a16:creationId xmlns:a16="http://schemas.microsoft.com/office/drawing/2014/main" id="{169691C6-0FE4-D14B-85B8-7311AEA1CAF9}"/>
              </a:ext>
            </a:extLst>
          </p:cNvPr>
          <p:cNvSpPr txBox="1"/>
          <p:nvPr/>
        </p:nvSpPr>
        <p:spPr>
          <a:xfrm>
            <a:off x="3567600" y="4589655"/>
            <a:ext cx="102462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{{Q2_CODE}}</a:t>
            </a:r>
          </a:p>
          <a:p>
            <a:endParaRPr lang="fr-FR" sz="1100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99" name="ZoneTexte 98">
            <a:extLst>
              <a:ext uri="{FF2B5EF4-FFF2-40B4-BE49-F238E27FC236}">
                <a16:creationId xmlns:a16="http://schemas.microsoft.com/office/drawing/2014/main" id="{48AD87D9-18D0-B640-BD6D-41EEB45F11B2}"/>
              </a:ext>
            </a:extLst>
          </p:cNvPr>
          <p:cNvSpPr txBox="1"/>
          <p:nvPr/>
        </p:nvSpPr>
        <p:spPr>
          <a:xfrm>
            <a:off x="3558612" y="4589655"/>
            <a:ext cx="277964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{{Q2_TERRAIN}}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00" name="ZoneTexte 99">
            <a:extLst>
              <a:ext uri="{FF2B5EF4-FFF2-40B4-BE49-F238E27FC236}">
                <a16:creationId xmlns:a16="http://schemas.microsoft.com/office/drawing/2014/main" id="{9F6CDAD2-D09F-1143-B979-9484EB8A1222}"/>
              </a:ext>
            </a:extLst>
          </p:cNvPr>
          <p:cNvSpPr txBox="1"/>
          <p:nvPr/>
        </p:nvSpPr>
        <p:spPr>
          <a:xfrm>
            <a:off x="5217522" y="4589655"/>
            <a:ext cx="111617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{{Q2_HEURE}}</a:t>
            </a:r>
          </a:p>
        </p:txBody>
      </p:sp>
      <p:sp>
        <p:nvSpPr>
          <p:cNvPr id="102" name="ZoneTexte 101">
            <a:extLst>
              <a:ext uri="{FF2B5EF4-FFF2-40B4-BE49-F238E27FC236}">
                <a16:creationId xmlns:a16="http://schemas.microsoft.com/office/drawing/2014/main" id="{5D980E67-C0BF-0249-9F9E-D310002ABF91}"/>
              </a:ext>
            </a:extLst>
          </p:cNvPr>
          <p:cNvSpPr txBox="1"/>
          <p:nvPr/>
        </p:nvSpPr>
        <p:spPr>
          <a:xfrm>
            <a:off x="4708712" y="5142048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03" name="ZoneTexte 102">
            <a:extLst>
              <a:ext uri="{FF2B5EF4-FFF2-40B4-BE49-F238E27FC236}">
                <a16:creationId xmlns:a16="http://schemas.microsoft.com/office/drawing/2014/main" id="{EF701DC9-1014-7A40-B565-905EE15D2F0C}"/>
              </a:ext>
            </a:extLst>
          </p:cNvPr>
          <p:cNvSpPr txBox="1"/>
          <p:nvPr/>
        </p:nvSpPr>
        <p:spPr>
          <a:xfrm>
            <a:off x="4624047" y="5668969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sp>
        <p:nvSpPr>
          <p:cNvPr id="107" name="Rounded Rectangle 2">
            <a:extLst>
              <a:ext uri="{FF2B5EF4-FFF2-40B4-BE49-F238E27FC236}">
                <a16:creationId xmlns:a16="http://schemas.microsoft.com/office/drawing/2014/main" id="{BC35D142-7DC5-0E44-9E75-12B5FC62CD6A}"/>
              </a:ext>
            </a:extLst>
          </p:cNvPr>
          <p:cNvSpPr/>
          <p:nvPr/>
        </p:nvSpPr>
        <p:spPr>
          <a:xfrm>
            <a:off x="3563176" y="4576296"/>
            <a:ext cx="2770524" cy="1354907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cxnSp>
        <p:nvCxnSpPr>
          <p:cNvPr id="108" name="Connecteur droit 107">
            <a:extLst>
              <a:ext uri="{FF2B5EF4-FFF2-40B4-BE49-F238E27FC236}">
                <a16:creationId xmlns:a16="http://schemas.microsoft.com/office/drawing/2014/main" id="{FCC8B888-0726-F540-9FE7-57E596B0DBE0}"/>
              </a:ext>
            </a:extLst>
          </p:cNvPr>
          <p:cNvCxnSpPr>
            <a:cxnSpLocks/>
          </p:cNvCxnSpPr>
          <p:nvPr/>
        </p:nvCxnSpPr>
        <p:spPr>
          <a:xfrm>
            <a:off x="3563176" y="4838971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eur droit 108">
            <a:extLst>
              <a:ext uri="{FF2B5EF4-FFF2-40B4-BE49-F238E27FC236}">
                <a16:creationId xmlns:a16="http://schemas.microsoft.com/office/drawing/2014/main" id="{DA52E3C3-6701-3D4F-8377-52AD4FEDC38D}"/>
              </a:ext>
            </a:extLst>
          </p:cNvPr>
          <p:cNvCxnSpPr>
            <a:cxnSpLocks/>
          </p:cNvCxnSpPr>
          <p:nvPr/>
        </p:nvCxnSpPr>
        <p:spPr>
          <a:xfrm>
            <a:off x="3563176" y="5673104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" name="ZoneTexte 104">
            <a:extLst>
              <a:ext uri="{FF2B5EF4-FFF2-40B4-BE49-F238E27FC236}">
                <a16:creationId xmlns:a16="http://schemas.microsoft.com/office/drawing/2014/main" id="{AC2F79E4-32EE-714F-BDE0-2953055CC226}"/>
              </a:ext>
            </a:extLst>
          </p:cNvPr>
          <p:cNvSpPr txBox="1"/>
          <p:nvPr/>
        </p:nvSpPr>
        <p:spPr>
          <a:xfrm>
            <a:off x="3528000" y="4928102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{{WIN_H3}}</a:t>
            </a:r>
          </a:p>
        </p:txBody>
      </p:sp>
      <p:sp>
        <p:nvSpPr>
          <p:cNvPr id="106" name="ZoneTexte 105">
            <a:extLst>
              <a:ext uri="{FF2B5EF4-FFF2-40B4-BE49-F238E27FC236}">
                <a16:creationId xmlns:a16="http://schemas.microsoft.com/office/drawing/2014/main" id="{46B92A05-4D0C-2B4A-8FA9-2AF1BD334B79}"/>
              </a:ext>
            </a:extLst>
          </p:cNvPr>
          <p:cNvSpPr txBox="1"/>
          <p:nvPr/>
        </p:nvSpPr>
        <p:spPr>
          <a:xfrm>
            <a:off x="3528000" y="5351731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{{WIN_H4}}</a:t>
            </a:r>
          </a:p>
        </p:txBody>
      </p:sp>
      <p:cxnSp>
        <p:nvCxnSpPr>
          <p:cNvPr id="96" name="Connecteur droit 95">
            <a:extLst>
              <a:ext uri="{FF2B5EF4-FFF2-40B4-BE49-F238E27FC236}">
                <a16:creationId xmlns:a16="http://schemas.microsoft.com/office/drawing/2014/main" id="{F6685AC6-3CD7-8847-BB9C-893DB376A67F}"/>
              </a:ext>
            </a:extLst>
          </p:cNvPr>
          <p:cNvCxnSpPr/>
          <p:nvPr/>
        </p:nvCxnSpPr>
        <p:spPr>
          <a:xfrm>
            <a:off x="3702617" y="5149898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eur droit 96">
            <a:extLst>
              <a:ext uri="{FF2B5EF4-FFF2-40B4-BE49-F238E27FC236}">
                <a16:creationId xmlns:a16="http://schemas.microsoft.com/office/drawing/2014/main" id="{8328B16A-FFCF-EE45-BCFB-5E7C6B311672}"/>
              </a:ext>
            </a:extLst>
          </p:cNvPr>
          <p:cNvCxnSpPr/>
          <p:nvPr/>
        </p:nvCxnSpPr>
        <p:spPr>
          <a:xfrm>
            <a:off x="3702617" y="558192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14" name="Groupe 113">
            <a:extLst>
              <a:ext uri="{FF2B5EF4-FFF2-40B4-BE49-F238E27FC236}">
                <a16:creationId xmlns:a16="http://schemas.microsoft.com/office/drawing/2014/main" id="{4FA91640-449A-F445-89C7-3C9E207DE8A7}"/>
              </a:ext>
            </a:extLst>
          </p:cNvPr>
          <p:cNvGrpSpPr/>
          <p:nvPr/>
        </p:nvGrpSpPr>
        <p:grpSpPr>
          <a:xfrm>
            <a:off x="6333700" y="2214965"/>
            <a:ext cx="469872" cy="3046488"/>
            <a:chOff x="6333698" y="2051381"/>
            <a:chExt cx="469872" cy="3046488"/>
          </a:xfrm>
        </p:grpSpPr>
        <p:cxnSp>
          <p:nvCxnSpPr>
            <p:cNvPr id="110" name="Connecteur droit 109">
              <a:extLst>
                <a:ext uri="{FF2B5EF4-FFF2-40B4-BE49-F238E27FC236}">
                  <a16:creationId xmlns:a16="http://schemas.microsoft.com/office/drawing/2014/main" id="{C0F01EAA-1B97-1940-B59B-178F11F13438}"/>
                </a:ext>
              </a:extLst>
            </p:cNvPr>
            <p:cNvCxnSpPr>
              <a:cxnSpLocks/>
              <a:stCxn id="91" idx="3"/>
            </p:cNvCxnSpPr>
            <p:nvPr/>
          </p:nvCxnSpPr>
          <p:spPr>
            <a:xfrm flipV="1">
              <a:off x="6333698" y="2051381"/>
              <a:ext cx="249097" cy="362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Connecteur droit 110">
              <a:extLst>
                <a:ext uri="{FF2B5EF4-FFF2-40B4-BE49-F238E27FC236}">
                  <a16:creationId xmlns:a16="http://schemas.microsoft.com/office/drawing/2014/main" id="{05D29F0C-A3D7-A543-87FD-294E9D4CA41F}"/>
                </a:ext>
              </a:extLst>
            </p:cNvPr>
            <p:cNvCxnSpPr>
              <a:cxnSpLocks/>
            </p:cNvCxnSpPr>
            <p:nvPr/>
          </p:nvCxnSpPr>
          <p:spPr>
            <a:xfrm>
              <a:off x="6338262" y="5097868"/>
              <a:ext cx="239968" cy="1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Connecteur droit 111">
              <a:extLst>
                <a:ext uri="{FF2B5EF4-FFF2-40B4-BE49-F238E27FC236}">
                  <a16:creationId xmlns:a16="http://schemas.microsoft.com/office/drawing/2014/main" id="{3239365E-8411-9647-9702-EE4796BCC80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78230" y="2051381"/>
              <a:ext cx="0" cy="3046432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Connecteur droit 112">
              <a:extLst>
                <a:ext uri="{FF2B5EF4-FFF2-40B4-BE49-F238E27FC236}">
                  <a16:creationId xmlns:a16="http://schemas.microsoft.com/office/drawing/2014/main" id="{700BC4D2-0E4B-6F4A-AF56-340AECFFAC87}"/>
                </a:ext>
              </a:extLst>
            </p:cNvPr>
            <p:cNvCxnSpPr>
              <a:cxnSpLocks/>
            </p:cNvCxnSpPr>
            <p:nvPr/>
          </p:nvCxnSpPr>
          <p:spPr>
            <a:xfrm>
              <a:off x="6578230" y="3567717"/>
              <a:ext cx="225340" cy="0"/>
            </a:xfrm>
            <a:prstGeom prst="line">
              <a:avLst/>
            </a:prstGeom>
            <a:ln w="9525">
              <a:solidFill>
                <a:schemeClr val="tx1"/>
              </a:solidFill>
              <a:tailEnd type="arrow" w="sm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0" name="ZoneTexte 119">
            <a:extLst>
              <a:ext uri="{FF2B5EF4-FFF2-40B4-BE49-F238E27FC236}">
                <a16:creationId xmlns:a16="http://schemas.microsoft.com/office/drawing/2014/main" id="{18EE39A7-0D04-BC48-9A0C-BC57C487F621}"/>
              </a:ext>
            </a:extLst>
          </p:cNvPr>
          <p:cNvSpPr txBox="1"/>
          <p:nvPr/>
        </p:nvSpPr>
        <p:spPr>
          <a:xfrm>
            <a:off x="6825600" y="5300551"/>
            <a:ext cx="103770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{{F_CODE}}</a:t>
            </a:r>
          </a:p>
        </p:txBody>
      </p:sp>
      <p:sp>
        <p:nvSpPr>
          <p:cNvPr id="121" name="ZoneTexte 120">
            <a:extLst>
              <a:ext uri="{FF2B5EF4-FFF2-40B4-BE49-F238E27FC236}">
                <a16:creationId xmlns:a16="http://schemas.microsoft.com/office/drawing/2014/main" id="{F4652EAC-16B7-2042-AB26-E5DE4DBD1890}"/>
              </a:ext>
            </a:extLst>
          </p:cNvPr>
          <p:cNvSpPr txBox="1"/>
          <p:nvPr/>
        </p:nvSpPr>
        <p:spPr>
          <a:xfrm>
            <a:off x="6834249" y="5300551"/>
            <a:ext cx="277051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{{F_TERRAIN}}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22" name="ZoneTexte 121">
            <a:extLst>
              <a:ext uri="{FF2B5EF4-FFF2-40B4-BE49-F238E27FC236}">
                <a16:creationId xmlns:a16="http://schemas.microsoft.com/office/drawing/2014/main" id="{D494BE03-677C-794F-847F-0CDCFE49F103}"/>
              </a:ext>
            </a:extLst>
          </p:cNvPr>
          <p:cNvSpPr txBox="1"/>
          <p:nvPr/>
        </p:nvSpPr>
        <p:spPr>
          <a:xfrm>
            <a:off x="8477115" y="5300551"/>
            <a:ext cx="112765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{{F_HEURE}}</a:t>
            </a:r>
          </a:p>
          <a:p>
            <a:endParaRPr lang="fr-FR" sz="1100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24" name="ZoneTexte 123">
            <a:extLst>
              <a:ext uri="{FF2B5EF4-FFF2-40B4-BE49-F238E27FC236}">
                <a16:creationId xmlns:a16="http://schemas.microsoft.com/office/drawing/2014/main" id="{7C5DDC0D-D2C5-E643-8550-E5AF436B9DAC}"/>
              </a:ext>
            </a:extLst>
          </p:cNvPr>
          <p:cNvSpPr txBox="1"/>
          <p:nvPr/>
        </p:nvSpPr>
        <p:spPr>
          <a:xfrm>
            <a:off x="7979785" y="5852944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25" name="ZoneTexte 124">
            <a:extLst>
              <a:ext uri="{FF2B5EF4-FFF2-40B4-BE49-F238E27FC236}">
                <a16:creationId xmlns:a16="http://schemas.microsoft.com/office/drawing/2014/main" id="{1C3C531F-EAE8-0B47-8C26-D96F212B92A3}"/>
              </a:ext>
            </a:extLst>
          </p:cNvPr>
          <p:cNvSpPr txBox="1"/>
          <p:nvPr/>
        </p:nvSpPr>
        <p:spPr>
          <a:xfrm>
            <a:off x="7895120" y="6379865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26" name="Groupe 125">
            <a:extLst>
              <a:ext uri="{FF2B5EF4-FFF2-40B4-BE49-F238E27FC236}">
                <a16:creationId xmlns:a16="http://schemas.microsoft.com/office/drawing/2014/main" id="{2473C159-6013-F745-8841-D200E5071813}"/>
              </a:ext>
            </a:extLst>
          </p:cNvPr>
          <p:cNvGrpSpPr/>
          <p:nvPr/>
        </p:nvGrpSpPr>
        <p:grpSpPr>
          <a:xfrm>
            <a:off x="6834249" y="5287192"/>
            <a:ext cx="2770524" cy="1354907"/>
            <a:chOff x="336470" y="583726"/>
            <a:chExt cx="2770524" cy="1354907"/>
          </a:xfrm>
        </p:grpSpPr>
        <p:sp>
          <p:nvSpPr>
            <p:cNvPr id="129" name="Rounded Rectangle 2">
              <a:extLst>
                <a:ext uri="{FF2B5EF4-FFF2-40B4-BE49-F238E27FC236}">
                  <a16:creationId xmlns:a16="http://schemas.microsoft.com/office/drawing/2014/main" id="{677F7C61-44EE-6E40-8F6E-A7E52C5936B9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30" name="Connecteur droit 129">
              <a:extLst>
                <a:ext uri="{FF2B5EF4-FFF2-40B4-BE49-F238E27FC236}">
                  <a16:creationId xmlns:a16="http://schemas.microsoft.com/office/drawing/2014/main" id="{C60CE79D-9730-E542-91BE-18015D5511C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Connecteur droit 130">
              <a:extLst>
                <a:ext uri="{FF2B5EF4-FFF2-40B4-BE49-F238E27FC236}">
                  <a16:creationId xmlns:a16="http://schemas.microsoft.com/office/drawing/2014/main" id="{4A0753E7-9E42-6B41-8773-592DC95067B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7" name="ZoneTexte 126">
            <a:extLst>
              <a:ext uri="{FF2B5EF4-FFF2-40B4-BE49-F238E27FC236}">
                <a16:creationId xmlns:a16="http://schemas.microsoft.com/office/drawing/2014/main" id="{BCC83249-E726-6B4D-BAC5-E85EB2DC6EF5}"/>
              </a:ext>
            </a:extLst>
          </p:cNvPr>
          <p:cNvSpPr txBox="1"/>
          <p:nvPr/>
        </p:nvSpPr>
        <p:spPr>
          <a:xfrm>
            <a:off x="6786000" y="5638998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dirty="0"/>
              <a:t>{{WIN_D1}}</a:t>
            </a:r>
          </a:p>
        </p:txBody>
      </p:sp>
      <p:sp>
        <p:nvSpPr>
          <p:cNvPr id="128" name="ZoneTexte 127">
            <a:extLst>
              <a:ext uri="{FF2B5EF4-FFF2-40B4-BE49-F238E27FC236}">
                <a16:creationId xmlns:a16="http://schemas.microsoft.com/office/drawing/2014/main" id="{D19D15F8-E49A-5047-A237-D55BBF32D126}"/>
              </a:ext>
            </a:extLst>
          </p:cNvPr>
          <p:cNvSpPr txBox="1"/>
          <p:nvPr/>
        </p:nvSpPr>
        <p:spPr>
          <a:xfrm>
            <a:off x="6786000" y="6062627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dirty="0"/>
              <a:t>{{WIN_D2}}</a:t>
            </a:r>
          </a:p>
        </p:txBody>
      </p:sp>
      <p:cxnSp>
        <p:nvCxnSpPr>
          <p:cNvPr id="118" name="Connecteur droit 117">
            <a:extLst>
              <a:ext uri="{FF2B5EF4-FFF2-40B4-BE49-F238E27FC236}">
                <a16:creationId xmlns:a16="http://schemas.microsoft.com/office/drawing/2014/main" id="{127FC127-C7D1-574A-B48C-8D6AB458E5D4}"/>
              </a:ext>
            </a:extLst>
          </p:cNvPr>
          <p:cNvCxnSpPr/>
          <p:nvPr/>
        </p:nvCxnSpPr>
        <p:spPr>
          <a:xfrm>
            <a:off x="6973690" y="586079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eur droit 118">
            <a:extLst>
              <a:ext uri="{FF2B5EF4-FFF2-40B4-BE49-F238E27FC236}">
                <a16:creationId xmlns:a16="http://schemas.microsoft.com/office/drawing/2014/main" id="{98E3D683-DFDF-5443-B0E4-720EAF0A1CBE}"/>
              </a:ext>
            </a:extLst>
          </p:cNvPr>
          <p:cNvCxnSpPr/>
          <p:nvPr/>
        </p:nvCxnSpPr>
        <p:spPr>
          <a:xfrm>
            <a:off x="6973690" y="6292820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eur droit 131">
            <a:extLst>
              <a:ext uri="{FF2B5EF4-FFF2-40B4-BE49-F238E27FC236}">
                <a16:creationId xmlns:a16="http://schemas.microsoft.com/office/drawing/2014/main" id="{03A50A04-569F-7F4C-B363-E33B662511AC}"/>
              </a:ext>
            </a:extLst>
          </p:cNvPr>
          <p:cNvCxnSpPr>
            <a:cxnSpLocks/>
          </p:cNvCxnSpPr>
          <p:nvPr/>
        </p:nvCxnSpPr>
        <p:spPr>
          <a:xfrm>
            <a:off x="0" y="569147"/>
            <a:ext cx="9906000" cy="0"/>
          </a:xfrm>
          <a:prstGeom prst="line">
            <a:avLst/>
          </a:prstGeom>
          <a:ln w="1587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ZoneTexte 132">
            <a:extLst>
              <a:ext uri="{FF2B5EF4-FFF2-40B4-BE49-F238E27FC236}">
                <a16:creationId xmlns:a16="http://schemas.microsoft.com/office/drawing/2014/main" id="{7A600195-411A-9146-881C-BF77B17961CE}"/>
              </a:ext>
            </a:extLst>
          </p:cNvPr>
          <p:cNvSpPr txBox="1"/>
          <p:nvPr/>
        </p:nvSpPr>
        <p:spPr>
          <a:xfrm>
            <a:off x="3195145" y="105103"/>
            <a:ext cx="3383087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TABLEAU PRINCIPAL</a:t>
            </a:r>
          </a:p>
        </p:txBody>
      </p:sp>
      <p:sp>
        <p:nvSpPr>
          <p:cNvPr id="134" name="ZoneTexte 133">
            <a:extLst>
              <a:ext uri="{FF2B5EF4-FFF2-40B4-BE49-F238E27FC236}">
                <a16:creationId xmlns:a16="http://schemas.microsoft.com/office/drawing/2014/main" id="{04FA868E-B09C-CB41-8368-B46B9716BFE5}"/>
              </a:ext>
            </a:extLst>
          </p:cNvPr>
          <p:cNvSpPr txBox="1"/>
          <p:nvPr/>
        </p:nvSpPr>
        <p:spPr>
          <a:xfrm>
            <a:off x="21060" y="12212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35" name="ZoneTexte 134">
            <a:extLst>
              <a:ext uri="{FF2B5EF4-FFF2-40B4-BE49-F238E27FC236}">
                <a16:creationId xmlns:a16="http://schemas.microsoft.com/office/drawing/2014/main" id="{CE532D12-AB2D-E443-B4BE-7251DB907A4A}"/>
              </a:ext>
            </a:extLst>
          </p:cNvPr>
          <p:cNvSpPr txBox="1"/>
          <p:nvPr/>
        </p:nvSpPr>
        <p:spPr>
          <a:xfrm>
            <a:off x="6564810" y="14764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36" name="ZoneTexte 135">
            <a:extLst>
              <a:ext uri="{FF2B5EF4-FFF2-40B4-BE49-F238E27FC236}">
                <a16:creationId xmlns:a16="http://schemas.microsoft.com/office/drawing/2014/main" id="{730CA1EC-3AAE-314C-A6E8-904AE6E4C1DB}"/>
              </a:ext>
            </a:extLst>
          </p:cNvPr>
          <p:cNvSpPr txBox="1"/>
          <p:nvPr/>
        </p:nvSpPr>
        <p:spPr>
          <a:xfrm>
            <a:off x="3212431" y="6591732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{{CLUB}}</a:t>
            </a:r>
          </a:p>
        </p:txBody>
      </p:sp>
      <p:sp>
        <p:nvSpPr>
          <p:cNvPr id="142" name="ZoneTexte 141">
            <a:extLst>
              <a:ext uri="{FF2B5EF4-FFF2-40B4-BE49-F238E27FC236}">
                <a16:creationId xmlns:a16="http://schemas.microsoft.com/office/drawing/2014/main" id="{EDDC4BB8-742D-FF4B-BEE0-B58600F99C26}"/>
              </a:ext>
            </a:extLst>
          </p:cNvPr>
          <p:cNvSpPr txBox="1"/>
          <p:nvPr/>
        </p:nvSpPr>
        <p:spPr>
          <a:xfrm>
            <a:off x="6825600" y="3063383"/>
            <a:ext cx="106952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{{D1_CODE}}</a:t>
            </a:r>
          </a:p>
        </p:txBody>
      </p:sp>
      <p:sp>
        <p:nvSpPr>
          <p:cNvPr id="143" name="ZoneTexte 142">
            <a:extLst>
              <a:ext uri="{FF2B5EF4-FFF2-40B4-BE49-F238E27FC236}">
                <a16:creationId xmlns:a16="http://schemas.microsoft.com/office/drawing/2014/main" id="{910BFB0A-ECDD-4B46-9FD8-3FCF5E218450}"/>
              </a:ext>
            </a:extLst>
          </p:cNvPr>
          <p:cNvSpPr txBox="1"/>
          <p:nvPr/>
        </p:nvSpPr>
        <p:spPr>
          <a:xfrm>
            <a:off x="6818201" y="3063383"/>
            <a:ext cx="277052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{{D1_TERRAIN}}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44" name="ZoneTexte 143">
            <a:extLst>
              <a:ext uri="{FF2B5EF4-FFF2-40B4-BE49-F238E27FC236}">
                <a16:creationId xmlns:a16="http://schemas.microsoft.com/office/drawing/2014/main" id="{C461CD0F-189D-4249-AC96-125DD326BD5B}"/>
              </a:ext>
            </a:extLst>
          </p:cNvPr>
          <p:cNvSpPr txBox="1"/>
          <p:nvPr/>
        </p:nvSpPr>
        <p:spPr>
          <a:xfrm>
            <a:off x="8393648" y="3063383"/>
            <a:ext cx="119964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{{D1_HEURE}}</a:t>
            </a:r>
          </a:p>
        </p:txBody>
      </p:sp>
      <p:sp>
        <p:nvSpPr>
          <p:cNvPr id="146" name="ZoneTexte 145">
            <a:extLst>
              <a:ext uri="{FF2B5EF4-FFF2-40B4-BE49-F238E27FC236}">
                <a16:creationId xmlns:a16="http://schemas.microsoft.com/office/drawing/2014/main" id="{08300B0F-C0E3-A244-A7FD-E72C98388DAD}"/>
              </a:ext>
            </a:extLst>
          </p:cNvPr>
          <p:cNvSpPr txBox="1"/>
          <p:nvPr/>
        </p:nvSpPr>
        <p:spPr>
          <a:xfrm>
            <a:off x="7968305" y="3615776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47" name="ZoneTexte 146">
            <a:extLst>
              <a:ext uri="{FF2B5EF4-FFF2-40B4-BE49-F238E27FC236}">
                <a16:creationId xmlns:a16="http://schemas.microsoft.com/office/drawing/2014/main" id="{3F382E53-E534-BF46-9E92-D6DEEA03A331}"/>
              </a:ext>
            </a:extLst>
          </p:cNvPr>
          <p:cNvSpPr txBox="1"/>
          <p:nvPr/>
        </p:nvSpPr>
        <p:spPr>
          <a:xfrm>
            <a:off x="7883640" y="4142697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48" name="Groupe 147">
            <a:extLst>
              <a:ext uri="{FF2B5EF4-FFF2-40B4-BE49-F238E27FC236}">
                <a16:creationId xmlns:a16="http://schemas.microsoft.com/office/drawing/2014/main" id="{1AF2CC3B-4304-6341-A985-F78CDE3CAEF1}"/>
              </a:ext>
            </a:extLst>
          </p:cNvPr>
          <p:cNvGrpSpPr/>
          <p:nvPr/>
        </p:nvGrpSpPr>
        <p:grpSpPr>
          <a:xfrm>
            <a:off x="6822769" y="3050024"/>
            <a:ext cx="2770524" cy="1354907"/>
            <a:chOff x="336470" y="583726"/>
            <a:chExt cx="2770524" cy="1354907"/>
          </a:xfrm>
        </p:grpSpPr>
        <p:sp>
          <p:nvSpPr>
            <p:cNvPr id="151" name="Rounded Rectangle 2">
              <a:extLst>
                <a:ext uri="{FF2B5EF4-FFF2-40B4-BE49-F238E27FC236}">
                  <a16:creationId xmlns:a16="http://schemas.microsoft.com/office/drawing/2014/main" id="{6EB1D16C-420F-7E40-A829-B13E274D54B0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52" name="Connecteur droit 151">
              <a:extLst>
                <a:ext uri="{FF2B5EF4-FFF2-40B4-BE49-F238E27FC236}">
                  <a16:creationId xmlns:a16="http://schemas.microsoft.com/office/drawing/2014/main" id="{B867D87F-3076-B446-92FF-B64F53ECC095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Connecteur droit 152">
              <a:extLst>
                <a:ext uri="{FF2B5EF4-FFF2-40B4-BE49-F238E27FC236}">
                  <a16:creationId xmlns:a16="http://schemas.microsoft.com/office/drawing/2014/main" id="{D546E548-70FC-234F-A8B1-93CD1ABC4088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9" name="ZoneTexte 148">
            <a:extLst>
              <a:ext uri="{FF2B5EF4-FFF2-40B4-BE49-F238E27FC236}">
                <a16:creationId xmlns:a16="http://schemas.microsoft.com/office/drawing/2014/main" id="{2E9D8ACE-3A81-8F46-8DF9-12EB6F8703A7}"/>
              </a:ext>
            </a:extLst>
          </p:cNvPr>
          <p:cNvSpPr txBox="1"/>
          <p:nvPr/>
        </p:nvSpPr>
        <p:spPr>
          <a:xfrm>
            <a:off x="6786000" y="3401830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{{WIN_Q1}}</a:t>
            </a:r>
          </a:p>
        </p:txBody>
      </p:sp>
      <p:sp>
        <p:nvSpPr>
          <p:cNvPr id="150" name="ZoneTexte 149">
            <a:extLst>
              <a:ext uri="{FF2B5EF4-FFF2-40B4-BE49-F238E27FC236}">
                <a16:creationId xmlns:a16="http://schemas.microsoft.com/office/drawing/2014/main" id="{BD41D5E5-CF43-C149-8EAD-1C673202AB44}"/>
              </a:ext>
            </a:extLst>
          </p:cNvPr>
          <p:cNvSpPr txBox="1"/>
          <p:nvPr/>
        </p:nvSpPr>
        <p:spPr>
          <a:xfrm>
            <a:off x="6786000" y="382545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{{WIN_Q2}}</a:t>
            </a:r>
          </a:p>
        </p:txBody>
      </p:sp>
      <p:cxnSp>
        <p:nvCxnSpPr>
          <p:cNvPr id="140" name="Connecteur droit 139">
            <a:extLst>
              <a:ext uri="{FF2B5EF4-FFF2-40B4-BE49-F238E27FC236}">
                <a16:creationId xmlns:a16="http://schemas.microsoft.com/office/drawing/2014/main" id="{13C8F888-C63D-ED4F-AE8A-70A488DC45B7}"/>
              </a:ext>
            </a:extLst>
          </p:cNvPr>
          <p:cNvCxnSpPr/>
          <p:nvPr/>
        </p:nvCxnSpPr>
        <p:spPr>
          <a:xfrm>
            <a:off x="6962210" y="3623626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eur droit 140">
            <a:extLst>
              <a:ext uri="{FF2B5EF4-FFF2-40B4-BE49-F238E27FC236}">
                <a16:creationId xmlns:a16="http://schemas.microsoft.com/office/drawing/2014/main" id="{9E33C42C-662B-264D-AE4B-F7C4DA6983DF}"/>
              </a:ext>
            </a:extLst>
          </p:cNvPr>
          <p:cNvCxnSpPr/>
          <p:nvPr/>
        </p:nvCxnSpPr>
        <p:spPr>
          <a:xfrm>
            <a:off x="6962210" y="4055652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eur droit 136">
            <a:extLst>
              <a:ext uri="{FF2B5EF4-FFF2-40B4-BE49-F238E27FC236}">
                <a16:creationId xmlns:a16="http://schemas.microsoft.com/office/drawing/2014/main" id="{90ADDFC9-68B3-8A49-B1C4-09DBFE7CDDC1}"/>
              </a:ext>
            </a:extLst>
          </p:cNvPr>
          <p:cNvCxnSpPr>
            <a:cxnSpLocks/>
          </p:cNvCxnSpPr>
          <p:nvPr/>
        </p:nvCxnSpPr>
        <p:spPr>
          <a:xfrm>
            <a:off x="8161200" y="4411513"/>
            <a:ext cx="0" cy="882000"/>
          </a:xfrm>
          <a:prstGeom prst="line">
            <a:avLst/>
          </a:prstGeom>
          <a:ln w="9525">
            <a:solidFill>
              <a:schemeClr val="tx1"/>
            </a:solidFill>
            <a:tailEnd type="arrow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eur droit 137">
            <a:extLst>
              <a:ext uri="{FF2B5EF4-FFF2-40B4-BE49-F238E27FC236}">
                <a16:creationId xmlns:a16="http://schemas.microsoft.com/office/drawing/2014/main" id="{4C476156-034F-8749-96E0-EB1D8CE98313}"/>
              </a:ext>
            </a:extLst>
          </p:cNvPr>
          <p:cNvCxnSpPr>
            <a:cxnSpLocks/>
          </p:cNvCxnSpPr>
          <p:nvPr/>
        </p:nvCxnSpPr>
        <p:spPr>
          <a:xfrm flipV="1">
            <a:off x="8161200" y="6642099"/>
            <a:ext cx="0" cy="216000"/>
          </a:xfrm>
          <a:prstGeom prst="line">
            <a:avLst/>
          </a:prstGeom>
          <a:ln w="9525">
            <a:solidFill>
              <a:schemeClr val="tx1"/>
            </a:solidFill>
            <a:tailEnd type="arrow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213911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3912C2F0-2A42-FB4E-A47A-AC7BC56BC50A}"/>
              </a:ext>
            </a:extLst>
          </p:cNvPr>
          <p:cNvSpPr txBox="1"/>
          <p:nvPr/>
        </p:nvSpPr>
        <p:spPr>
          <a:xfrm>
            <a:off x="345599" y="212315"/>
            <a:ext cx="101992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{{H5_CODE}}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5F2AB4DE-8DC9-C241-AB61-34B919DD8121}"/>
              </a:ext>
            </a:extLst>
          </p:cNvPr>
          <p:cNvSpPr txBox="1"/>
          <p:nvPr/>
        </p:nvSpPr>
        <p:spPr>
          <a:xfrm>
            <a:off x="345599" y="212315"/>
            <a:ext cx="275226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{{H5_TERRAIN}}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7858CB23-AA0E-5A46-8B3A-601D41D37DB1}"/>
              </a:ext>
            </a:extLst>
          </p:cNvPr>
          <p:cNvSpPr txBox="1"/>
          <p:nvPr/>
        </p:nvSpPr>
        <p:spPr>
          <a:xfrm>
            <a:off x="1872533" y="212315"/>
            <a:ext cx="12303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{{H5_HEURE}}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A961BC30-BA89-6745-86C8-749B7D565F46}"/>
              </a:ext>
            </a:extLst>
          </p:cNvPr>
          <p:cNvSpPr txBox="1"/>
          <p:nvPr/>
        </p:nvSpPr>
        <p:spPr>
          <a:xfrm>
            <a:off x="1482006" y="764708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ACF35F1D-97C6-EB4E-9F01-79F68ED13BDB}"/>
              </a:ext>
            </a:extLst>
          </p:cNvPr>
          <p:cNvSpPr txBox="1"/>
          <p:nvPr/>
        </p:nvSpPr>
        <p:spPr>
          <a:xfrm>
            <a:off x="1397341" y="1291629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8" name="Groupe 7">
            <a:extLst>
              <a:ext uri="{FF2B5EF4-FFF2-40B4-BE49-F238E27FC236}">
                <a16:creationId xmlns:a16="http://schemas.microsoft.com/office/drawing/2014/main" id="{0A8F35AF-0BCE-9747-BB17-8C96AB4D9E25}"/>
              </a:ext>
            </a:extLst>
          </p:cNvPr>
          <p:cNvGrpSpPr/>
          <p:nvPr/>
        </p:nvGrpSpPr>
        <p:grpSpPr>
          <a:xfrm>
            <a:off x="336470" y="198956"/>
            <a:ext cx="2770524" cy="1354907"/>
            <a:chOff x="336470" y="583726"/>
            <a:chExt cx="2770524" cy="1354907"/>
          </a:xfrm>
        </p:grpSpPr>
        <p:sp>
          <p:nvSpPr>
            <p:cNvPr id="9" name="Rounded Rectangle 2">
              <a:extLst>
                <a:ext uri="{FF2B5EF4-FFF2-40B4-BE49-F238E27FC236}">
                  <a16:creationId xmlns:a16="http://schemas.microsoft.com/office/drawing/2014/main" id="{7D813874-CB8D-1F41-99FA-6CF8D30E5341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0" name="Connecteur droit 9">
              <a:extLst>
                <a:ext uri="{FF2B5EF4-FFF2-40B4-BE49-F238E27FC236}">
                  <a16:creationId xmlns:a16="http://schemas.microsoft.com/office/drawing/2014/main" id="{FA62589C-13B3-984A-B486-10A44E98075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necteur droit 10">
              <a:extLst>
                <a:ext uri="{FF2B5EF4-FFF2-40B4-BE49-F238E27FC236}">
                  <a16:creationId xmlns:a16="http://schemas.microsoft.com/office/drawing/2014/main" id="{80DC2231-6487-B547-9820-7F8195F08085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ZoneTexte 11">
            <a:extLst>
              <a:ext uri="{FF2B5EF4-FFF2-40B4-BE49-F238E27FC236}">
                <a16:creationId xmlns:a16="http://schemas.microsoft.com/office/drawing/2014/main" id="{DE749611-CA8D-C546-8ED3-D694AF18B39D}"/>
              </a:ext>
            </a:extLst>
          </p:cNvPr>
          <p:cNvSpPr txBox="1"/>
          <p:nvPr/>
        </p:nvSpPr>
        <p:spPr>
          <a:xfrm>
            <a:off x="302400" y="550762"/>
            <a:ext cx="25200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{{SECOND_POULE_C}}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649BBF84-F7FD-9646-82CB-64DE5019C715}"/>
              </a:ext>
            </a:extLst>
          </p:cNvPr>
          <p:cNvSpPr txBox="1"/>
          <p:nvPr/>
        </p:nvSpPr>
        <p:spPr>
          <a:xfrm>
            <a:off x="349200" y="974391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0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{{H5_EQ2}}</a:t>
            </a:r>
          </a:p>
        </p:txBody>
      </p:sp>
      <p:cxnSp>
        <p:nvCxnSpPr>
          <p:cNvPr id="17" name="Connecteur droit 16">
            <a:extLst>
              <a:ext uri="{FF2B5EF4-FFF2-40B4-BE49-F238E27FC236}">
                <a16:creationId xmlns:a16="http://schemas.microsoft.com/office/drawing/2014/main" id="{609771E4-5620-B140-A830-968C3DD33C60}"/>
              </a:ext>
            </a:extLst>
          </p:cNvPr>
          <p:cNvCxnSpPr/>
          <p:nvPr/>
        </p:nvCxnSpPr>
        <p:spPr>
          <a:xfrm>
            <a:off x="475911" y="772558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eur droit 17">
            <a:extLst>
              <a:ext uri="{FF2B5EF4-FFF2-40B4-BE49-F238E27FC236}">
                <a16:creationId xmlns:a16="http://schemas.microsoft.com/office/drawing/2014/main" id="{730E3188-0540-7247-8DAC-6D549DC63D85}"/>
              </a:ext>
            </a:extLst>
          </p:cNvPr>
          <p:cNvCxnSpPr/>
          <p:nvPr/>
        </p:nvCxnSpPr>
        <p:spPr>
          <a:xfrm>
            <a:off x="475911" y="120458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eur droit 20">
            <a:extLst>
              <a:ext uri="{FF2B5EF4-FFF2-40B4-BE49-F238E27FC236}">
                <a16:creationId xmlns:a16="http://schemas.microsoft.com/office/drawing/2014/main" id="{916E313C-B7C7-7244-A551-0549310D34D2}"/>
              </a:ext>
            </a:extLst>
          </p:cNvPr>
          <p:cNvCxnSpPr>
            <a:cxnSpLocks/>
          </p:cNvCxnSpPr>
          <p:nvPr/>
        </p:nvCxnSpPr>
        <p:spPr>
          <a:xfrm>
            <a:off x="3106994" y="876409"/>
            <a:ext cx="239968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eur droit 21">
            <a:extLst>
              <a:ext uri="{FF2B5EF4-FFF2-40B4-BE49-F238E27FC236}">
                <a16:creationId xmlns:a16="http://schemas.microsoft.com/office/drawing/2014/main" id="{02683265-9266-B84C-8BEA-54CF85FF8259}"/>
              </a:ext>
            </a:extLst>
          </p:cNvPr>
          <p:cNvCxnSpPr>
            <a:cxnSpLocks/>
          </p:cNvCxnSpPr>
          <p:nvPr/>
        </p:nvCxnSpPr>
        <p:spPr>
          <a:xfrm>
            <a:off x="3106994" y="2449048"/>
            <a:ext cx="239968" cy="1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eur droit 22">
            <a:extLst>
              <a:ext uri="{FF2B5EF4-FFF2-40B4-BE49-F238E27FC236}">
                <a16:creationId xmlns:a16="http://schemas.microsoft.com/office/drawing/2014/main" id="{D0E54234-D279-3244-9054-CEABBA6F0C92}"/>
              </a:ext>
            </a:extLst>
          </p:cNvPr>
          <p:cNvCxnSpPr>
            <a:cxnSpLocks/>
          </p:cNvCxnSpPr>
          <p:nvPr/>
        </p:nvCxnSpPr>
        <p:spPr>
          <a:xfrm flipV="1">
            <a:off x="3342397" y="876409"/>
            <a:ext cx="0" cy="157264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eur droit 23">
            <a:extLst>
              <a:ext uri="{FF2B5EF4-FFF2-40B4-BE49-F238E27FC236}">
                <a16:creationId xmlns:a16="http://schemas.microsoft.com/office/drawing/2014/main" id="{EDA922D6-B6D0-FC43-8867-DCF0EAFEB1BD}"/>
              </a:ext>
            </a:extLst>
          </p:cNvPr>
          <p:cNvCxnSpPr>
            <a:cxnSpLocks/>
          </p:cNvCxnSpPr>
          <p:nvPr/>
        </p:nvCxnSpPr>
        <p:spPr>
          <a:xfrm>
            <a:off x="3342397" y="1622534"/>
            <a:ext cx="225340" cy="0"/>
          </a:xfrm>
          <a:prstGeom prst="line">
            <a:avLst/>
          </a:prstGeom>
          <a:ln w="9525">
            <a:solidFill>
              <a:schemeClr val="tx1"/>
            </a:solidFill>
            <a:tailEnd type="arrow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ZoneTexte 28">
            <a:extLst>
              <a:ext uri="{FF2B5EF4-FFF2-40B4-BE49-F238E27FC236}">
                <a16:creationId xmlns:a16="http://schemas.microsoft.com/office/drawing/2014/main" id="{24736556-A7B3-D943-B9BB-2F01B06592F5}"/>
              </a:ext>
            </a:extLst>
          </p:cNvPr>
          <p:cNvSpPr txBox="1"/>
          <p:nvPr/>
        </p:nvSpPr>
        <p:spPr>
          <a:xfrm>
            <a:off x="345600" y="1781130"/>
            <a:ext cx="101535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{{H6_CODE}}</a:t>
            </a:r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CB1A0634-4D40-F44E-96DD-90CAC34485C7}"/>
              </a:ext>
            </a:extLst>
          </p:cNvPr>
          <p:cNvSpPr txBox="1"/>
          <p:nvPr/>
        </p:nvSpPr>
        <p:spPr>
          <a:xfrm>
            <a:off x="345599" y="1781130"/>
            <a:ext cx="274770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{{H6_TERRAIN}}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31" name="ZoneTexte 30">
            <a:extLst>
              <a:ext uri="{FF2B5EF4-FFF2-40B4-BE49-F238E27FC236}">
                <a16:creationId xmlns:a16="http://schemas.microsoft.com/office/drawing/2014/main" id="{04E8E58D-229C-F448-8D80-E5DB0D3C6352}"/>
              </a:ext>
            </a:extLst>
          </p:cNvPr>
          <p:cNvSpPr txBox="1"/>
          <p:nvPr/>
        </p:nvSpPr>
        <p:spPr>
          <a:xfrm>
            <a:off x="1980209" y="1781130"/>
            <a:ext cx="112222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{{H6_HEURE}}</a:t>
            </a:r>
          </a:p>
        </p:txBody>
      </p:sp>
      <p:sp>
        <p:nvSpPr>
          <p:cNvPr id="33" name="ZoneTexte 32">
            <a:extLst>
              <a:ext uri="{FF2B5EF4-FFF2-40B4-BE49-F238E27FC236}">
                <a16:creationId xmlns:a16="http://schemas.microsoft.com/office/drawing/2014/main" id="{BE860D4B-5FA2-0949-8C1F-DBB6974DD0A4}"/>
              </a:ext>
            </a:extLst>
          </p:cNvPr>
          <p:cNvSpPr txBox="1"/>
          <p:nvPr/>
        </p:nvSpPr>
        <p:spPr>
          <a:xfrm>
            <a:off x="1477442" y="2333523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34" name="ZoneTexte 33">
            <a:extLst>
              <a:ext uri="{FF2B5EF4-FFF2-40B4-BE49-F238E27FC236}">
                <a16:creationId xmlns:a16="http://schemas.microsoft.com/office/drawing/2014/main" id="{373BF26C-CB2F-A642-8062-13614E208371}"/>
              </a:ext>
            </a:extLst>
          </p:cNvPr>
          <p:cNvSpPr txBox="1"/>
          <p:nvPr/>
        </p:nvSpPr>
        <p:spPr>
          <a:xfrm>
            <a:off x="1392777" y="2860444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35" name="Groupe 34">
            <a:extLst>
              <a:ext uri="{FF2B5EF4-FFF2-40B4-BE49-F238E27FC236}">
                <a16:creationId xmlns:a16="http://schemas.microsoft.com/office/drawing/2014/main" id="{D936EF91-D683-A74E-8FD1-99A5F380683D}"/>
              </a:ext>
            </a:extLst>
          </p:cNvPr>
          <p:cNvGrpSpPr/>
          <p:nvPr/>
        </p:nvGrpSpPr>
        <p:grpSpPr>
          <a:xfrm>
            <a:off x="331906" y="1767771"/>
            <a:ext cx="2770524" cy="1354907"/>
            <a:chOff x="336470" y="583726"/>
            <a:chExt cx="2770524" cy="1354907"/>
          </a:xfrm>
        </p:grpSpPr>
        <p:sp>
          <p:nvSpPr>
            <p:cNvPr id="38" name="Rounded Rectangle 2">
              <a:extLst>
                <a:ext uri="{FF2B5EF4-FFF2-40B4-BE49-F238E27FC236}">
                  <a16:creationId xmlns:a16="http://schemas.microsoft.com/office/drawing/2014/main" id="{1E8A6ECF-50CB-AE43-B7F5-0C853C38A9EA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39" name="Connecteur droit 38">
              <a:extLst>
                <a:ext uri="{FF2B5EF4-FFF2-40B4-BE49-F238E27FC236}">
                  <a16:creationId xmlns:a16="http://schemas.microsoft.com/office/drawing/2014/main" id="{D060424E-58B6-5B41-84AF-3BEEE034C4E1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Connecteur droit 39">
              <a:extLst>
                <a:ext uri="{FF2B5EF4-FFF2-40B4-BE49-F238E27FC236}">
                  <a16:creationId xmlns:a16="http://schemas.microsoft.com/office/drawing/2014/main" id="{8298C192-E41E-164A-B8C9-99CB5396B938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ZoneTexte 35">
            <a:extLst>
              <a:ext uri="{FF2B5EF4-FFF2-40B4-BE49-F238E27FC236}">
                <a16:creationId xmlns:a16="http://schemas.microsoft.com/office/drawing/2014/main" id="{6E95E34C-38E1-FA41-9B40-FD5D057D482A}"/>
              </a:ext>
            </a:extLst>
          </p:cNvPr>
          <p:cNvSpPr txBox="1"/>
          <p:nvPr/>
        </p:nvSpPr>
        <p:spPr>
          <a:xfrm>
            <a:off x="302400" y="2119577"/>
            <a:ext cx="25200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{{WIN_POULE_B}}</a:t>
            </a:r>
          </a:p>
        </p:txBody>
      </p:sp>
      <p:sp>
        <p:nvSpPr>
          <p:cNvPr id="37" name="ZoneTexte 36">
            <a:extLst>
              <a:ext uri="{FF2B5EF4-FFF2-40B4-BE49-F238E27FC236}">
                <a16:creationId xmlns:a16="http://schemas.microsoft.com/office/drawing/2014/main" id="{FD56B25F-6EEC-DB4C-BC89-205E72055471}"/>
              </a:ext>
            </a:extLst>
          </p:cNvPr>
          <p:cNvSpPr txBox="1"/>
          <p:nvPr/>
        </p:nvSpPr>
        <p:spPr>
          <a:xfrm>
            <a:off x="349200" y="2543206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0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{{H6_EQ2}}</a:t>
            </a:r>
          </a:p>
        </p:txBody>
      </p:sp>
      <p:cxnSp>
        <p:nvCxnSpPr>
          <p:cNvPr id="27" name="Connecteur droit 26">
            <a:extLst>
              <a:ext uri="{FF2B5EF4-FFF2-40B4-BE49-F238E27FC236}">
                <a16:creationId xmlns:a16="http://schemas.microsoft.com/office/drawing/2014/main" id="{33C0B027-9788-C544-BECF-24176B4F24C4}"/>
              </a:ext>
            </a:extLst>
          </p:cNvPr>
          <p:cNvCxnSpPr/>
          <p:nvPr/>
        </p:nvCxnSpPr>
        <p:spPr>
          <a:xfrm>
            <a:off x="471347" y="2341373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eur droit 27">
            <a:extLst>
              <a:ext uri="{FF2B5EF4-FFF2-40B4-BE49-F238E27FC236}">
                <a16:creationId xmlns:a16="http://schemas.microsoft.com/office/drawing/2014/main" id="{81371FBE-9BC3-0240-9F39-55DCE61CA48C}"/>
              </a:ext>
            </a:extLst>
          </p:cNvPr>
          <p:cNvCxnSpPr/>
          <p:nvPr/>
        </p:nvCxnSpPr>
        <p:spPr>
          <a:xfrm>
            <a:off x="471347" y="2773399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ZoneTexte 44">
            <a:extLst>
              <a:ext uri="{FF2B5EF4-FFF2-40B4-BE49-F238E27FC236}">
                <a16:creationId xmlns:a16="http://schemas.microsoft.com/office/drawing/2014/main" id="{D61BDC4A-E6D4-2F41-B5EF-B4F0A6D23CD2}"/>
              </a:ext>
            </a:extLst>
          </p:cNvPr>
          <p:cNvSpPr txBox="1"/>
          <p:nvPr/>
        </p:nvSpPr>
        <p:spPr>
          <a:xfrm>
            <a:off x="345600" y="3357593"/>
            <a:ext cx="101535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{{H7_CODE}}</a:t>
            </a:r>
          </a:p>
        </p:txBody>
      </p:sp>
      <p:sp>
        <p:nvSpPr>
          <p:cNvPr id="46" name="ZoneTexte 45">
            <a:extLst>
              <a:ext uri="{FF2B5EF4-FFF2-40B4-BE49-F238E27FC236}">
                <a16:creationId xmlns:a16="http://schemas.microsoft.com/office/drawing/2014/main" id="{1949FF2A-29BE-8242-99DE-1A7686291175}"/>
              </a:ext>
            </a:extLst>
          </p:cNvPr>
          <p:cNvSpPr txBox="1"/>
          <p:nvPr/>
        </p:nvSpPr>
        <p:spPr>
          <a:xfrm>
            <a:off x="345599" y="3357593"/>
            <a:ext cx="275683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{{H7_TERRAIN}}</a:t>
            </a:r>
          </a:p>
        </p:txBody>
      </p:sp>
      <p:sp>
        <p:nvSpPr>
          <p:cNvPr id="47" name="ZoneTexte 46">
            <a:extLst>
              <a:ext uri="{FF2B5EF4-FFF2-40B4-BE49-F238E27FC236}">
                <a16:creationId xmlns:a16="http://schemas.microsoft.com/office/drawing/2014/main" id="{789B6E7D-0ACE-D54A-BEC3-8D124E0FF8E0}"/>
              </a:ext>
            </a:extLst>
          </p:cNvPr>
          <p:cNvSpPr txBox="1"/>
          <p:nvPr/>
        </p:nvSpPr>
        <p:spPr>
          <a:xfrm>
            <a:off x="1872532" y="3357593"/>
            <a:ext cx="122989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{{H7_HEURE}}</a:t>
            </a:r>
          </a:p>
        </p:txBody>
      </p:sp>
      <p:sp>
        <p:nvSpPr>
          <p:cNvPr id="49" name="ZoneTexte 48">
            <a:extLst>
              <a:ext uri="{FF2B5EF4-FFF2-40B4-BE49-F238E27FC236}">
                <a16:creationId xmlns:a16="http://schemas.microsoft.com/office/drawing/2014/main" id="{25F25A30-419A-5043-98D2-AB822CC41492}"/>
              </a:ext>
            </a:extLst>
          </p:cNvPr>
          <p:cNvSpPr txBox="1"/>
          <p:nvPr/>
        </p:nvSpPr>
        <p:spPr>
          <a:xfrm>
            <a:off x="1477442" y="3909986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50" name="ZoneTexte 49">
            <a:extLst>
              <a:ext uri="{FF2B5EF4-FFF2-40B4-BE49-F238E27FC236}">
                <a16:creationId xmlns:a16="http://schemas.microsoft.com/office/drawing/2014/main" id="{7A1E7F85-AC2C-1846-A6D9-8EBE1787AD21}"/>
              </a:ext>
            </a:extLst>
          </p:cNvPr>
          <p:cNvSpPr txBox="1"/>
          <p:nvPr/>
        </p:nvSpPr>
        <p:spPr>
          <a:xfrm>
            <a:off x="1392777" y="4436907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sp>
        <p:nvSpPr>
          <p:cNvPr id="54" name="Rounded Rectangle 2">
            <a:extLst>
              <a:ext uri="{FF2B5EF4-FFF2-40B4-BE49-F238E27FC236}">
                <a16:creationId xmlns:a16="http://schemas.microsoft.com/office/drawing/2014/main" id="{B72B1995-9DF8-544F-97A7-3546FF5A18F2}"/>
              </a:ext>
            </a:extLst>
          </p:cNvPr>
          <p:cNvSpPr/>
          <p:nvPr/>
        </p:nvSpPr>
        <p:spPr>
          <a:xfrm>
            <a:off x="331906" y="3344234"/>
            <a:ext cx="2770524" cy="1354907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cxnSp>
        <p:nvCxnSpPr>
          <p:cNvPr id="55" name="Connecteur droit 54">
            <a:extLst>
              <a:ext uri="{FF2B5EF4-FFF2-40B4-BE49-F238E27FC236}">
                <a16:creationId xmlns:a16="http://schemas.microsoft.com/office/drawing/2014/main" id="{936D0852-9F6C-464D-A746-1C8953186F39}"/>
              </a:ext>
            </a:extLst>
          </p:cNvPr>
          <p:cNvCxnSpPr>
            <a:cxnSpLocks/>
          </p:cNvCxnSpPr>
          <p:nvPr/>
        </p:nvCxnSpPr>
        <p:spPr>
          <a:xfrm>
            <a:off x="331906" y="3606909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eur droit 55">
            <a:extLst>
              <a:ext uri="{FF2B5EF4-FFF2-40B4-BE49-F238E27FC236}">
                <a16:creationId xmlns:a16="http://schemas.microsoft.com/office/drawing/2014/main" id="{CE97A6C0-FEBA-D146-AC85-E4C52C9A8DD8}"/>
              </a:ext>
            </a:extLst>
          </p:cNvPr>
          <p:cNvCxnSpPr>
            <a:cxnSpLocks/>
          </p:cNvCxnSpPr>
          <p:nvPr/>
        </p:nvCxnSpPr>
        <p:spPr>
          <a:xfrm>
            <a:off x="331906" y="4441042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ZoneTexte 51">
            <a:extLst>
              <a:ext uri="{FF2B5EF4-FFF2-40B4-BE49-F238E27FC236}">
                <a16:creationId xmlns:a16="http://schemas.microsoft.com/office/drawing/2014/main" id="{C2A9E468-840B-984C-BE1B-7859B1027AA0}"/>
              </a:ext>
            </a:extLst>
          </p:cNvPr>
          <p:cNvSpPr txBox="1"/>
          <p:nvPr/>
        </p:nvSpPr>
        <p:spPr>
          <a:xfrm>
            <a:off x="302400" y="3696040"/>
            <a:ext cx="25200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{{SECOND_POULE_D}}</a:t>
            </a:r>
          </a:p>
        </p:txBody>
      </p:sp>
      <p:sp>
        <p:nvSpPr>
          <p:cNvPr id="53" name="ZoneTexte 52">
            <a:extLst>
              <a:ext uri="{FF2B5EF4-FFF2-40B4-BE49-F238E27FC236}">
                <a16:creationId xmlns:a16="http://schemas.microsoft.com/office/drawing/2014/main" id="{19358C84-D947-9545-A25A-1009F77AD633}"/>
              </a:ext>
            </a:extLst>
          </p:cNvPr>
          <p:cNvSpPr txBox="1"/>
          <p:nvPr/>
        </p:nvSpPr>
        <p:spPr>
          <a:xfrm>
            <a:off x="349200" y="4119669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0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{{H7_EQ2}}</a:t>
            </a:r>
          </a:p>
        </p:txBody>
      </p:sp>
      <p:cxnSp>
        <p:nvCxnSpPr>
          <p:cNvPr id="43" name="Connecteur droit 42">
            <a:extLst>
              <a:ext uri="{FF2B5EF4-FFF2-40B4-BE49-F238E27FC236}">
                <a16:creationId xmlns:a16="http://schemas.microsoft.com/office/drawing/2014/main" id="{52CAE22C-BB05-3F42-8594-8AF82F70CE9F}"/>
              </a:ext>
            </a:extLst>
          </p:cNvPr>
          <p:cNvCxnSpPr/>
          <p:nvPr/>
        </p:nvCxnSpPr>
        <p:spPr>
          <a:xfrm>
            <a:off x="471347" y="3917836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eur droit 43">
            <a:extLst>
              <a:ext uri="{FF2B5EF4-FFF2-40B4-BE49-F238E27FC236}">
                <a16:creationId xmlns:a16="http://schemas.microsoft.com/office/drawing/2014/main" id="{AB84090C-C1EF-E94D-B5C7-3B9DB4D301D8}"/>
              </a:ext>
            </a:extLst>
          </p:cNvPr>
          <p:cNvCxnSpPr/>
          <p:nvPr/>
        </p:nvCxnSpPr>
        <p:spPr>
          <a:xfrm>
            <a:off x="471347" y="4349862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eur droit 57">
            <a:extLst>
              <a:ext uri="{FF2B5EF4-FFF2-40B4-BE49-F238E27FC236}">
                <a16:creationId xmlns:a16="http://schemas.microsoft.com/office/drawing/2014/main" id="{EB5C8204-FC14-FE45-9C99-674A1524C257}"/>
              </a:ext>
            </a:extLst>
          </p:cNvPr>
          <p:cNvCxnSpPr>
            <a:cxnSpLocks/>
          </p:cNvCxnSpPr>
          <p:nvPr/>
        </p:nvCxnSpPr>
        <p:spPr>
          <a:xfrm>
            <a:off x="3102430" y="4025402"/>
            <a:ext cx="239968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eur droit 58">
            <a:extLst>
              <a:ext uri="{FF2B5EF4-FFF2-40B4-BE49-F238E27FC236}">
                <a16:creationId xmlns:a16="http://schemas.microsoft.com/office/drawing/2014/main" id="{36D666EE-D2FC-0C48-A064-CBC5C199414E}"/>
              </a:ext>
            </a:extLst>
          </p:cNvPr>
          <p:cNvCxnSpPr>
            <a:cxnSpLocks/>
          </p:cNvCxnSpPr>
          <p:nvPr/>
        </p:nvCxnSpPr>
        <p:spPr>
          <a:xfrm>
            <a:off x="3102430" y="5598041"/>
            <a:ext cx="239968" cy="1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eur droit 59">
            <a:extLst>
              <a:ext uri="{FF2B5EF4-FFF2-40B4-BE49-F238E27FC236}">
                <a16:creationId xmlns:a16="http://schemas.microsoft.com/office/drawing/2014/main" id="{E2149F88-8679-4249-BC98-E186FC189F17}"/>
              </a:ext>
            </a:extLst>
          </p:cNvPr>
          <p:cNvCxnSpPr>
            <a:cxnSpLocks/>
          </p:cNvCxnSpPr>
          <p:nvPr/>
        </p:nvCxnSpPr>
        <p:spPr>
          <a:xfrm flipV="1">
            <a:off x="3337833" y="4025402"/>
            <a:ext cx="0" cy="157264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eur droit 60">
            <a:extLst>
              <a:ext uri="{FF2B5EF4-FFF2-40B4-BE49-F238E27FC236}">
                <a16:creationId xmlns:a16="http://schemas.microsoft.com/office/drawing/2014/main" id="{B616E7C2-6DEE-4C45-8024-5F4F5DDC708A}"/>
              </a:ext>
            </a:extLst>
          </p:cNvPr>
          <p:cNvCxnSpPr>
            <a:cxnSpLocks/>
          </p:cNvCxnSpPr>
          <p:nvPr/>
        </p:nvCxnSpPr>
        <p:spPr>
          <a:xfrm>
            <a:off x="3337833" y="4771527"/>
            <a:ext cx="225340" cy="0"/>
          </a:xfrm>
          <a:prstGeom prst="line">
            <a:avLst/>
          </a:prstGeom>
          <a:ln w="9525">
            <a:solidFill>
              <a:schemeClr val="tx1"/>
            </a:solidFill>
            <a:tailEnd type="arrow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ZoneTexte 65">
            <a:extLst>
              <a:ext uri="{FF2B5EF4-FFF2-40B4-BE49-F238E27FC236}">
                <a16:creationId xmlns:a16="http://schemas.microsoft.com/office/drawing/2014/main" id="{9F8C7379-D30C-F74E-AA5B-63A5F4C6C03E}"/>
              </a:ext>
            </a:extLst>
          </p:cNvPr>
          <p:cNvSpPr txBox="1"/>
          <p:nvPr/>
        </p:nvSpPr>
        <p:spPr>
          <a:xfrm>
            <a:off x="345600" y="4941486"/>
            <a:ext cx="101079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{{H8_CODE}}</a:t>
            </a:r>
          </a:p>
        </p:txBody>
      </p:sp>
      <p:sp>
        <p:nvSpPr>
          <p:cNvPr id="67" name="ZoneTexte 66">
            <a:extLst>
              <a:ext uri="{FF2B5EF4-FFF2-40B4-BE49-F238E27FC236}">
                <a16:creationId xmlns:a16="http://schemas.microsoft.com/office/drawing/2014/main" id="{243CB846-14FC-4C46-B83E-0B443436468B}"/>
              </a:ext>
            </a:extLst>
          </p:cNvPr>
          <p:cNvSpPr txBox="1"/>
          <p:nvPr/>
        </p:nvSpPr>
        <p:spPr>
          <a:xfrm>
            <a:off x="331906" y="4941486"/>
            <a:ext cx="2770523" cy="262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{{H8_TERRAIN}}</a:t>
            </a:r>
          </a:p>
        </p:txBody>
      </p:sp>
      <p:sp>
        <p:nvSpPr>
          <p:cNvPr id="68" name="ZoneTexte 67">
            <a:extLst>
              <a:ext uri="{FF2B5EF4-FFF2-40B4-BE49-F238E27FC236}">
                <a16:creationId xmlns:a16="http://schemas.microsoft.com/office/drawing/2014/main" id="{832265AB-9324-A746-87C9-3A9070F6DAC5}"/>
              </a:ext>
            </a:extLst>
          </p:cNvPr>
          <p:cNvSpPr txBox="1"/>
          <p:nvPr/>
        </p:nvSpPr>
        <p:spPr>
          <a:xfrm>
            <a:off x="1971540" y="4941486"/>
            <a:ext cx="11263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{{H8_HEURE}}</a:t>
            </a:r>
          </a:p>
        </p:txBody>
      </p:sp>
      <p:sp>
        <p:nvSpPr>
          <p:cNvPr id="70" name="ZoneTexte 69">
            <a:extLst>
              <a:ext uri="{FF2B5EF4-FFF2-40B4-BE49-F238E27FC236}">
                <a16:creationId xmlns:a16="http://schemas.microsoft.com/office/drawing/2014/main" id="{F4AD24E2-FA98-7647-AAB3-B0F46F92039A}"/>
              </a:ext>
            </a:extLst>
          </p:cNvPr>
          <p:cNvSpPr txBox="1"/>
          <p:nvPr/>
        </p:nvSpPr>
        <p:spPr>
          <a:xfrm>
            <a:off x="1472878" y="5493879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71" name="ZoneTexte 70">
            <a:extLst>
              <a:ext uri="{FF2B5EF4-FFF2-40B4-BE49-F238E27FC236}">
                <a16:creationId xmlns:a16="http://schemas.microsoft.com/office/drawing/2014/main" id="{8007AE35-7248-DA4B-8C2B-7B22C216CA94}"/>
              </a:ext>
            </a:extLst>
          </p:cNvPr>
          <p:cNvSpPr txBox="1"/>
          <p:nvPr/>
        </p:nvSpPr>
        <p:spPr>
          <a:xfrm>
            <a:off x="1388213" y="6020800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72" name="Groupe 71">
            <a:extLst>
              <a:ext uri="{FF2B5EF4-FFF2-40B4-BE49-F238E27FC236}">
                <a16:creationId xmlns:a16="http://schemas.microsoft.com/office/drawing/2014/main" id="{7F761C82-C2B4-DF48-BDBE-901690A5B68B}"/>
              </a:ext>
            </a:extLst>
          </p:cNvPr>
          <p:cNvGrpSpPr/>
          <p:nvPr/>
        </p:nvGrpSpPr>
        <p:grpSpPr>
          <a:xfrm>
            <a:off x="327342" y="4928127"/>
            <a:ext cx="2770524" cy="1354907"/>
            <a:chOff x="336470" y="583726"/>
            <a:chExt cx="2770524" cy="1354907"/>
          </a:xfrm>
        </p:grpSpPr>
        <p:sp>
          <p:nvSpPr>
            <p:cNvPr id="75" name="Rounded Rectangle 2">
              <a:extLst>
                <a:ext uri="{FF2B5EF4-FFF2-40B4-BE49-F238E27FC236}">
                  <a16:creationId xmlns:a16="http://schemas.microsoft.com/office/drawing/2014/main" id="{C63681AC-F35F-5A46-8108-48FC8C3CD8D6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76" name="Connecteur droit 75">
              <a:extLst>
                <a:ext uri="{FF2B5EF4-FFF2-40B4-BE49-F238E27FC236}">
                  <a16:creationId xmlns:a16="http://schemas.microsoft.com/office/drawing/2014/main" id="{A4F0A925-A8D3-E14C-A2D6-2498173B07D6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Connecteur droit 76">
              <a:extLst>
                <a:ext uri="{FF2B5EF4-FFF2-40B4-BE49-F238E27FC236}">
                  <a16:creationId xmlns:a16="http://schemas.microsoft.com/office/drawing/2014/main" id="{1C61639B-3737-7E43-9785-0CE10A9F34CD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3" name="ZoneTexte 72">
            <a:extLst>
              <a:ext uri="{FF2B5EF4-FFF2-40B4-BE49-F238E27FC236}">
                <a16:creationId xmlns:a16="http://schemas.microsoft.com/office/drawing/2014/main" id="{3CDDDA5A-8C0D-B44E-91D5-6F61D8DD533E}"/>
              </a:ext>
            </a:extLst>
          </p:cNvPr>
          <p:cNvSpPr txBox="1"/>
          <p:nvPr/>
        </p:nvSpPr>
        <p:spPr>
          <a:xfrm>
            <a:off x="302400" y="5279933"/>
            <a:ext cx="25200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{{WIN_POULE_A}}</a:t>
            </a:r>
          </a:p>
        </p:txBody>
      </p:sp>
      <p:sp>
        <p:nvSpPr>
          <p:cNvPr id="74" name="ZoneTexte 73">
            <a:extLst>
              <a:ext uri="{FF2B5EF4-FFF2-40B4-BE49-F238E27FC236}">
                <a16:creationId xmlns:a16="http://schemas.microsoft.com/office/drawing/2014/main" id="{55C57D4B-AAC5-AD4B-8E2C-6501FB5294AA}"/>
              </a:ext>
            </a:extLst>
          </p:cNvPr>
          <p:cNvSpPr txBox="1"/>
          <p:nvPr/>
        </p:nvSpPr>
        <p:spPr>
          <a:xfrm>
            <a:off x="349200" y="5703562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0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{{H8_EQ2}}</a:t>
            </a:r>
          </a:p>
        </p:txBody>
      </p:sp>
      <p:cxnSp>
        <p:nvCxnSpPr>
          <p:cNvPr id="64" name="Connecteur droit 63">
            <a:extLst>
              <a:ext uri="{FF2B5EF4-FFF2-40B4-BE49-F238E27FC236}">
                <a16:creationId xmlns:a16="http://schemas.microsoft.com/office/drawing/2014/main" id="{ABDAC2DB-5B7A-4F43-8744-40E6165584D5}"/>
              </a:ext>
            </a:extLst>
          </p:cNvPr>
          <p:cNvCxnSpPr/>
          <p:nvPr/>
        </p:nvCxnSpPr>
        <p:spPr>
          <a:xfrm>
            <a:off x="466783" y="5501729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eur droit 64">
            <a:extLst>
              <a:ext uri="{FF2B5EF4-FFF2-40B4-BE49-F238E27FC236}">
                <a16:creationId xmlns:a16="http://schemas.microsoft.com/office/drawing/2014/main" id="{6A3E2E00-B093-7D4F-BC12-05886C4247D5}"/>
              </a:ext>
            </a:extLst>
          </p:cNvPr>
          <p:cNvCxnSpPr/>
          <p:nvPr/>
        </p:nvCxnSpPr>
        <p:spPr>
          <a:xfrm>
            <a:off x="466783" y="5933755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ZoneTexte 81">
            <a:extLst>
              <a:ext uri="{FF2B5EF4-FFF2-40B4-BE49-F238E27FC236}">
                <a16:creationId xmlns:a16="http://schemas.microsoft.com/office/drawing/2014/main" id="{3279640A-A774-5742-A7B3-063C0FC4779D}"/>
              </a:ext>
            </a:extLst>
          </p:cNvPr>
          <p:cNvSpPr txBox="1"/>
          <p:nvPr/>
        </p:nvSpPr>
        <p:spPr>
          <a:xfrm>
            <a:off x="3567600" y="956262"/>
            <a:ext cx="102462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{{Q3_CODE}}</a:t>
            </a:r>
          </a:p>
        </p:txBody>
      </p:sp>
      <p:sp>
        <p:nvSpPr>
          <p:cNvPr id="83" name="ZoneTexte 82">
            <a:extLst>
              <a:ext uri="{FF2B5EF4-FFF2-40B4-BE49-F238E27FC236}">
                <a16:creationId xmlns:a16="http://schemas.microsoft.com/office/drawing/2014/main" id="{590F566A-D92F-5242-BBDC-F144A710434C}"/>
              </a:ext>
            </a:extLst>
          </p:cNvPr>
          <p:cNvSpPr txBox="1"/>
          <p:nvPr/>
        </p:nvSpPr>
        <p:spPr>
          <a:xfrm>
            <a:off x="3563173" y="956262"/>
            <a:ext cx="277052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{{Q3_TERRAIN}}</a:t>
            </a:r>
          </a:p>
        </p:txBody>
      </p:sp>
      <p:sp>
        <p:nvSpPr>
          <p:cNvPr id="84" name="ZoneTexte 83">
            <a:extLst>
              <a:ext uri="{FF2B5EF4-FFF2-40B4-BE49-F238E27FC236}">
                <a16:creationId xmlns:a16="http://schemas.microsoft.com/office/drawing/2014/main" id="{12DCC3BB-AF0E-EB46-B2A1-A596BB18B5D7}"/>
              </a:ext>
            </a:extLst>
          </p:cNvPr>
          <p:cNvSpPr txBox="1"/>
          <p:nvPr/>
        </p:nvSpPr>
        <p:spPr>
          <a:xfrm>
            <a:off x="5169898" y="956262"/>
            <a:ext cx="116380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{{Q3_HEURE}}</a:t>
            </a:r>
          </a:p>
        </p:txBody>
      </p:sp>
      <p:sp>
        <p:nvSpPr>
          <p:cNvPr id="86" name="ZoneTexte 85">
            <a:extLst>
              <a:ext uri="{FF2B5EF4-FFF2-40B4-BE49-F238E27FC236}">
                <a16:creationId xmlns:a16="http://schemas.microsoft.com/office/drawing/2014/main" id="{26C878EB-707A-7444-9C8A-2B3905975071}"/>
              </a:ext>
            </a:extLst>
          </p:cNvPr>
          <p:cNvSpPr txBox="1"/>
          <p:nvPr/>
        </p:nvSpPr>
        <p:spPr>
          <a:xfrm>
            <a:off x="4708712" y="1508655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87" name="ZoneTexte 86">
            <a:extLst>
              <a:ext uri="{FF2B5EF4-FFF2-40B4-BE49-F238E27FC236}">
                <a16:creationId xmlns:a16="http://schemas.microsoft.com/office/drawing/2014/main" id="{A144670B-58EE-524F-99E5-2B3C81E7289F}"/>
              </a:ext>
            </a:extLst>
          </p:cNvPr>
          <p:cNvSpPr txBox="1"/>
          <p:nvPr/>
        </p:nvSpPr>
        <p:spPr>
          <a:xfrm>
            <a:off x="4624047" y="2035576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88" name="Groupe 87">
            <a:extLst>
              <a:ext uri="{FF2B5EF4-FFF2-40B4-BE49-F238E27FC236}">
                <a16:creationId xmlns:a16="http://schemas.microsoft.com/office/drawing/2014/main" id="{B0F2BD75-4443-D84D-B154-D1057C85CDAE}"/>
              </a:ext>
            </a:extLst>
          </p:cNvPr>
          <p:cNvGrpSpPr/>
          <p:nvPr/>
        </p:nvGrpSpPr>
        <p:grpSpPr>
          <a:xfrm>
            <a:off x="3563176" y="942903"/>
            <a:ext cx="2770524" cy="1354907"/>
            <a:chOff x="336470" y="583726"/>
            <a:chExt cx="2770524" cy="1354907"/>
          </a:xfrm>
        </p:grpSpPr>
        <p:sp>
          <p:nvSpPr>
            <p:cNvPr id="91" name="Rounded Rectangle 2">
              <a:extLst>
                <a:ext uri="{FF2B5EF4-FFF2-40B4-BE49-F238E27FC236}">
                  <a16:creationId xmlns:a16="http://schemas.microsoft.com/office/drawing/2014/main" id="{9576F30C-0DE9-1E43-8389-A0DA82691D16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92" name="Connecteur droit 91">
              <a:extLst>
                <a:ext uri="{FF2B5EF4-FFF2-40B4-BE49-F238E27FC236}">
                  <a16:creationId xmlns:a16="http://schemas.microsoft.com/office/drawing/2014/main" id="{E52F0D62-D88D-E849-AF92-9A67FFE282C6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Connecteur droit 92">
              <a:extLst>
                <a:ext uri="{FF2B5EF4-FFF2-40B4-BE49-F238E27FC236}">
                  <a16:creationId xmlns:a16="http://schemas.microsoft.com/office/drawing/2014/main" id="{CBB09D14-D29B-AD45-AFF4-A545CC76BC7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9" name="ZoneTexte 88">
            <a:extLst>
              <a:ext uri="{FF2B5EF4-FFF2-40B4-BE49-F238E27FC236}">
                <a16:creationId xmlns:a16="http://schemas.microsoft.com/office/drawing/2014/main" id="{781AB9AB-714D-9346-BDD6-E6310837A8C5}"/>
              </a:ext>
            </a:extLst>
          </p:cNvPr>
          <p:cNvSpPr txBox="1"/>
          <p:nvPr/>
        </p:nvSpPr>
        <p:spPr>
          <a:xfrm>
            <a:off x="3528000" y="129470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{{WIN_H5}}</a:t>
            </a:r>
          </a:p>
        </p:txBody>
      </p:sp>
      <p:sp>
        <p:nvSpPr>
          <p:cNvPr id="90" name="ZoneTexte 89">
            <a:extLst>
              <a:ext uri="{FF2B5EF4-FFF2-40B4-BE49-F238E27FC236}">
                <a16:creationId xmlns:a16="http://schemas.microsoft.com/office/drawing/2014/main" id="{4C02E111-27AC-2C4E-85B7-073CFBAFFBD2}"/>
              </a:ext>
            </a:extLst>
          </p:cNvPr>
          <p:cNvSpPr txBox="1"/>
          <p:nvPr/>
        </p:nvSpPr>
        <p:spPr>
          <a:xfrm>
            <a:off x="3528000" y="1718338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</a:t>
            </a:r>
            <a:r>
              <a:rPr lang="fr-FR" dirty="0"/>
              <a:t>H6</a:t>
            </a:r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}}</a:t>
            </a:r>
          </a:p>
        </p:txBody>
      </p:sp>
      <p:cxnSp>
        <p:nvCxnSpPr>
          <p:cNvPr id="80" name="Connecteur droit 79">
            <a:extLst>
              <a:ext uri="{FF2B5EF4-FFF2-40B4-BE49-F238E27FC236}">
                <a16:creationId xmlns:a16="http://schemas.microsoft.com/office/drawing/2014/main" id="{A998CE6F-1EAA-464F-A86D-495B88D65B78}"/>
              </a:ext>
            </a:extLst>
          </p:cNvPr>
          <p:cNvCxnSpPr/>
          <p:nvPr/>
        </p:nvCxnSpPr>
        <p:spPr>
          <a:xfrm>
            <a:off x="3702617" y="1516505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eur droit 80">
            <a:extLst>
              <a:ext uri="{FF2B5EF4-FFF2-40B4-BE49-F238E27FC236}">
                <a16:creationId xmlns:a16="http://schemas.microsoft.com/office/drawing/2014/main" id="{78FF5F94-1E72-D94C-92C9-3BFE3965A1D9}"/>
              </a:ext>
            </a:extLst>
          </p:cNvPr>
          <p:cNvCxnSpPr/>
          <p:nvPr/>
        </p:nvCxnSpPr>
        <p:spPr>
          <a:xfrm>
            <a:off x="3702617" y="194853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ZoneTexte 97">
            <a:extLst>
              <a:ext uri="{FF2B5EF4-FFF2-40B4-BE49-F238E27FC236}">
                <a16:creationId xmlns:a16="http://schemas.microsoft.com/office/drawing/2014/main" id="{169691C6-0FE4-D14B-85B8-7311AEA1CAF9}"/>
              </a:ext>
            </a:extLst>
          </p:cNvPr>
          <p:cNvSpPr txBox="1"/>
          <p:nvPr/>
        </p:nvSpPr>
        <p:spPr>
          <a:xfrm>
            <a:off x="3567600" y="4099785"/>
            <a:ext cx="102462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{{Q4_CODE}}</a:t>
            </a:r>
          </a:p>
          <a:p>
            <a:endParaRPr lang="fr-FR" sz="1100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99" name="ZoneTexte 98">
            <a:extLst>
              <a:ext uri="{FF2B5EF4-FFF2-40B4-BE49-F238E27FC236}">
                <a16:creationId xmlns:a16="http://schemas.microsoft.com/office/drawing/2014/main" id="{48AD87D9-18D0-B640-BD6D-41EEB45F11B2}"/>
              </a:ext>
            </a:extLst>
          </p:cNvPr>
          <p:cNvSpPr txBox="1"/>
          <p:nvPr/>
        </p:nvSpPr>
        <p:spPr>
          <a:xfrm>
            <a:off x="3567601" y="4099785"/>
            <a:ext cx="276609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{{Q4_TERRAIN}}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00" name="ZoneTexte 99">
            <a:extLst>
              <a:ext uri="{FF2B5EF4-FFF2-40B4-BE49-F238E27FC236}">
                <a16:creationId xmlns:a16="http://schemas.microsoft.com/office/drawing/2014/main" id="{9F6CDAD2-D09F-1143-B979-9484EB8A1222}"/>
              </a:ext>
            </a:extLst>
          </p:cNvPr>
          <p:cNvSpPr txBox="1"/>
          <p:nvPr/>
        </p:nvSpPr>
        <p:spPr>
          <a:xfrm>
            <a:off x="5217522" y="4099785"/>
            <a:ext cx="111617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{{Q4_HEURE}}</a:t>
            </a:r>
          </a:p>
        </p:txBody>
      </p:sp>
      <p:sp>
        <p:nvSpPr>
          <p:cNvPr id="102" name="ZoneTexte 101">
            <a:extLst>
              <a:ext uri="{FF2B5EF4-FFF2-40B4-BE49-F238E27FC236}">
                <a16:creationId xmlns:a16="http://schemas.microsoft.com/office/drawing/2014/main" id="{5D980E67-C0BF-0249-9F9E-D310002ABF91}"/>
              </a:ext>
            </a:extLst>
          </p:cNvPr>
          <p:cNvSpPr txBox="1"/>
          <p:nvPr/>
        </p:nvSpPr>
        <p:spPr>
          <a:xfrm>
            <a:off x="4708712" y="4652178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03" name="ZoneTexte 102">
            <a:extLst>
              <a:ext uri="{FF2B5EF4-FFF2-40B4-BE49-F238E27FC236}">
                <a16:creationId xmlns:a16="http://schemas.microsoft.com/office/drawing/2014/main" id="{EF701DC9-1014-7A40-B565-905EE15D2F0C}"/>
              </a:ext>
            </a:extLst>
          </p:cNvPr>
          <p:cNvSpPr txBox="1"/>
          <p:nvPr/>
        </p:nvSpPr>
        <p:spPr>
          <a:xfrm>
            <a:off x="4624047" y="5179099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sp>
        <p:nvSpPr>
          <p:cNvPr id="107" name="Rounded Rectangle 2">
            <a:extLst>
              <a:ext uri="{FF2B5EF4-FFF2-40B4-BE49-F238E27FC236}">
                <a16:creationId xmlns:a16="http://schemas.microsoft.com/office/drawing/2014/main" id="{BC35D142-7DC5-0E44-9E75-12B5FC62CD6A}"/>
              </a:ext>
            </a:extLst>
          </p:cNvPr>
          <p:cNvSpPr/>
          <p:nvPr/>
        </p:nvSpPr>
        <p:spPr>
          <a:xfrm>
            <a:off x="3563176" y="4086426"/>
            <a:ext cx="2770524" cy="1354907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cxnSp>
        <p:nvCxnSpPr>
          <p:cNvPr id="108" name="Connecteur droit 107">
            <a:extLst>
              <a:ext uri="{FF2B5EF4-FFF2-40B4-BE49-F238E27FC236}">
                <a16:creationId xmlns:a16="http://schemas.microsoft.com/office/drawing/2014/main" id="{FCC8B888-0726-F540-9FE7-57E596B0DBE0}"/>
              </a:ext>
            </a:extLst>
          </p:cNvPr>
          <p:cNvCxnSpPr>
            <a:cxnSpLocks/>
          </p:cNvCxnSpPr>
          <p:nvPr/>
        </p:nvCxnSpPr>
        <p:spPr>
          <a:xfrm>
            <a:off x="3563176" y="4349101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eur droit 108">
            <a:extLst>
              <a:ext uri="{FF2B5EF4-FFF2-40B4-BE49-F238E27FC236}">
                <a16:creationId xmlns:a16="http://schemas.microsoft.com/office/drawing/2014/main" id="{DA52E3C3-6701-3D4F-8377-52AD4FEDC38D}"/>
              </a:ext>
            </a:extLst>
          </p:cNvPr>
          <p:cNvCxnSpPr>
            <a:cxnSpLocks/>
          </p:cNvCxnSpPr>
          <p:nvPr/>
        </p:nvCxnSpPr>
        <p:spPr>
          <a:xfrm>
            <a:off x="3563176" y="5183234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" name="ZoneTexte 104">
            <a:extLst>
              <a:ext uri="{FF2B5EF4-FFF2-40B4-BE49-F238E27FC236}">
                <a16:creationId xmlns:a16="http://schemas.microsoft.com/office/drawing/2014/main" id="{AC2F79E4-32EE-714F-BDE0-2953055CC226}"/>
              </a:ext>
            </a:extLst>
          </p:cNvPr>
          <p:cNvSpPr txBox="1"/>
          <p:nvPr/>
        </p:nvSpPr>
        <p:spPr>
          <a:xfrm>
            <a:off x="3528000" y="4438232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</a:t>
            </a:r>
            <a:r>
              <a:rPr lang="fr-FR" dirty="0"/>
              <a:t>H7</a:t>
            </a:r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}}</a:t>
            </a:r>
          </a:p>
        </p:txBody>
      </p:sp>
      <p:sp>
        <p:nvSpPr>
          <p:cNvPr id="106" name="ZoneTexte 105">
            <a:extLst>
              <a:ext uri="{FF2B5EF4-FFF2-40B4-BE49-F238E27FC236}">
                <a16:creationId xmlns:a16="http://schemas.microsoft.com/office/drawing/2014/main" id="{46B92A05-4D0C-2B4A-8FA9-2AF1BD334B79}"/>
              </a:ext>
            </a:extLst>
          </p:cNvPr>
          <p:cNvSpPr txBox="1"/>
          <p:nvPr/>
        </p:nvSpPr>
        <p:spPr>
          <a:xfrm>
            <a:off x="3528000" y="4861861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</a:t>
            </a:r>
            <a:r>
              <a:rPr lang="fr-FR" dirty="0"/>
              <a:t>H8</a:t>
            </a:r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}}</a:t>
            </a:r>
          </a:p>
        </p:txBody>
      </p:sp>
      <p:cxnSp>
        <p:nvCxnSpPr>
          <p:cNvPr id="96" name="Connecteur droit 95">
            <a:extLst>
              <a:ext uri="{FF2B5EF4-FFF2-40B4-BE49-F238E27FC236}">
                <a16:creationId xmlns:a16="http://schemas.microsoft.com/office/drawing/2014/main" id="{F6685AC6-3CD7-8847-BB9C-893DB376A67F}"/>
              </a:ext>
            </a:extLst>
          </p:cNvPr>
          <p:cNvCxnSpPr/>
          <p:nvPr/>
        </p:nvCxnSpPr>
        <p:spPr>
          <a:xfrm>
            <a:off x="3702617" y="4660028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eur droit 96">
            <a:extLst>
              <a:ext uri="{FF2B5EF4-FFF2-40B4-BE49-F238E27FC236}">
                <a16:creationId xmlns:a16="http://schemas.microsoft.com/office/drawing/2014/main" id="{8328B16A-FFCF-EE45-BCFB-5E7C6B311672}"/>
              </a:ext>
            </a:extLst>
          </p:cNvPr>
          <p:cNvCxnSpPr/>
          <p:nvPr/>
        </p:nvCxnSpPr>
        <p:spPr>
          <a:xfrm>
            <a:off x="3702617" y="509205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eur droit 109">
            <a:extLst>
              <a:ext uri="{FF2B5EF4-FFF2-40B4-BE49-F238E27FC236}">
                <a16:creationId xmlns:a16="http://schemas.microsoft.com/office/drawing/2014/main" id="{C0F01EAA-1B97-1940-B59B-178F11F13438}"/>
              </a:ext>
            </a:extLst>
          </p:cNvPr>
          <p:cNvCxnSpPr>
            <a:cxnSpLocks/>
            <a:stCxn id="91" idx="3"/>
          </p:cNvCxnSpPr>
          <p:nvPr/>
        </p:nvCxnSpPr>
        <p:spPr>
          <a:xfrm flipV="1">
            <a:off x="6333700" y="1725095"/>
            <a:ext cx="249097" cy="362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eur droit 110">
            <a:extLst>
              <a:ext uri="{FF2B5EF4-FFF2-40B4-BE49-F238E27FC236}">
                <a16:creationId xmlns:a16="http://schemas.microsoft.com/office/drawing/2014/main" id="{05D29F0C-A3D7-A543-87FD-294E9D4CA41F}"/>
              </a:ext>
            </a:extLst>
          </p:cNvPr>
          <p:cNvCxnSpPr>
            <a:cxnSpLocks/>
          </p:cNvCxnSpPr>
          <p:nvPr/>
        </p:nvCxnSpPr>
        <p:spPr>
          <a:xfrm>
            <a:off x="6338264" y="4771582"/>
            <a:ext cx="239968" cy="1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eur droit 111">
            <a:extLst>
              <a:ext uri="{FF2B5EF4-FFF2-40B4-BE49-F238E27FC236}">
                <a16:creationId xmlns:a16="http://schemas.microsoft.com/office/drawing/2014/main" id="{3239365E-8411-9647-9702-EE4796BCC80A}"/>
              </a:ext>
            </a:extLst>
          </p:cNvPr>
          <p:cNvCxnSpPr>
            <a:cxnSpLocks/>
          </p:cNvCxnSpPr>
          <p:nvPr/>
        </p:nvCxnSpPr>
        <p:spPr>
          <a:xfrm flipV="1">
            <a:off x="6578232" y="1725095"/>
            <a:ext cx="0" cy="3046432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eur droit 112">
            <a:extLst>
              <a:ext uri="{FF2B5EF4-FFF2-40B4-BE49-F238E27FC236}">
                <a16:creationId xmlns:a16="http://schemas.microsoft.com/office/drawing/2014/main" id="{700BC4D2-0E4B-6F4A-AF56-340AECFFAC87}"/>
              </a:ext>
            </a:extLst>
          </p:cNvPr>
          <p:cNvCxnSpPr>
            <a:cxnSpLocks/>
          </p:cNvCxnSpPr>
          <p:nvPr/>
        </p:nvCxnSpPr>
        <p:spPr>
          <a:xfrm>
            <a:off x="6578232" y="3241431"/>
            <a:ext cx="225340" cy="0"/>
          </a:xfrm>
          <a:prstGeom prst="line">
            <a:avLst/>
          </a:prstGeom>
          <a:ln w="9525">
            <a:solidFill>
              <a:schemeClr val="tx1"/>
            </a:solidFill>
            <a:tailEnd type="arrow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0" name="ZoneTexte 119">
            <a:extLst>
              <a:ext uri="{FF2B5EF4-FFF2-40B4-BE49-F238E27FC236}">
                <a16:creationId xmlns:a16="http://schemas.microsoft.com/office/drawing/2014/main" id="{18EE39A7-0D04-BC48-9A0C-BC57C487F621}"/>
              </a:ext>
            </a:extLst>
          </p:cNvPr>
          <p:cNvSpPr txBox="1"/>
          <p:nvPr/>
        </p:nvSpPr>
        <p:spPr>
          <a:xfrm>
            <a:off x="6825600" y="5297796"/>
            <a:ext cx="10377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{{PF_CODE}}</a:t>
            </a:r>
          </a:p>
        </p:txBody>
      </p:sp>
      <p:sp>
        <p:nvSpPr>
          <p:cNvPr id="121" name="ZoneTexte 120">
            <a:extLst>
              <a:ext uri="{FF2B5EF4-FFF2-40B4-BE49-F238E27FC236}">
                <a16:creationId xmlns:a16="http://schemas.microsoft.com/office/drawing/2014/main" id="{F4652EAC-16B7-2042-AB26-E5DE4DBD1890}"/>
              </a:ext>
            </a:extLst>
          </p:cNvPr>
          <p:cNvSpPr txBox="1"/>
          <p:nvPr/>
        </p:nvSpPr>
        <p:spPr>
          <a:xfrm>
            <a:off x="6838813" y="5297796"/>
            <a:ext cx="276595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{{PF_TERRAIN}}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22" name="ZoneTexte 121">
            <a:extLst>
              <a:ext uri="{FF2B5EF4-FFF2-40B4-BE49-F238E27FC236}">
                <a16:creationId xmlns:a16="http://schemas.microsoft.com/office/drawing/2014/main" id="{D494BE03-677C-794F-847F-0CDCFE49F103}"/>
              </a:ext>
            </a:extLst>
          </p:cNvPr>
          <p:cNvSpPr txBox="1"/>
          <p:nvPr/>
        </p:nvSpPr>
        <p:spPr>
          <a:xfrm>
            <a:off x="8496703" y="5297796"/>
            <a:ext cx="110807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{{PF_HEURE}}</a:t>
            </a:r>
          </a:p>
          <a:p>
            <a:pPr algn="r"/>
            <a:endParaRPr lang="fr-FR" sz="1100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24" name="ZoneTexte 123">
            <a:extLst>
              <a:ext uri="{FF2B5EF4-FFF2-40B4-BE49-F238E27FC236}">
                <a16:creationId xmlns:a16="http://schemas.microsoft.com/office/drawing/2014/main" id="{7C5DDC0D-D2C5-E643-8550-E5AF436B9DAC}"/>
              </a:ext>
            </a:extLst>
          </p:cNvPr>
          <p:cNvSpPr txBox="1"/>
          <p:nvPr/>
        </p:nvSpPr>
        <p:spPr>
          <a:xfrm>
            <a:off x="7979785" y="5850189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25" name="ZoneTexte 124">
            <a:extLst>
              <a:ext uri="{FF2B5EF4-FFF2-40B4-BE49-F238E27FC236}">
                <a16:creationId xmlns:a16="http://schemas.microsoft.com/office/drawing/2014/main" id="{1C3C531F-EAE8-0B47-8C26-D96F212B92A3}"/>
              </a:ext>
            </a:extLst>
          </p:cNvPr>
          <p:cNvSpPr txBox="1"/>
          <p:nvPr/>
        </p:nvSpPr>
        <p:spPr>
          <a:xfrm>
            <a:off x="7895120" y="6377110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26" name="Groupe 125">
            <a:extLst>
              <a:ext uri="{FF2B5EF4-FFF2-40B4-BE49-F238E27FC236}">
                <a16:creationId xmlns:a16="http://schemas.microsoft.com/office/drawing/2014/main" id="{2473C159-6013-F745-8841-D200E5071813}"/>
              </a:ext>
            </a:extLst>
          </p:cNvPr>
          <p:cNvGrpSpPr/>
          <p:nvPr/>
        </p:nvGrpSpPr>
        <p:grpSpPr>
          <a:xfrm>
            <a:off x="6834249" y="5284437"/>
            <a:ext cx="2770524" cy="1354907"/>
            <a:chOff x="336470" y="583726"/>
            <a:chExt cx="2770524" cy="1354907"/>
          </a:xfrm>
        </p:grpSpPr>
        <p:sp>
          <p:nvSpPr>
            <p:cNvPr id="129" name="Rounded Rectangle 2">
              <a:extLst>
                <a:ext uri="{FF2B5EF4-FFF2-40B4-BE49-F238E27FC236}">
                  <a16:creationId xmlns:a16="http://schemas.microsoft.com/office/drawing/2014/main" id="{677F7C61-44EE-6E40-8F6E-A7E52C5936B9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30" name="Connecteur droit 129">
              <a:extLst>
                <a:ext uri="{FF2B5EF4-FFF2-40B4-BE49-F238E27FC236}">
                  <a16:creationId xmlns:a16="http://schemas.microsoft.com/office/drawing/2014/main" id="{C60CE79D-9730-E542-91BE-18015D5511C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Connecteur droit 130">
              <a:extLst>
                <a:ext uri="{FF2B5EF4-FFF2-40B4-BE49-F238E27FC236}">
                  <a16:creationId xmlns:a16="http://schemas.microsoft.com/office/drawing/2014/main" id="{4A0753E7-9E42-6B41-8773-592DC95067B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7" name="ZoneTexte 126">
            <a:extLst>
              <a:ext uri="{FF2B5EF4-FFF2-40B4-BE49-F238E27FC236}">
                <a16:creationId xmlns:a16="http://schemas.microsoft.com/office/drawing/2014/main" id="{BCC83249-E726-6B4D-BAC5-E85EB2DC6EF5}"/>
              </a:ext>
            </a:extLst>
          </p:cNvPr>
          <p:cNvSpPr txBox="1"/>
          <p:nvPr/>
        </p:nvSpPr>
        <p:spPr>
          <a:xfrm>
            <a:off x="6786000" y="5636243"/>
            <a:ext cx="251916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dirty="0"/>
              <a:t>{{LOSE_D1}}</a:t>
            </a:r>
          </a:p>
        </p:txBody>
      </p:sp>
      <p:sp>
        <p:nvSpPr>
          <p:cNvPr id="128" name="ZoneTexte 127">
            <a:extLst>
              <a:ext uri="{FF2B5EF4-FFF2-40B4-BE49-F238E27FC236}">
                <a16:creationId xmlns:a16="http://schemas.microsoft.com/office/drawing/2014/main" id="{D19D15F8-E49A-5047-A237-D55BBF32D126}"/>
              </a:ext>
            </a:extLst>
          </p:cNvPr>
          <p:cNvSpPr txBox="1"/>
          <p:nvPr/>
        </p:nvSpPr>
        <p:spPr>
          <a:xfrm>
            <a:off x="6786000" y="6059872"/>
            <a:ext cx="251916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dirty="0"/>
              <a:t>{{LOSE_D2}}</a:t>
            </a:r>
          </a:p>
        </p:txBody>
      </p:sp>
      <p:cxnSp>
        <p:nvCxnSpPr>
          <p:cNvPr id="118" name="Connecteur droit 117">
            <a:extLst>
              <a:ext uri="{FF2B5EF4-FFF2-40B4-BE49-F238E27FC236}">
                <a16:creationId xmlns:a16="http://schemas.microsoft.com/office/drawing/2014/main" id="{127FC127-C7D1-574A-B48C-8D6AB458E5D4}"/>
              </a:ext>
            </a:extLst>
          </p:cNvPr>
          <p:cNvCxnSpPr/>
          <p:nvPr/>
        </p:nvCxnSpPr>
        <p:spPr>
          <a:xfrm>
            <a:off x="6973690" y="5858039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eur droit 118">
            <a:extLst>
              <a:ext uri="{FF2B5EF4-FFF2-40B4-BE49-F238E27FC236}">
                <a16:creationId xmlns:a16="http://schemas.microsoft.com/office/drawing/2014/main" id="{98E3D683-DFDF-5443-B0E4-720EAF0A1CBE}"/>
              </a:ext>
            </a:extLst>
          </p:cNvPr>
          <p:cNvCxnSpPr/>
          <p:nvPr/>
        </p:nvCxnSpPr>
        <p:spPr>
          <a:xfrm>
            <a:off x="6973690" y="6290065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6" name="ZoneTexte 135">
            <a:extLst>
              <a:ext uri="{FF2B5EF4-FFF2-40B4-BE49-F238E27FC236}">
                <a16:creationId xmlns:a16="http://schemas.microsoft.com/office/drawing/2014/main" id="{730CA1EC-3AAE-314C-A6E8-904AE6E4C1DB}"/>
              </a:ext>
            </a:extLst>
          </p:cNvPr>
          <p:cNvSpPr txBox="1"/>
          <p:nvPr/>
        </p:nvSpPr>
        <p:spPr>
          <a:xfrm>
            <a:off x="3212431" y="6591732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{{CLUB}}</a:t>
            </a:r>
          </a:p>
        </p:txBody>
      </p:sp>
      <p:sp>
        <p:nvSpPr>
          <p:cNvPr id="142" name="ZoneTexte 141">
            <a:extLst>
              <a:ext uri="{FF2B5EF4-FFF2-40B4-BE49-F238E27FC236}">
                <a16:creationId xmlns:a16="http://schemas.microsoft.com/office/drawing/2014/main" id="{EDDC4BB8-742D-FF4B-BEE0-B58600F99C26}"/>
              </a:ext>
            </a:extLst>
          </p:cNvPr>
          <p:cNvSpPr txBox="1"/>
          <p:nvPr/>
        </p:nvSpPr>
        <p:spPr>
          <a:xfrm>
            <a:off x="6825600" y="2573513"/>
            <a:ext cx="102622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{{D2_CODE}}</a:t>
            </a:r>
          </a:p>
        </p:txBody>
      </p:sp>
      <p:sp>
        <p:nvSpPr>
          <p:cNvPr id="143" name="ZoneTexte 142">
            <a:extLst>
              <a:ext uri="{FF2B5EF4-FFF2-40B4-BE49-F238E27FC236}">
                <a16:creationId xmlns:a16="http://schemas.microsoft.com/office/drawing/2014/main" id="{910BFB0A-ECDD-4B46-9FD8-3FCF5E218450}"/>
              </a:ext>
            </a:extLst>
          </p:cNvPr>
          <p:cNvSpPr txBox="1"/>
          <p:nvPr/>
        </p:nvSpPr>
        <p:spPr>
          <a:xfrm>
            <a:off x="6834249" y="2573513"/>
            <a:ext cx="275904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{{D2_TERRAIN}}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44" name="ZoneTexte 143">
            <a:extLst>
              <a:ext uri="{FF2B5EF4-FFF2-40B4-BE49-F238E27FC236}">
                <a16:creationId xmlns:a16="http://schemas.microsoft.com/office/drawing/2014/main" id="{C461CD0F-189D-4249-AC96-125DD326BD5B}"/>
              </a:ext>
            </a:extLst>
          </p:cNvPr>
          <p:cNvSpPr txBox="1"/>
          <p:nvPr/>
        </p:nvSpPr>
        <p:spPr>
          <a:xfrm>
            <a:off x="8513223" y="2573513"/>
            <a:ext cx="108007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{{D2_HEURE}}</a:t>
            </a:r>
          </a:p>
        </p:txBody>
      </p:sp>
      <p:sp>
        <p:nvSpPr>
          <p:cNvPr id="146" name="ZoneTexte 145">
            <a:extLst>
              <a:ext uri="{FF2B5EF4-FFF2-40B4-BE49-F238E27FC236}">
                <a16:creationId xmlns:a16="http://schemas.microsoft.com/office/drawing/2014/main" id="{08300B0F-C0E3-A244-A7FD-E72C98388DAD}"/>
              </a:ext>
            </a:extLst>
          </p:cNvPr>
          <p:cNvSpPr txBox="1"/>
          <p:nvPr/>
        </p:nvSpPr>
        <p:spPr>
          <a:xfrm>
            <a:off x="7968305" y="3125906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47" name="ZoneTexte 146">
            <a:extLst>
              <a:ext uri="{FF2B5EF4-FFF2-40B4-BE49-F238E27FC236}">
                <a16:creationId xmlns:a16="http://schemas.microsoft.com/office/drawing/2014/main" id="{3F382E53-E534-BF46-9E92-D6DEEA03A331}"/>
              </a:ext>
            </a:extLst>
          </p:cNvPr>
          <p:cNvSpPr txBox="1"/>
          <p:nvPr/>
        </p:nvSpPr>
        <p:spPr>
          <a:xfrm>
            <a:off x="7883640" y="3652827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48" name="Groupe 147">
            <a:extLst>
              <a:ext uri="{FF2B5EF4-FFF2-40B4-BE49-F238E27FC236}">
                <a16:creationId xmlns:a16="http://schemas.microsoft.com/office/drawing/2014/main" id="{1AF2CC3B-4304-6341-A985-F78CDE3CAEF1}"/>
              </a:ext>
            </a:extLst>
          </p:cNvPr>
          <p:cNvGrpSpPr/>
          <p:nvPr/>
        </p:nvGrpSpPr>
        <p:grpSpPr>
          <a:xfrm>
            <a:off x="6822769" y="2560154"/>
            <a:ext cx="2770524" cy="1354907"/>
            <a:chOff x="336470" y="583726"/>
            <a:chExt cx="2770524" cy="1354907"/>
          </a:xfrm>
        </p:grpSpPr>
        <p:sp>
          <p:nvSpPr>
            <p:cNvPr id="151" name="Rounded Rectangle 2">
              <a:extLst>
                <a:ext uri="{FF2B5EF4-FFF2-40B4-BE49-F238E27FC236}">
                  <a16:creationId xmlns:a16="http://schemas.microsoft.com/office/drawing/2014/main" id="{6EB1D16C-420F-7E40-A829-B13E274D54B0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52" name="Connecteur droit 151">
              <a:extLst>
                <a:ext uri="{FF2B5EF4-FFF2-40B4-BE49-F238E27FC236}">
                  <a16:creationId xmlns:a16="http://schemas.microsoft.com/office/drawing/2014/main" id="{B867D87F-3076-B446-92FF-B64F53ECC095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Connecteur droit 152">
              <a:extLst>
                <a:ext uri="{FF2B5EF4-FFF2-40B4-BE49-F238E27FC236}">
                  <a16:creationId xmlns:a16="http://schemas.microsoft.com/office/drawing/2014/main" id="{D546E548-70FC-234F-A8B1-93CD1ABC4088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9" name="ZoneTexte 148">
            <a:extLst>
              <a:ext uri="{FF2B5EF4-FFF2-40B4-BE49-F238E27FC236}">
                <a16:creationId xmlns:a16="http://schemas.microsoft.com/office/drawing/2014/main" id="{2E9D8ACE-3A81-8F46-8DF9-12EB6F8703A7}"/>
              </a:ext>
            </a:extLst>
          </p:cNvPr>
          <p:cNvSpPr txBox="1"/>
          <p:nvPr/>
        </p:nvSpPr>
        <p:spPr>
          <a:xfrm>
            <a:off x="6786000" y="2911960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</a:t>
            </a:r>
            <a:r>
              <a:rPr lang="fr-FR" dirty="0"/>
              <a:t>Q3</a:t>
            </a:r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}}</a:t>
            </a:r>
          </a:p>
        </p:txBody>
      </p:sp>
      <p:sp>
        <p:nvSpPr>
          <p:cNvPr id="150" name="ZoneTexte 149">
            <a:extLst>
              <a:ext uri="{FF2B5EF4-FFF2-40B4-BE49-F238E27FC236}">
                <a16:creationId xmlns:a16="http://schemas.microsoft.com/office/drawing/2014/main" id="{BD41D5E5-CF43-C149-8EAD-1C673202AB44}"/>
              </a:ext>
            </a:extLst>
          </p:cNvPr>
          <p:cNvSpPr txBox="1"/>
          <p:nvPr/>
        </p:nvSpPr>
        <p:spPr>
          <a:xfrm>
            <a:off x="6786000" y="333558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</a:t>
            </a:r>
            <a:r>
              <a:rPr lang="fr-FR" dirty="0"/>
              <a:t>Q4</a:t>
            </a:r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}}</a:t>
            </a:r>
          </a:p>
        </p:txBody>
      </p:sp>
      <p:cxnSp>
        <p:nvCxnSpPr>
          <p:cNvPr id="140" name="Connecteur droit 139">
            <a:extLst>
              <a:ext uri="{FF2B5EF4-FFF2-40B4-BE49-F238E27FC236}">
                <a16:creationId xmlns:a16="http://schemas.microsoft.com/office/drawing/2014/main" id="{13C8F888-C63D-ED4F-AE8A-70A488DC45B7}"/>
              </a:ext>
            </a:extLst>
          </p:cNvPr>
          <p:cNvCxnSpPr/>
          <p:nvPr/>
        </p:nvCxnSpPr>
        <p:spPr>
          <a:xfrm>
            <a:off x="6962210" y="3133756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eur droit 140">
            <a:extLst>
              <a:ext uri="{FF2B5EF4-FFF2-40B4-BE49-F238E27FC236}">
                <a16:creationId xmlns:a16="http://schemas.microsoft.com/office/drawing/2014/main" id="{9E33C42C-662B-264D-AE4B-F7C4DA6983DF}"/>
              </a:ext>
            </a:extLst>
          </p:cNvPr>
          <p:cNvCxnSpPr/>
          <p:nvPr/>
        </p:nvCxnSpPr>
        <p:spPr>
          <a:xfrm>
            <a:off x="6962210" y="3565782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eur droit 136">
            <a:extLst>
              <a:ext uri="{FF2B5EF4-FFF2-40B4-BE49-F238E27FC236}">
                <a16:creationId xmlns:a16="http://schemas.microsoft.com/office/drawing/2014/main" id="{78C47B13-87DA-A148-B71C-CED01D171CDC}"/>
              </a:ext>
            </a:extLst>
          </p:cNvPr>
          <p:cNvCxnSpPr>
            <a:cxnSpLocks/>
          </p:cNvCxnSpPr>
          <p:nvPr/>
        </p:nvCxnSpPr>
        <p:spPr>
          <a:xfrm flipV="1">
            <a:off x="8161200" y="0"/>
            <a:ext cx="0" cy="2556000"/>
          </a:xfrm>
          <a:prstGeom prst="line">
            <a:avLst/>
          </a:prstGeom>
          <a:ln w="9525">
            <a:solidFill>
              <a:schemeClr val="tx1"/>
            </a:solidFill>
            <a:tailEnd type="non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727827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3912C2F0-2A42-FB4E-A47A-AC7BC56BC50A}"/>
              </a:ext>
            </a:extLst>
          </p:cNvPr>
          <p:cNvSpPr txBox="1"/>
          <p:nvPr/>
        </p:nvSpPr>
        <p:spPr>
          <a:xfrm>
            <a:off x="345600" y="702185"/>
            <a:ext cx="137705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{{C9_16_1_CODE}}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5F2AB4DE-8DC9-C241-AB61-34B919DD8121}"/>
              </a:ext>
            </a:extLst>
          </p:cNvPr>
          <p:cNvSpPr txBox="1"/>
          <p:nvPr/>
        </p:nvSpPr>
        <p:spPr>
          <a:xfrm>
            <a:off x="336470" y="702185"/>
            <a:ext cx="277052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{{C9_16_1_TERRAIN}}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7858CB23-AA0E-5A46-8B3A-601D41D37DB1}"/>
              </a:ext>
            </a:extLst>
          </p:cNvPr>
          <p:cNvSpPr txBox="1"/>
          <p:nvPr/>
        </p:nvSpPr>
        <p:spPr>
          <a:xfrm>
            <a:off x="1688091" y="702185"/>
            <a:ext cx="141479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{{C9_16_1_HEURE}}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A961BC30-BA89-6745-86C8-749B7D565F46}"/>
              </a:ext>
            </a:extLst>
          </p:cNvPr>
          <p:cNvSpPr txBox="1"/>
          <p:nvPr/>
        </p:nvSpPr>
        <p:spPr>
          <a:xfrm>
            <a:off x="1482006" y="1254578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ACF35F1D-97C6-EB4E-9F01-79F68ED13BDB}"/>
              </a:ext>
            </a:extLst>
          </p:cNvPr>
          <p:cNvSpPr txBox="1"/>
          <p:nvPr/>
        </p:nvSpPr>
        <p:spPr>
          <a:xfrm>
            <a:off x="1397341" y="1781499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8" name="Groupe 7">
            <a:extLst>
              <a:ext uri="{FF2B5EF4-FFF2-40B4-BE49-F238E27FC236}">
                <a16:creationId xmlns:a16="http://schemas.microsoft.com/office/drawing/2014/main" id="{0A8F35AF-0BCE-9747-BB17-8C96AB4D9E25}"/>
              </a:ext>
            </a:extLst>
          </p:cNvPr>
          <p:cNvGrpSpPr/>
          <p:nvPr/>
        </p:nvGrpSpPr>
        <p:grpSpPr>
          <a:xfrm>
            <a:off x="336470" y="688826"/>
            <a:ext cx="2770524" cy="1354907"/>
            <a:chOff x="336470" y="583726"/>
            <a:chExt cx="2770524" cy="1354907"/>
          </a:xfrm>
        </p:grpSpPr>
        <p:sp>
          <p:nvSpPr>
            <p:cNvPr id="9" name="Rounded Rectangle 2">
              <a:extLst>
                <a:ext uri="{FF2B5EF4-FFF2-40B4-BE49-F238E27FC236}">
                  <a16:creationId xmlns:a16="http://schemas.microsoft.com/office/drawing/2014/main" id="{7D813874-CB8D-1F41-99FA-6CF8D30E5341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0" name="Connecteur droit 9">
              <a:extLst>
                <a:ext uri="{FF2B5EF4-FFF2-40B4-BE49-F238E27FC236}">
                  <a16:creationId xmlns:a16="http://schemas.microsoft.com/office/drawing/2014/main" id="{FA62589C-13B3-984A-B486-10A44E98075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necteur droit 10">
              <a:extLst>
                <a:ext uri="{FF2B5EF4-FFF2-40B4-BE49-F238E27FC236}">
                  <a16:creationId xmlns:a16="http://schemas.microsoft.com/office/drawing/2014/main" id="{80DC2231-6487-B547-9820-7F8195F08085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ZoneTexte 11">
            <a:extLst>
              <a:ext uri="{FF2B5EF4-FFF2-40B4-BE49-F238E27FC236}">
                <a16:creationId xmlns:a16="http://schemas.microsoft.com/office/drawing/2014/main" id="{DE749611-CA8D-C546-8ED3-D694AF18B39D}"/>
              </a:ext>
            </a:extLst>
          </p:cNvPr>
          <p:cNvSpPr txBox="1"/>
          <p:nvPr/>
        </p:nvSpPr>
        <p:spPr>
          <a:xfrm>
            <a:off x="302400" y="1040632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fr-FR" sz="800" dirty="0"/>
              <a:t>{{LOSE_H1}}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649BBF84-F7FD-9646-82CB-64DE5019C715}"/>
              </a:ext>
            </a:extLst>
          </p:cNvPr>
          <p:cNvSpPr txBox="1"/>
          <p:nvPr/>
        </p:nvSpPr>
        <p:spPr>
          <a:xfrm>
            <a:off x="302400" y="1464261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fr-FR" sz="800" dirty="0"/>
              <a:t>{{LOSE_H2}}</a:t>
            </a:r>
          </a:p>
        </p:txBody>
      </p:sp>
      <p:cxnSp>
        <p:nvCxnSpPr>
          <p:cNvPr id="17" name="Connecteur droit 16">
            <a:extLst>
              <a:ext uri="{FF2B5EF4-FFF2-40B4-BE49-F238E27FC236}">
                <a16:creationId xmlns:a16="http://schemas.microsoft.com/office/drawing/2014/main" id="{609771E4-5620-B140-A830-968C3DD33C60}"/>
              </a:ext>
            </a:extLst>
          </p:cNvPr>
          <p:cNvCxnSpPr/>
          <p:nvPr/>
        </p:nvCxnSpPr>
        <p:spPr>
          <a:xfrm>
            <a:off x="475911" y="1262428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eur droit 17">
            <a:extLst>
              <a:ext uri="{FF2B5EF4-FFF2-40B4-BE49-F238E27FC236}">
                <a16:creationId xmlns:a16="http://schemas.microsoft.com/office/drawing/2014/main" id="{730E3188-0540-7247-8DAC-6D549DC63D85}"/>
              </a:ext>
            </a:extLst>
          </p:cNvPr>
          <p:cNvCxnSpPr/>
          <p:nvPr/>
        </p:nvCxnSpPr>
        <p:spPr>
          <a:xfrm>
            <a:off x="475911" y="169445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0" name="Groupe 19">
            <a:extLst>
              <a:ext uri="{FF2B5EF4-FFF2-40B4-BE49-F238E27FC236}">
                <a16:creationId xmlns:a16="http://schemas.microsoft.com/office/drawing/2014/main" id="{06A5D020-E631-D848-843A-350DB93F6C9D}"/>
              </a:ext>
            </a:extLst>
          </p:cNvPr>
          <p:cNvGrpSpPr/>
          <p:nvPr/>
        </p:nvGrpSpPr>
        <p:grpSpPr>
          <a:xfrm>
            <a:off x="3106994" y="1366279"/>
            <a:ext cx="460743" cy="1572640"/>
            <a:chOff x="3106994" y="4308380"/>
            <a:chExt cx="460743" cy="1572640"/>
          </a:xfrm>
        </p:grpSpPr>
        <p:cxnSp>
          <p:nvCxnSpPr>
            <p:cNvPr id="21" name="Connecteur droit 20">
              <a:extLst>
                <a:ext uri="{FF2B5EF4-FFF2-40B4-BE49-F238E27FC236}">
                  <a16:creationId xmlns:a16="http://schemas.microsoft.com/office/drawing/2014/main" id="{916E313C-B7C7-7244-A551-0549310D34D2}"/>
                </a:ext>
              </a:extLst>
            </p:cNvPr>
            <p:cNvCxnSpPr>
              <a:cxnSpLocks/>
            </p:cNvCxnSpPr>
            <p:nvPr/>
          </p:nvCxnSpPr>
          <p:spPr>
            <a:xfrm>
              <a:off x="3106994" y="4308380"/>
              <a:ext cx="239968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necteur droit 21">
              <a:extLst>
                <a:ext uri="{FF2B5EF4-FFF2-40B4-BE49-F238E27FC236}">
                  <a16:creationId xmlns:a16="http://schemas.microsoft.com/office/drawing/2014/main" id="{02683265-9266-B84C-8BEA-54CF85FF8259}"/>
                </a:ext>
              </a:extLst>
            </p:cNvPr>
            <p:cNvCxnSpPr>
              <a:cxnSpLocks/>
            </p:cNvCxnSpPr>
            <p:nvPr/>
          </p:nvCxnSpPr>
          <p:spPr>
            <a:xfrm>
              <a:off x="3106994" y="5881019"/>
              <a:ext cx="239968" cy="1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necteur droit 22">
              <a:extLst>
                <a:ext uri="{FF2B5EF4-FFF2-40B4-BE49-F238E27FC236}">
                  <a16:creationId xmlns:a16="http://schemas.microsoft.com/office/drawing/2014/main" id="{D0E54234-D279-3244-9054-CEABBA6F0C9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42397" y="4308380"/>
              <a:ext cx="0" cy="157264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Connecteur droit 23">
              <a:extLst>
                <a:ext uri="{FF2B5EF4-FFF2-40B4-BE49-F238E27FC236}">
                  <a16:creationId xmlns:a16="http://schemas.microsoft.com/office/drawing/2014/main" id="{EDA922D6-B6D0-FC43-8867-DCF0EAFEB1BD}"/>
                </a:ext>
              </a:extLst>
            </p:cNvPr>
            <p:cNvCxnSpPr>
              <a:cxnSpLocks/>
            </p:cNvCxnSpPr>
            <p:nvPr/>
          </p:nvCxnSpPr>
          <p:spPr>
            <a:xfrm>
              <a:off x="3342397" y="5054505"/>
              <a:ext cx="225340" cy="0"/>
            </a:xfrm>
            <a:prstGeom prst="line">
              <a:avLst/>
            </a:prstGeom>
            <a:ln w="9525">
              <a:solidFill>
                <a:schemeClr val="tx1"/>
              </a:solidFill>
              <a:tailEnd type="arrow" w="sm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9" name="ZoneTexte 28">
            <a:extLst>
              <a:ext uri="{FF2B5EF4-FFF2-40B4-BE49-F238E27FC236}">
                <a16:creationId xmlns:a16="http://schemas.microsoft.com/office/drawing/2014/main" id="{24736556-A7B3-D943-B9BB-2F01B06592F5}"/>
              </a:ext>
            </a:extLst>
          </p:cNvPr>
          <p:cNvSpPr txBox="1"/>
          <p:nvPr/>
        </p:nvSpPr>
        <p:spPr>
          <a:xfrm>
            <a:off x="345600" y="2271000"/>
            <a:ext cx="137705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{{C9_16_2_CODE}}</a:t>
            </a:r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CB1A0634-4D40-F44E-96DD-90CAC34485C7}"/>
              </a:ext>
            </a:extLst>
          </p:cNvPr>
          <p:cNvSpPr txBox="1"/>
          <p:nvPr/>
        </p:nvSpPr>
        <p:spPr>
          <a:xfrm>
            <a:off x="336470" y="2271000"/>
            <a:ext cx="276595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{{C9_16_2_TERRAIN}}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31" name="ZoneTexte 30">
            <a:extLst>
              <a:ext uri="{FF2B5EF4-FFF2-40B4-BE49-F238E27FC236}">
                <a16:creationId xmlns:a16="http://schemas.microsoft.com/office/drawing/2014/main" id="{04E8E58D-229C-F448-8D80-E5DB0D3C6352}"/>
              </a:ext>
            </a:extLst>
          </p:cNvPr>
          <p:cNvSpPr txBox="1"/>
          <p:nvPr/>
        </p:nvSpPr>
        <p:spPr>
          <a:xfrm>
            <a:off x="1687637" y="2271000"/>
            <a:ext cx="141479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{{C9_16_2_HEURE}}</a:t>
            </a:r>
          </a:p>
        </p:txBody>
      </p:sp>
      <p:sp>
        <p:nvSpPr>
          <p:cNvPr id="33" name="ZoneTexte 32">
            <a:extLst>
              <a:ext uri="{FF2B5EF4-FFF2-40B4-BE49-F238E27FC236}">
                <a16:creationId xmlns:a16="http://schemas.microsoft.com/office/drawing/2014/main" id="{BE860D4B-5FA2-0949-8C1F-DBB6974DD0A4}"/>
              </a:ext>
            </a:extLst>
          </p:cNvPr>
          <p:cNvSpPr txBox="1"/>
          <p:nvPr/>
        </p:nvSpPr>
        <p:spPr>
          <a:xfrm>
            <a:off x="1477442" y="2823393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34" name="ZoneTexte 33">
            <a:extLst>
              <a:ext uri="{FF2B5EF4-FFF2-40B4-BE49-F238E27FC236}">
                <a16:creationId xmlns:a16="http://schemas.microsoft.com/office/drawing/2014/main" id="{373BF26C-CB2F-A642-8062-13614E208371}"/>
              </a:ext>
            </a:extLst>
          </p:cNvPr>
          <p:cNvSpPr txBox="1"/>
          <p:nvPr/>
        </p:nvSpPr>
        <p:spPr>
          <a:xfrm>
            <a:off x="1392777" y="3350314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35" name="Groupe 34">
            <a:extLst>
              <a:ext uri="{FF2B5EF4-FFF2-40B4-BE49-F238E27FC236}">
                <a16:creationId xmlns:a16="http://schemas.microsoft.com/office/drawing/2014/main" id="{D936EF91-D683-A74E-8FD1-99A5F380683D}"/>
              </a:ext>
            </a:extLst>
          </p:cNvPr>
          <p:cNvGrpSpPr/>
          <p:nvPr/>
        </p:nvGrpSpPr>
        <p:grpSpPr>
          <a:xfrm>
            <a:off x="331906" y="2257641"/>
            <a:ext cx="2770524" cy="1354907"/>
            <a:chOff x="336470" y="583726"/>
            <a:chExt cx="2770524" cy="1354907"/>
          </a:xfrm>
        </p:grpSpPr>
        <p:sp>
          <p:nvSpPr>
            <p:cNvPr id="38" name="Rounded Rectangle 2">
              <a:extLst>
                <a:ext uri="{FF2B5EF4-FFF2-40B4-BE49-F238E27FC236}">
                  <a16:creationId xmlns:a16="http://schemas.microsoft.com/office/drawing/2014/main" id="{1E8A6ECF-50CB-AE43-B7F5-0C853C38A9EA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39" name="Connecteur droit 38">
              <a:extLst>
                <a:ext uri="{FF2B5EF4-FFF2-40B4-BE49-F238E27FC236}">
                  <a16:creationId xmlns:a16="http://schemas.microsoft.com/office/drawing/2014/main" id="{D060424E-58B6-5B41-84AF-3BEEE034C4E1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Connecteur droit 39">
              <a:extLst>
                <a:ext uri="{FF2B5EF4-FFF2-40B4-BE49-F238E27FC236}">
                  <a16:creationId xmlns:a16="http://schemas.microsoft.com/office/drawing/2014/main" id="{8298C192-E41E-164A-B8C9-99CB5396B938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ZoneTexte 35">
            <a:extLst>
              <a:ext uri="{FF2B5EF4-FFF2-40B4-BE49-F238E27FC236}">
                <a16:creationId xmlns:a16="http://schemas.microsoft.com/office/drawing/2014/main" id="{6E95E34C-38E1-FA41-9B40-FD5D057D482A}"/>
              </a:ext>
            </a:extLst>
          </p:cNvPr>
          <p:cNvSpPr txBox="1"/>
          <p:nvPr/>
        </p:nvSpPr>
        <p:spPr>
          <a:xfrm>
            <a:off x="302400" y="2609447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fr-FR" sz="800" dirty="0"/>
              <a:t>{{LOSE_H3}}</a:t>
            </a:r>
          </a:p>
        </p:txBody>
      </p:sp>
      <p:sp>
        <p:nvSpPr>
          <p:cNvPr id="37" name="ZoneTexte 36">
            <a:extLst>
              <a:ext uri="{FF2B5EF4-FFF2-40B4-BE49-F238E27FC236}">
                <a16:creationId xmlns:a16="http://schemas.microsoft.com/office/drawing/2014/main" id="{FD56B25F-6EEC-DB4C-BC89-205E72055471}"/>
              </a:ext>
            </a:extLst>
          </p:cNvPr>
          <p:cNvSpPr txBox="1"/>
          <p:nvPr/>
        </p:nvSpPr>
        <p:spPr>
          <a:xfrm>
            <a:off x="302400" y="3033076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fr-FR" sz="800" dirty="0"/>
              <a:t>{{LOSE_H4}}</a:t>
            </a:r>
          </a:p>
        </p:txBody>
      </p:sp>
      <p:cxnSp>
        <p:nvCxnSpPr>
          <p:cNvPr id="27" name="Connecteur droit 26">
            <a:extLst>
              <a:ext uri="{FF2B5EF4-FFF2-40B4-BE49-F238E27FC236}">
                <a16:creationId xmlns:a16="http://schemas.microsoft.com/office/drawing/2014/main" id="{33C0B027-9788-C544-BECF-24176B4F24C4}"/>
              </a:ext>
            </a:extLst>
          </p:cNvPr>
          <p:cNvCxnSpPr/>
          <p:nvPr/>
        </p:nvCxnSpPr>
        <p:spPr>
          <a:xfrm>
            <a:off x="471347" y="2831243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eur droit 27">
            <a:extLst>
              <a:ext uri="{FF2B5EF4-FFF2-40B4-BE49-F238E27FC236}">
                <a16:creationId xmlns:a16="http://schemas.microsoft.com/office/drawing/2014/main" id="{81371FBE-9BC3-0240-9F39-55DCE61CA48C}"/>
              </a:ext>
            </a:extLst>
          </p:cNvPr>
          <p:cNvCxnSpPr/>
          <p:nvPr/>
        </p:nvCxnSpPr>
        <p:spPr>
          <a:xfrm>
            <a:off x="471347" y="3263269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ZoneTexte 44">
            <a:extLst>
              <a:ext uri="{FF2B5EF4-FFF2-40B4-BE49-F238E27FC236}">
                <a16:creationId xmlns:a16="http://schemas.microsoft.com/office/drawing/2014/main" id="{D61BDC4A-E6D4-2F41-B5EF-B4F0A6D23CD2}"/>
              </a:ext>
            </a:extLst>
          </p:cNvPr>
          <p:cNvSpPr txBox="1"/>
          <p:nvPr/>
        </p:nvSpPr>
        <p:spPr>
          <a:xfrm>
            <a:off x="345600" y="3847463"/>
            <a:ext cx="137705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{{C9_16_3_CODE}}</a:t>
            </a:r>
          </a:p>
        </p:txBody>
      </p:sp>
      <p:sp>
        <p:nvSpPr>
          <p:cNvPr id="46" name="ZoneTexte 45">
            <a:extLst>
              <a:ext uri="{FF2B5EF4-FFF2-40B4-BE49-F238E27FC236}">
                <a16:creationId xmlns:a16="http://schemas.microsoft.com/office/drawing/2014/main" id="{1949FF2A-29BE-8242-99DE-1A7686291175}"/>
              </a:ext>
            </a:extLst>
          </p:cNvPr>
          <p:cNvSpPr txBox="1"/>
          <p:nvPr/>
        </p:nvSpPr>
        <p:spPr>
          <a:xfrm>
            <a:off x="336470" y="3847463"/>
            <a:ext cx="276139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{{C9_16_3_TERRAIN}}</a:t>
            </a:r>
          </a:p>
        </p:txBody>
      </p:sp>
      <p:sp>
        <p:nvSpPr>
          <p:cNvPr id="47" name="ZoneTexte 46">
            <a:extLst>
              <a:ext uri="{FF2B5EF4-FFF2-40B4-BE49-F238E27FC236}">
                <a16:creationId xmlns:a16="http://schemas.microsoft.com/office/drawing/2014/main" id="{789B6E7D-0ACE-D54A-BEC3-8D124E0FF8E0}"/>
              </a:ext>
            </a:extLst>
          </p:cNvPr>
          <p:cNvSpPr txBox="1"/>
          <p:nvPr/>
        </p:nvSpPr>
        <p:spPr>
          <a:xfrm>
            <a:off x="1687637" y="3847463"/>
            <a:ext cx="141479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{{C9_16_3_HEURE}}</a:t>
            </a:r>
          </a:p>
        </p:txBody>
      </p:sp>
      <p:sp>
        <p:nvSpPr>
          <p:cNvPr id="49" name="ZoneTexte 48">
            <a:extLst>
              <a:ext uri="{FF2B5EF4-FFF2-40B4-BE49-F238E27FC236}">
                <a16:creationId xmlns:a16="http://schemas.microsoft.com/office/drawing/2014/main" id="{25F25A30-419A-5043-98D2-AB822CC41492}"/>
              </a:ext>
            </a:extLst>
          </p:cNvPr>
          <p:cNvSpPr txBox="1"/>
          <p:nvPr/>
        </p:nvSpPr>
        <p:spPr>
          <a:xfrm>
            <a:off x="1477442" y="4399856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50" name="ZoneTexte 49">
            <a:extLst>
              <a:ext uri="{FF2B5EF4-FFF2-40B4-BE49-F238E27FC236}">
                <a16:creationId xmlns:a16="http://schemas.microsoft.com/office/drawing/2014/main" id="{7A1E7F85-AC2C-1846-A6D9-8EBE1787AD21}"/>
              </a:ext>
            </a:extLst>
          </p:cNvPr>
          <p:cNvSpPr txBox="1"/>
          <p:nvPr/>
        </p:nvSpPr>
        <p:spPr>
          <a:xfrm>
            <a:off x="1392777" y="4926777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sp>
        <p:nvSpPr>
          <p:cNvPr id="54" name="Rounded Rectangle 2">
            <a:extLst>
              <a:ext uri="{FF2B5EF4-FFF2-40B4-BE49-F238E27FC236}">
                <a16:creationId xmlns:a16="http://schemas.microsoft.com/office/drawing/2014/main" id="{B72B1995-9DF8-544F-97A7-3546FF5A18F2}"/>
              </a:ext>
            </a:extLst>
          </p:cNvPr>
          <p:cNvSpPr/>
          <p:nvPr/>
        </p:nvSpPr>
        <p:spPr>
          <a:xfrm>
            <a:off x="331906" y="3834104"/>
            <a:ext cx="2770524" cy="1354907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cxnSp>
        <p:nvCxnSpPr>
          <p:cNvPr id="55" name="Connecteur droit 54">
            <a:extLst>
              <a:ext uri="{FF2B5EF4-FFF2-40B4-BE49-F238E27FC236}">
                <a16:creationId xmlns:a16="http://schemas.microsoft.com/office/drawing/2014/main" id="{936D0852-9F6C-464D-A746-1C8953186F39}"/>
              </a:ext>
            </a:extLst>
          </p:cNvPr>
          <p:cNvCxnSpPr>
            <a:cxnSpLocks/>
          </p:cNvCxnSpPr>
          <p:nvPr/>
        </p:nvCxnSpPr>
        <p:spPr>
          <a:xfrm>
            <a:off x="331906" y="4096779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eur droit 55">
            <a:extLst>
              <a:ext uri="{FF2B5EF4-FFF2-40B4-BE49-F238E27FC236}">
                <a16:creationId xmlns:a16="http://schemas.microsoft.com/office/drawing/2014/main" id="{CE97A6C0-FEBA-D146-AC85-E4C52C9A8DD8}"/>
              </a:ext>
            </a:extLst>
          </p:cNvPr>
          <p:cNvCxnSpPr>
            <a:cxnSpLocks/>
          </p:cNvCxnSpPr>
          <p:nvPr/>
        </p:nvCxnSpPr>
        <p:spPr>
          <a:xfrm>
            <a:off x="331906" y="4930912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ZoneTexte 51">
            <a:extLst>
              <a:ext uri="{FF2B5EF4-FFF2-40B4-BE49-F238E27FC236}">
                <a16:creationId xmlns:a16="http://schemas.microsoft.com/office/drawing/2014/main" id="{C2A9E468-840B-984C-BE1B-7859B1027AA0}"/>
              </a:ext>
            </a:extLst>
          </p:cNvPr>
          <p:cNvSpPr txBox="1"/>
          <p:nvPr/>
        </p:nvSpPr>
        <p:spPr>
          <a:xfrm>
            <a:off x="302400" y="4185910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fr-FR" sz="800" dirty="0"/>
              <a:t>{{LOSE_H5}}</a:t>
            </a:r>
          </a:p>
        </p:txBody>
      </p:sp>
      <p:sp>
        <p:nvSpPr>
          <p:cNvPr id="53" name="ZoneTexte 52">
            <a:extLst>
              <a:ext uri="{FF2B5EF4-FFF2-40B4-BE49-F238E27FC236}">
                <a16:creationId xmlns:a16="http://schemas.microsoft.com/office/drawing/2014/main" id="{19358C84-D947-9545-A25A-1009F77AD633}"/>
              </a:ext>
            </a:extLst>
          </p:cNvPr>
          <p:cNvSpPr txBox="1"/>
          <p:nvPr/>
        </p:nvSpPr>
        <p:spPr>
          <a:xfrm>
            <a:off x="302400" y="460953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fr-FR" sz="800" dirty="0"/>
              <a:t>{{LOSE_H6}}</a:t>
            </a:r>
          </a:p>
        </p:txBody>
      </p:sp>
      <p:cxnSp>
        <p:nvCxnSpPr>
          <p:cNvPr id="43" name="Connecteur droit 42">
            <a:extLst>
              <a:ext uri="{FF2B5EF4-FFF2-40B4-BE49-F238E27FC236}">
                <a16:creationId xmlns:a16="http://schemas.microsoft.com/office/drawing/2014/main" id="{52CAE22C-BB05-3F42-8594-8AF82F70CE9F}"/>
              </a:ext>
            </a:extLst>
          </p:cNvPr>
          <p:cNvCxnSpPr/>
          <p:nvPr/>
        </p:nvCxnSpPr>
        <p:spPr>
          <a:xfrm>
            <a:off x="471347" y="4407706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eur droit 43">
            <a:extLst>
              <a:ext uri="{FF2B5EF4-FFF2-40B4-BE49-F238E27FC236}">
                <a16:creationId xmlns:a16="http://schemas.microsoft.com/office/drawing/2014/main" id="{AB84090C-C1EF-E94D-B5C7-3B9DB4D301D8}"/>
              </a:ext>
            </a:extLst>
          </p:cNvPr>
          <p:cNvCxnSpPr/>
          <p:nvPr/>
        </p:nvCxnSpPr>
        <p:spPr>
          <a:xfrm>
            <a:off x="471347" y="4839732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7" name="Groupe 56">
            <a:extLst>
              <a:ext uri="{FF2B5EF4-FFF2-40B4-BE49-F238E27FC236}">
                <a16:creationId xmlns:a16="http://schemas.microsoft.com/office/drawing/2014/main" id="{CAEC0BDF-4FD8-1245-B37D-A1657EFB6E08}"/>
              </a:ext>
            </a:extLst>
          </p:cNvPr>
          <p:cNvGrpSpPr/>
          <p:nvPr/>
        </p:nvGrpSpPr>
        <p:grpSpPr>
          <a:xfrm>
            <a:off x="3102430" y="4515272"/>
            <a:ext cx="460743" cy="1572640"/>
            <a:chOff x="3106994" y="4308380"/>
            <a:chExt cx="460743" cy="1572640"/>
          </a:xfrm>
        </p:grpSpPr>
        <p:cxnSp>
          <p:nvCxnSpPr>
            <p:cNvPr id="58" name="Connecteur droit 57">
              <a:extLst>
                <a:ext uri="{FF2B5EF4-FFF2-40B4-BE49-F238E27FC236}">
                  <a16:creationId xmlns:a16="http://schemas.microsoft.com/office/drawing/2014/main" id="{EB5C8204-FC14-FE45-9C99-674A1524C257}"/>
                </a:ext>
              </a:extLst>
            </p:cNvPr>
            <p:cNvCxnSpPr>
              <a:cxnSpLocks/>
            </p:cNvCxnSpPr>
            <p:nvPr/>
          </p:nvCxnSpPr>
          <p:spPr>
            <a:xfrm>
              <a:off x="3106994" y="4308380"/>
              <a:ext cx="239968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Connecteur droit 58">
              <a:extLst>
                <a:ext uri="{FF2B5EF4-FFF2-40B4-BE49-F238E27FC236}">
                  <a16:creationId xmlns:a16="http://schemas.microsoft.com/office/drawing/2014/main" id="{36D666EE-D2FC-0C48-A064-CBC5C199414E}"/>
                </a:ext>
              </a:extLst>
            </p:cNvPr>
            <p:cNvCxnSpPr>
              <a:cxnSpLocks/>
            </p:cNvCxnSpPr>
            <p:nvPr/>
          </p:nvCxnSpPr>
          <p:spPr>
            <a:xfrm>
              <a:off x="3106994" y="5881019"/>
              <a:ext cx="239968" cy="1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Connecteur droit 59">
              <a:extLst>
                <a:ext uri="{FF2B5EF4-FFF2-40B4-BE49-F238E27FC236}">
                  <a16:creationId xmlns:a16="http://schemas.microsoft.com/office/drawing/2014/main" id="{E2149F88-8679-4249-BC98-E186FC189F1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42397" y="4308380"/>
              <a:ext cx="0" cy="157264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Connecteur droit 60">
              <a:extLst>
                <a:ext uri="{FF2B5EF4-FFF2-40B4-BE49-F238E27FC236}">
                  <a16:creationId xmlns:a16="http://schemas.microsoft.com/office/drawing/2014/main" id="{B616E7C2-6DEE-4C45-8024-5F4F5DDC708A}"/>
                </a:ext>
              </a:extLst>
            </p:cNvPr>
            <p:cNvCxnSpPr>
              <a:cxnSpLocks/>
            </p:cNvCxnSpPr>
            <p:nvPr/>
          </p:nvCxnSpPr>
          <p:spPr>
            <a:xfrm>
              <a:off x="3342397" y="5054505"/>
              <a:ext cx="225340" cy="0"/>
            </a:xfrm>
            <a:prstGeom prst="line">
              <a:avLst/>
            </a:prstGeom>
            <a:ln w="9525">
              <a:solidFill>
                <a:schemeClr val="tx1"/>
              </a:solidFill>
              <a:tailEnd type="arrow" w="sm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6" name="ZoneTexte 65">
            <a:extLst>
              <a:ext uri="{FF2B5EF4-FFF2-40B4-BE49-F238E27FC236}">
                <a16:creationId xmlns:a16="http://schemas.microsoft.com/office/drawing/2014/main" id="{9F8C7379-D30C-F74E-AA5B-63A5F4C6C03E}"/>
              </a:ext>
            </a:extLst>
          </p:cNvPr>
          <p:cNvSpPr txBox="1"/>
          <p:nvPr/>
        </p:nvSpPr>
        <p:spPr>
          <a:xfrm>
            <a:off x="345600" y="5431356"/>
            <a:ext cx="137705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{{C9_16_4_CODE}}</a:t>
            </a:r>
          </a:p>
        </p:txBody>
      </p:sp>
      <p:sp>
        <p:nvSpPr>
          <p:cNvPr id="67" name="ZoneTexte 66">
            <a:extLst>
              <a:ext uri="{FF2B5EF4-FFF2-40B4-BE49-F238E27FC236}">
                <a16:creationId xmlns:a16="http://schemas.microsoft.com/office/drawing/2014/main" id="{243CB846-14FC-4C46-B83E-0B443436468B}"/>
              </a:ext>
            </a:extLst>
          </p:cNvPr>
          <p:cNvSpPr txBox="1"/>
          <p:nvPr/>
        </p:nvSpPr>
        <p:spPr>
          <a:xfrm>
            <a:off x="322779" y="5431356"/>
            <a:ext cx="27796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{{C9_16_4_TERRAIN}}</a:t>
            </a:r>
          </a:p>
        </p:txBody>
      </p:sp>
      <p:sp>
        <p:nvSpPr>
          <p:cNvPr id="68" name="ZoneTexte 67">
            <a:extLst>
              <a:ext uri="{FF2B5EF4-FFF2-40B4-BE49-F238E27FC236}">
                <a16:creationId xmlns:a16="http://schemas.microsoft.com/office/drawing/2014/main" id="{832265AB-9324-A746-87C9-3A9070F6DAC5}"/>
              </a:ext>
            </a:extLst>
          </p:cNvPr>
          <p:cNvSpPr txBox="1"/>
          <p:nvPr/>
        </p:nvSpPr>
        <p:spPr>
          <a:xfrm>
            <a:off x="1683073" y="5431356"/>
            <a:ext cx="141479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{{C9_16_4_HEURE}}</a:t>
            </a:r>
          </a:p>
        </p:txBody>
      </p:sp>
      <p:sp>
        <p:nvSpPr>
          <p:cNvPr id="70" name="ZoneTexte 69">
            <a:extLst>
              <a:ext uri="{FF2B5EF4-FFF2-40B4-BE49-F238E27FC236}">
                <a16:creationId xmlns:a16="http://schemas.microsoft.com/office/drawing/2014/main" id="{F4AD24E2-FA98-7647-AAB3-B0F46F92039A}"/>
              </a:ext>
            </a:extLst>
          </p:cNvPr>
          <p:cNvSpPr txBox="1"/>
          <p:nvPr/>
        </p:nvSpPr>
        <p:spPr>
          <a:xfrm>
            <a:off x="1472878" y="5983749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71" name="ZoneTexte 70">
            <a:extLst>
              <a:ext uri="{FF2B5EF4-FFF2-40B4-BE49-F238E27FC236}">
                <a16:creationId xmlns:a16="http://schemas.microsoft.com/office/drawing/2014/main" id="{8007AE35-7248-DA4B-8C2B-7B22C216CA94}"/>
              </a:ext>
            </a:extLst>
          </p:cNvPr>
          <p:cNvSpPr txBox="1"/>
          <p:nvPr/>
        </p:nvSpPr>
        <p:spPr>
          <a:xfrm>
            <a:off x="1388213" y="6510670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72" name="Groupe 71">
            <a:extLst>
              <a:ext uri="{FF2B5EF4-FFF2-40B4-BE49-F238E27FC236}">
                <a16:creationId xmlns:a16="http://schemas.microsoft.com/office/drawing/2014/main" id="{7F761C82-C2B4-DF48-BDBE-901690A5B68B}"/>
              </a:ext>
            </a:extLst>
          </p:cNvPr>
          <p:cNvGrpSpPr/>
          <p:nvPr/>
        </p:nvGrpSpPr>
        <p:grpSpPr>
          <a:xfrm>
            <a:off x="327342" y="5417997"/>
            <a:ext cx="2770524" cy="1354907"/>
            <a:chOff x="336470" y="583726"/>
            <a:chExt cx="2770524" cy="1354907"/>
          </a:xfrm>
        </p:grpSpPr>
        <p:sp>
          <p:nvSpPr>
            <p:cNvPr id="75" name="Rounded Rectangle 2">
              <a:extLst>
                <a:ext uri="{FF2B5EF4-FFF2-40B4-BE49-F238E27FC236}">
                  <a16:creationId xmlns:a16="http://schemas.microsoft.com/office/drawing/2014/main" id="{C63681AC-F35F-5A46-8108-48FC8C3CD8D6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76" name="Connecteur droit 75">
              <a:extLst>
                <a:ext uri="{FF2B5EF4-FFF2-40B4-BE49-F238E27FC236}">
                  <a16:creationId xmlns:a16="http://schemas.microsoft.com/office/drawing/2014/main" id="{A4F0A925-A8D3-E14C-A2D6-2498173B07D6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Connecteur droit 76">
              <a:extLst>
                <a:ext uri="{FF2B5EF4-FFF2-40B4-BE49-F238E27FC236}">
                  <a16:creationId xmlns:a16="http://schemas.microsoft.com/office/drawing/2014/main" id="{1C61639B-3737-7E43-9785-0CE10A9F34CD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3" name="ZoneTexte 72">
            <a:extLst>
              <a:ext uri="{FF2B5EF4-FFF2-40B4-BE49-F238E27FC236}">
                <a16:creationId xmlns:a16="http://schemas.microsoft.com/office/drawing/2014/main" id="{3CDDDA5A-8C0D-B44E-91D5-6F61D8DD533E}"/>
              </a:ext>
            </a:extLst>
          </p:cNvPr>
          <p:cNvSpPr txBox="1"/>
          <p:nvPr/>
        </p:nvSpPr>
        <p:spPr>
          <a:xfrm>
            <a:off x="302400" y="5769803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fr-FR" sz="800" dirty="0"/>
              <a:t>{{LOSE_H7}}</a:t>
            </a:r>
          </a:p>
        </p:txBody>
      </p:sp>
      <p:sp>
        <p:nvSpPr>
          <p:cNvPr id="74" name="ZoneTexte 73">
            <a:extLst>
              <a:ext uri="{FF2B5EF4-FFF2-40B4-BE49-F238E27FC236}">
                <a16:creationId xmlns:a16="http://schemas.microsoft.com/office/drawing/2014/main" id="{55C57D4B-AAC5-AD4B-8E2C-6501FB5294AA}"/>
              </a:ext>
            </a:extLst>
          </p:cNvPr>
          <p:cNvSpPr txBox="1"/>
          <p:nvPr/>
        </p:nvSpPr>
        <p:spPr>
          <a:xfrm>
            <a:off x="302400" y="6193432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fr-FR" sz="800" dirty="0"/>
              <a:t>{{LOSE_H8}}</a:t>
            </a:r>
          </a:p>
        </p:txBody>
      </p:sp>
      <p:cxnSp>
        <p:nvCxnSpPr>
          <p:cNvPr id="64" name="Connecteur droit 63">
            <a:extLst>
              <a:ext uri="{FF2B5EF4-FFF2-40B4-BE49-F238E27FC236}">
                <a16:creationId xmlns:a16="http://schemas.microsoft.com/office/drawing/2014/main" id="{ABDAC2DB-5B7A-4F43-8744-40E6165584D5}"/>
              </a:ext>
            </a:extLst>
          </p:cNvPr>
          <p:cNvCxnSpPr/>
          <p:nvPr/>
        </p:nvCxnSpPr>
        <p:spPr>
          <a:xfrm>
            <a:off x="466783" y="5991599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eur droit 64">
            <a:extLst>
              <a:ext uri="{FF2B5EF4-FFF2-40B4-BE49-F238E27FC236}">
                <a16:creationId xmlns:a16="http://schemas.microsoft.com/office/drawing/2014/main" id="{6A3E2E00-B093-7D4F-BC12-05886C4247D5}"/>
              </a:ext>
            </a:extLst>
          </p:cNvPr>
          <p:cNvCxnSpPr/>
          <p:nvPr/>
        </p:nvCxnSpPr>
        <p:spPr>
          <a:xfrm>
            <a:off x="466783" y="6423625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ZoneTexte 81">
            <a:extLst>
              <a:ext uri="{FF2B5EF4-FFF2-40B4-BE49-F238E27FC236}">
                <a16:creationId xmlns:a16="http://schemas.microsoft.com/office/drawing/2014/main" id="{3279640A-A774-5742-A7B3-063C0FC4779D}"/>
              </a:ext>
            </a:extLst>
          </p:cNvPr>
          <p:cNvSpPr txBox="1"/>
          <p:nvPr/>
        </p:nvSpPr>
        <p:spPr>
          <a:xfrm>
            <a:off x="3567600" y="1446132"/>
            <a:ext cx="138156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{{C9_12_1_CODE}}</a:t>
            </a:r>
          </a:p>
        </p:txBody>
      </p:sp>
      <p:sp>
        <p:nvSpPr>
          <p:cNvPr id="83" name="ZoneTexte 82">
            <a:extLst>
              <a:ext uri="{FF2B5EF4-FFF2-40B4-BE49-F238E27FC236}">
                <a16:creationId xmlns:a16="http://schemas.microsoft.com/office/drawing/2014/main" id="{590F566A-D92F-5242-BBDC-F144A710434C}"/>
              </a:ext>
            </a:extLst>
          </p:cNvPr>
          <p:cNvSpPr txBox="1"/>
          <p:nvPr/>
        </p:nvSpPr>
        <p:spPr>
          <a:xfrm>
            <a:off x="3563173" y="1446132"/>
            <a:ext cx="277051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{{C9_12_1_TERRAIN}}</a:t>
            </a:r>
          </a:p>
        </p:txBody>
      </p:sp>
      <p:sp>
        <p:nvSpPr>
          <p:cNvPr id="84" name="ZoneTexte 83">
            <a:extLst>
              <a:ext uri="{FF2B5EF4-FFF2-40B4-BE49-F238E27FC236}">
                <a16:creationId xmlns:a16="http://schemas.microsoft.com/office/drawing/2014/main" id="{12DCC3BB-AF0E-EB46-B2A1-A596BB18B5D7}"/>
              </a:ext>
            </a:extLst>
          </p:cNvPr>
          <p:cNvSpPr txBox="1"/>
          <p:nvPr/>
        </p:nvSpPr>
        <p:spPr>
          <a:xfrm>
            <a:off x="4918907" y="1446132"/>
            <a:ext cx="141479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{{C9_12_1_HEURE}}</a:t>
            </a:r>
          </a:p>
        </p:txBody>
      </p:sp>
      <p:sp>
        <p:nvSpPr>
          <p:cNvPr id="86" name="ZoneTexte 85">
            <a:extLst>
              <a:ext uri="{FF2B5EF4-FFF2-40B4-BE49-F238E27FC236}">
                <a16:creationId xmlns:a16="http://schemas.microsoft.com/office/drawing/2014/main" id="{26C878EB-707A-7444-9C8A-2B3905975071}"/>
              </a:ext>
            </a:extLst>
          </p:cNvPr>
          <p:cNvSpPr txBox="1"/>
          <p:nvPr/>
        </p:nvSpPr>
        <p:spPr>
          <a:xfrm>
            <a:off x="4708712" y="1998525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87" name="ZoneTexte 86">
            <a:extLst>
              <a:ext uri="{FF2B5EF4-FFF2-40B4-BE49-F238E27FC236}">
                <a16:creationId xmlns:a16="http://schemas.microsoft.com/office/drawing/2014/main" id="{A144670B-58EE-524F-99E5-2B3C81E7289F}"/>
              </a:ext>
            </a:extLst>
          </p:cNvPr>
          <p:cNvSpPr txBox="1"/>
          <p:nvPr/>
        </p:nvSpPr>
        <p:spPr>
          <a:xfrm>
            <a:off x="4624047" y="2525446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88" name="Groupe 87">
            <a:extLst>
              <a:ext uri="{FF2B5EF4-FFF2-40B4-BE49-F238E27FC236}">
                <a16:creationId xmlns:a16="http://schemas.microsoft.com/office/drawing/2014/main" id="{B0F2BD75-4443-D84D-B154-D1057C85CDAE}"/>
              </a:ext>
            </a:extLst>
          </p:cNvPr>
          <p:cNvGrpSpPr/>
          <p:nvPr/>
        </p:nvGrpSpPr>
        <p:grpSpPr>
          <a:xfrm>
            <a:off x="3563176" y="1432773"/>
            <a:ext cx="2770524" cy="1354907"/>
            <a:chOff x="336470" y="583726"/>
            <a:chExt cx="2770524" cy="1354907"/>
          </a:xfrm>
        </p:grpSpPr>
        <p:sp>
          <p:nvSpPr>
            <p:cNvPr id="91" name="Rounded Rectangle 2">
              <a:extLst>
                <a:ext uri="{FF2B5EF4-FFF2-40B4-BE49-F238E27FC236}">
                  <a16:creationId xmlns:a16="http://schemas.microsoft.com/office/drawing/2014/main" id="{9576F30C-0DE9-1E43-8389-A0DA82691D16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92" name="Connecteur droit 91">
              <a:extLst>
                <a:ext uri="{FF2B5EF4-FFF2-40B4-BE49-F238E27FC236}">
                  <a16:creationId xmlns:a16="http://schemas.microsoft.com/office/drawing/2014/main" id="{E52F0D62-D88D-E849-AF92-9A67FFE282C6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Connecteur droit 92">
              <a:extLst>
                <a:ext uri="{FF2B5EF4-FFF2-40B4-BE49-F238E27FC236}">
                  <a16:creationId xmlns:a16="http://schemas.microsoft.com/office/drawing/2014/main" id="{CBB09D14-D29B-AD45-AFF4-A545CC76BC7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9" name="ZoneTexte 88">
            <a:extLst>
              <a:ext uri="{FF2B5EF4-FFF2-40B4-BE49-F238E27FC236}">
                <a16:creationId xmlns:a16="http://schemas.microsoft.com/office/drawing/2014/main" id="{781AB9AB-714D-9346-BDD6-E6310837A8C5}"/>
              </a:ext>
            </a:extLst>
          </p:cNvPr>
          <p:cNvSpPr txBox="1"/>
          <p:nvPr/>
        </p:nvSpPr>
        <p:spPr>
          <a:xfrm>
            <a:off x="3528000" y="178457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{{WIN_C9_16_1}}</a:t>
            </a:r>
          </a:p>
        </p:txBody>
      </p:sp>
      <p:sp>
        <p:nvSpPr>
          <p:cNvPr id="90" name="ZoneTexte 89">
            <a:extLst>
              <a:ext uri="{FF2B5EF4-FFF2-40B4-BE49-F238E27FC236}">
                <a16:creationId xmlns:a16="http://schemas.microsoft.com/office/drawing/2014/main" id="{4C02E111-27AC-2C4E-85B7-073CFBAFFBD2}"/>
              </a:ext>
            </a:extLst>
          </p:cNvPr>
          <p:cNvSpPr txBox="1"/>
          <p:nvPr/>
        </p:nvSpPr>
        <p:spPr>
          <a:xfrm>
            <a:off x="3528000" y="2208208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{{WIN_C9_16_2}}</a:t>
            </a:r>
          </a:p>
        </p:txBody>
      </p:sp>
      <p:cxnSp>
        <p:nvCxnSpPr>
          <p:cNvPr id="80" name="Connecteur droit 79">
            <a:extLst>
              <a:ext uri="{FF2B5EF4-FFF2-40B4-BE49-F238E27FC236}">
                <a16:creationId xmlns:a16="http://schemas.microsoft.com/office/drawing/2014/main" id="{A998CE6F-1EAA-464F-A86D-495B88D65B78}"/>
              </a:ext>
            </a:extLst>
          </p:cNvPr>
          <p:cNvCxnSpPr/>
          <p:nvPr/>
        </p:nvCxnSpPr>
        <p:spPr>
          <a:xfrm>
            <a:off x="3702617" y="2006375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eur droit 80">
            <a:extLst>
              <a:ext uri="{FF2B5EF4-FFF2-40B4-BE49-F238E27FC236}">
                <a16:creationId xmlns:a16="http://schemas.microsoft.com/office/drawing/2014/main" id="{78FF5F94-1E72-D94C-92C9-3BFE3965A1D9}"/>
              </a:ext>
            </a:extLst>
          </p:cNvPr>
          <p:cNvCxnSpPr/>
          <p:nvPr/>
        </p:nvCxnSpPr>
        <p:spPr>
          <a:xfrm>
            <a:off x="3702617" y="243840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ZoneTexte 97">
            <a:extLst>
              <a:ext uri="{FF2B5EF4-FFF2-40B4-BE49-F238E27FC236}">
                <a16:creationId xmlns:a16="http://schemas.microsoft.com/office/drawing/2014/main" id="{169691C6-0FE4-D14B-85B8-7311AEA1CAF9}"/>
              </a:ext>
            </a:extLst>
          </p:cNvPr>
          <p:cNvSpPr txBox="1"/>
          <p:nvPr/>
        </p:nvSpPr>
        <p:spPr>
          <a:xfrm>
            <a:off x="3567600" y="4589655"/>
            <a:ext cx="141478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{{C9_12_2_CODE}}</a:t>
            </a:r>
          </a:p>
          <a:p>
            <a:endParaRPr lang="fr-FR" sz="1100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99" name="ZoneTexte 98">
            <a:extLst>
              <a:ext uri="{FF2B5EF4-FFF2-40B4-BE49-F238E27FC236}">
                <a16:creationId xmlns:a16="http://schemas.microsoft.com/office/drawing/2014/main" id="{48AD87D9-18D0-B640-BD6D-41EEB45F11B2}"/>
              </a:ext>
            </a:extLst>
          </p:cNvPr>
          <p:cNvSpPr txBox="1"/>
          <p:nvPr/>
        </p:nvSpPr>
        <p:spPr>
          <a:xfrm>
            <a:off x="3567600" y="4589655"/>
            <a:ext cx="276608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{{C9_12_2_TERRAIN}}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00" name="ZoneTexte 99">
            <a:extLst>
              <a:ext uri="{FF2B5EF4-FFF2-40B4-BE49-F238E27FC236}">
                <a16:creationId xmlns:a16="http://schemas.microsoft.com/office/drawing/2014/main" id="{9F6CDAD2-D09F-1143-B979-9484EB8A1222}"/>
              </a:ext>
            </a:extLst>
          </p:cNvPr>
          <p:cNvSpPr txBox="1"/>
          <p:nvPr/>
        </p:nvSpPr>
        <p:spPr>
          <a:xfrm>
            <a:off x="4870451" y="4589655"/>
            <a:ext cx="146324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{{C9_12_2_HEURE}}</a:t>
            </a:r>
          </a:p>
        </p:txBody>
      </p:sp>
      <p:sp>
        <p:nvSpPr>
          <p:cNvPr id="102" name="ZoneTexte 101">
            <a:extLst>
              <a:ext uri="{FF2B5EF4-FFF2-40B4-BE49-F238E27FC236}">
                <a16:creationId xmlns:a16="http://schemas.microsoft.com/office/drawing/2014/main" id="{5D980E67-C0BF-0249-9F9E-D310002ABF91}"/>
              </a:ext>
            </a:extLst>
          </p:cNvPr>
          <p:cNvSpPr txBox="1"/>
          <p:nvPr/>
        </p:nvSpPr>
        <p:spPr>
          <a:xfrm>
            <a:off x="4708712" y="5142048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03" name="ZoneTexte 102">
            <a:extLst>
              <a:ext uri="{FF2B5EF4-FFF2-40B4-BE49-F238E27FC236}">
                <a16:creationId xmlns:a16="http://schemas.microsoft.com/office/drawing/2014/main" id="{EF701DC9-1014-7A40-B565-905EE15D2F0C}"/>
              </a:ext>
            </a:extLst>
          </p:cNvPr>
          <p:cNvSpPr txBox="1"/>
          <p:nvPr/>
        </p:nvSpPr>
        <p:spPr>
          <a:xfrm>
            <a:off x="4624047" y="5668969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sp>
        <p:nvSpPr>
          <p:cNvPr id="107" name="Rounded Rectangle 2">
            <a:extLst>
              <a:ext uri="{FF2B5EF4-FFF2-40B4-BE49-F238E27FC236}">
                <a16:creationId xmlns:a16="http://schemas.microsoft.com/office/drawing/2014/main" id="{BC35D142-7DC5-0E44-9E75-12B5FC62CD6A}"/>
              </a:ext>
            </a:extLst>
          </p:cNvPr>
          <p:cNvSpPr/>
          <p:nvPr/>
        </p:nvSpPr>
        <p:spPr>
          <a:xfrm>
            <a:off x="3563176" y="4576296"/>
            <a:ext cx="2770524" cy="1354907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cxnSp>
        <p:nvCxnSpPr>
          <p:cNvPr id="108" name="Connecteur droit 107">
            <a:extLst>
              <a:ext uri="{FF2B5EF4-FFF2-40B4-BE49-F238E27FC236}">
                <a16:creationId xmlns:a16="http://schemas.microsoft.com/office/drawing/2014/main" id="{FCC8B888-0726-F540-9FE7-57E596B0DBE0}"/>
              </a:ext>
            </a:extLst>
          </p:cNvPr>
          <p:cNvCxnSpPr>
            <a:cxnSpLocks/>
          </p:cNvCxnSpPr>
          <p:nvPr/>
        </p:nvCxnSpPr>
        <p:spPr>
          <a:xfrm>
            <a:off x="3563176" y="4838971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eur droit 108">
            <a:extLst>
              <a:ext uri="{FF2B5EF4-FFF2-40B4-BE49-F238E27FC236}">
                <a16:creationId xmlns:a16="http://schemas.microsoft.com/office/drawing/2014/main" id="{DA52E3C3-6701-3D4F-8377-52AD4FEDC38D}"/>
              </a:ext>
            </a:extLst>
          </p:cNvPr>
          <p:cNvCxnSpPr>
            <a:cxnSpLocks/>
          </p:cNvCxnSpPr>
          <p:nvPr/>
        </p:nvCxnSpPr>
        <p:spPr>
          <a:xfrm>
            <a:off x="3563176" y="5673104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" name="ZoneTexte 104">
            <a:extLst>
              <a:ext uri="{FF2B5EF4-FFF2-40B4-BE49-F238E27FC236}">
                <a16:creationId xmlns:a16="http://schemas.microsoft.com/office/drawing/2014/main" id="{AC2F79E4-32EE-714F-BDE0-2953055CC226}"/>
              </a:ext>
            </a:extLst>
          </p:cNvPr>
          <p:cNvSpPr txBox="1"/>
          <p:nvPr/>
        </p:nvSpPr>
        <p:spPr>
          <a:xfrm>
            <a:off x="3528000" y="4928102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{{WIN_C9_16_3}}</a:t>
            </a:r>
          </a:p>
        </p:txBody>
      </p:sp>
      <p:sp>
        <p:nvSpPr>
          <p:cNvPr id="106" name="ZoneTexte 105">
            <a:extLst>
              <a:ext uri="{FF2B5EF4-FFF2-40B4-BE49-F238E27FC236}">
                <a16:creationId xmlns:a16="http://schemas.microsoft.com/office/drawing/2014/main" id="{46B92A05-4D0C-2B4A-8FA9-2AF1BD334B79}"/>
              </a:ext>
            </a:extLst>
          </p:cNvPr>
          <p:cNvSpPr txBox="1"/>
          <p:nvPr/>
        </p:nvSpPr>
        <p:spPr>
          <a:xfrm>
            <a:off x="3528000" y="5351731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{{WIN_C9_16_4}}</a:t>
            </a:r>
          </a:p>
        </p:txBody>
      </p:sp>
      <p:cxnSp>
        <p:nvCxnSpPr>
          <p:cNvPr id="96" name="Connecteur droit 95">
            <a:extLst>
              <a:ext uri="{FF2B5EF4-FFF2-40B4-BE49-F238E27FC236}">
                <a16:creationId xmlns:a16="http://schemas.microsoft.com/office/drawing/2014/main" id="{F6685AC6-3CD7-8847-BB9C-893DB376A67F}"/>
              </a:ext>
            </a:extLst>
          </p:cNvPr>
          <p:cNvCxnSpPr/>
          <p:nvPr/>
        </p:nvCxnSpPr>
        <p:spPr>
          <a:xfrm>
            <a:off x="3702617" y="5149898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eur droit 96">
            <a:extLst>
              <a:ext uri="{FF2B5EF4-FFF2-40B4-BE49-F238E27FC236}">
                <a16:creationId xmlns:a16="http://schemas.microsoft.com/office/drawing/2014/main" id="{8328B16A-FFCF-EE45-BCFB-5E7C6B311672}"/>
              </a:ext>
            </a:extLst>
          </p:cNvPr>
          <p:cNvCxnSpPr/>
          <p:nvPr/>
        </p:nvCxnSpPr>
        <p:spPr>
          <a:xfrm>
            <a:off x="3702617" y="558192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14" name="Groupe 113">
            <a:extLst>
              <a:ext uri="{FF2B5EF4-FFF2-40B4-BE49-F238E27FC236}">
                <a16:creationId xmlns:a16="http://schemas.microsoft.com/office/drawing/2014/main" id="{4FA91640-449A-F445-89C7-3C9E207DE8A7}"/>
              </a:ext>
            </a:extLst>
          </p:cNvPr>
          <p:cNvGrpSpPr/>
          <p:nvPr/>
        </p:nvGrpSpPr>
        <p:grpSpPr>
          <a:xfrm>
            <a:off x="6333700" y="2214965"/>
            <a:ext cx="469872" cy="3046488"/>
            <a:chOff x="6333698" y="2051381"/>
            <a:chExt cx="469872" cy="3046488"/>
          </a:xfrm>
        </p:grpSpPr>
        <p:cxnSp>
          <p:nvCxnSpPr>
            <p:cNvPr id="110" name="Connecteur droit 109">
              <a:extLst>
                <a:ext uri="{FF2B5EF4-FFF2-40B4-BE49-F238E27FC236}">
                  <a16:creationId xmlns:a16="http://schemas.microsoft.com/office/drawing/2014/main" id="{C0F01EAA-1B97-1940-B59B-178F11F13438}"/>
                </a:ext>
              </a:extLst>
            </p:cNvPr>
            <p:cNvCxnSpPr>
              <a:cxnSpLocks/>
              <a:stCxn id="91" idx="3"/>
            </p:cNvCxnSpPr>
            <p:nvPr/>
          </p:nvCxnSpPr>
          <p:spPr>
            <a:xfrm flipV="1">
              <a:off x="6333698" y="2051381"/>
              <a:ext cx="249097" cy="362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Connecteur droit 110">
              <a:extLst>
                <a:ext uri="{FF2B5EF4-FFF2-40B4-BE49-F238E27FC236}">
                  <a16:creationId xmlns:a16="http://schemas.microsoft.com/office/drawing/2014/main" id="{05D29F0C-A3D7-A543-87FD-294E9D4CA41F}"/>
                </a:ext>
              </a:extLst>
            </p:cNvPr>
            <p:cNvCxnSpPr>
              <a:cxnSpLocks/>
            </p:cNvCxnSpPr>
            <p:nvPr/>
          </p:nvCxnSpPr>
          <p:spPr>
            <a:xfrm>
              <a:off x="6338262" y="5097868"/>
              <a:ext cx="239968" cy="1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Connecteur droit 111">
              <a:extLst>
                <a:ext uri="{FF2B5EF4-FFF2-40B4-BE49-F238E27FC236}">
                  <a16:creationId xmlns:a16="http://schemas.microsoft.com/office/drawing/2014/main" id="{3239365E-8411-9647-9702-EE4796BCC80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78230" y="2051381"/>
              <a:ext cx="0" cy="3046432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Connecteur droit 112">
              <a:extLst>
                <a:ext uri="{FF2B5EF4-FFF2-40B4-BE49-F238E27FC236}">
                  <a16:creationId xmlns:a16="http://schemas.microsoft.com/office/drawing/2014/main" id="{700BC4D2-0E4B-6F4A-AF56-340AECFFAC87}"/>
                </a:ext>
              </a:extLst>
            </p:cNvPr>
            <p:cNvCxnSpPr>
              <a:cxnSpLocks/>
            </p:cNvCxnSpPr>
            <p:nvPr/>
          </p:nvCxnSpPr>
          <p:spPr>
            <a:xfrm>
              <a:off x="6578230" y="3567717"/>
              <a:ext cx="225340" cy="0"/>
            </a:xfrm>
            <a:prstGeom prst="line">
              <a:avLst/>
            </a:prstGeom>
            <a:ln w="9525">
              <a:solidFill>
                <a:schemeClr val="tx1"/>
              </a:solidFill>
              <a:tailEnd type="arrow" w="sm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0" name="ZoneTexte 119">
            <a:extLst>
              <a:ext uri="{FF2B5EF4-FFF2-40B4-BE49-F238E27FC236}">
                <a16:creationId xmlns:a16="http://schemas.microsoft.com/office/drawing/2014/main" id="{18EE39A7-0D04-BC48-9A0C-BC57C487F621}"/>
              </a:ext>
            </a:extLst>
          </p:cNvPr>
          <p:cNvSpPr txBox="1"/>
          <p:nvPr/>
        </p:nvSpPr>
        <p:spPr>
          <a:xfrm>
            <a:off x="6825600" y="5300551"/>
            <a:ext cx="130114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{{C11_12_CODE}}</a:t>
            </a:r>
          </a:p>
        </p:txBody>
      </p:sp>
      <p:sp>
        <p:nvSpPr>
          <p:cNvPr id="121" name="ZoneTexte 120">
            <a:extLst>
              <a:ext uri="{FF2B5EF4-FFF2-40B4-BE49-F238E27FC236}">
                <a16:creationId xmlns:a16="http://schemas.microsoft.com/office/drawing/2014/main" id="{F4652EAC-16B7-2042-AB26-E5DE4DBD1890}"/>
              </a:ext>
            </a:extLst>
          </p:cNvPr>
          <p:cNvSpPr txBox="1"/>
          <p:nvPr/>
        </p:nvSpPr>
        <p:spPr>
          <a:xfrm>
            <a:off x="6838812" y="5300551"/>
            <a:ext cx="276596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{{C11_12_TERRAIN}}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22" name="ZoneTexte 121">
            <a:extLst>
              <a:ext uri="{FF2B5EF4-FFF2-40B4-BE49-F238E27FC236}">
                <a16:creationId xmlns:a16="http://schemas.microsoft.com/office/drawing/2014/main" id="{D494BE03-677C-794F-847F-0CDCFE49F103}"/>
              </a:ext>
            </a:extLst>
          </p:cNvPr>
          <p:cNvSpPr txBox="1"/>
          <p:nvPr/>
        </p:nvSpPr>
        <p:spPr>
          <a:xfrm>
            <a:off x="8222927" y="5300551"/>
            <a:ext cx="138184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{{C11_12_HEURE}}</a:t>
            </a:r>
          </a:p>
          <a:p>
            <a:endParaRPr lang="fr-FR" sz="1100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24" name="ZoneTexte 123">
            <a:extLst>
              <a:ext uri="{FF2B5EF4-FFF2-40B4-BE49-F238E27FC236}">
                <a16:creationId xmlns:a16="http://schemas.microsoft.com/office/drawing/2014/main" id="{7C5DDC0D-D2C5-E643-8550-E5AF436B9DAC}"/>
              </a:ext>
            </a:extLst>
          </p:cNvPr>
          <p:cNvSpPr txBox="1"/>
          <p:nvPr/>
        </p:nvSpPr>
        <p:spPr>
          <a:xfrm>
            <a:off x="7979785" y="5852944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25" name="ZoneTexte 124">
            <a:extLst>
              <a:ext uri="{FF2B5EF4-FFF2-40B4-BE49-F238E27FC236}">
                <a16:creationId xmlns:a16="http://schemas.microsoft.com/office/drawing/2014/main" id="{1C3C531F-EAE8-0B47-8C26-D96F212B92A3}"/>
              </a:ext>
            </a:extLst>
          </p:cNvPr>
          <p:cNvSpPr txBox="1"/>
          <p:nvPr/>
        </p:nvSpPr>
        <p:spPr>
          <a:xfrm>
            <a:off x="7895120" y="6379865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26" name="Groupe 125">
            <a:extLst>
              <a:ext uri="{FF2B5EF4-FFF2-40B4-BE49-F238E27FC236}">
                <a16:creationId xmlns:a16="http://schemas.microsoft.com/office/drawing/2014/main" id="{2473C159-6013-F745-8841-D200E5071813}"/>
              </a:ext>
            </a:extLst>
          </p:cNvPr>
          <p:cNvGrpSpPr/>
          <p:nvPr/>
        </p:nvGrpSpPr>
        <p:grpSpPr>
          <a:xfrm>
            <a:off x="6834249" y="5287192"/>
            <a:ext cx="2770524" cy="1354907"/>
            <a:chOff x="336470" y="583726"/>
            <a:chExt cx="2770524" cy="1354907"/>
          </a:xfrm>
        </p:grpSpPr>
        <p:sp>
          <p:nvSpPr>
            <p:cNvPr id="129" name="Rounded Rectangle 2">
              <a:extLst>
                <a:ext uri="{FF2B5EF4-FFF2-40B4-BE49-F238E27FC236}">
                  <a16:creationId xmlns:a16="http://schemas.microsoft.com/office/drawing/2014/main" id="{677F7C61-44EE-6E40-8F6E-A7E52C5936B9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30" name="Connecteur droit 129">
              <a:extLst>
                <a:ext uri="{FF2B5EF4-FFF2-40B4-BE49-F238E27FC236}">
                  <a16:creationId xmlns:a16="http://schemas.microsoft.com/office/drawing/2014/main" id="{C60CE79D-9730-E542-91BE-18015D5511C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Connecteur droit 130">
              <a:extLst>
                <a:ext uri="{FF2B5EF4-FFF2-40B4-BE49-F238E27FC236}">
                  <a16:creationId xmlns:a16="http://schemas.microsoft.com/office/drawing/2014/main" id="{4A0753E7-9E42-6B41-8773-592DC95067B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7" name="ZoneTexte 126">
            <a:extLst>
              <a:ext uri="{FF2B5EF4-FFF2-40B4-BE49-F238E27FC236}">
                <a16:creationId xmlns:a16="http://schemas.microsoft.com/office/drawing/2014/main" id="{BCC83249-E726-6B4D-BAC5-E85EB2DC6EF5}"/>
              </a:ext>
            </a:extLst>
          </p:cNvPr>
          <p:cNvSpPr txBox="1"/>
          <p:nvPr/>
        </p:nvSpPr>
        <p:spPr>
          <a:xfrm>
            <a:off x="6786000" y="5638998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dirty="0"/>
              <a:t>{{LOSE_C9_12_1}}</a:t>
            </a:r>
          </a:p>
        </p:txBody>
      </p:sp>
      <p:sp>
        <p:nvSpPr>
          <p:cNvPr id="128" name="ZoneTexte 127">
            <a:extLst>
              <a:ext uri="{FF2B5EF4-FFF2-40B4-BE49-F238E27FC236}">
                <a16:creationId xmlns:a16="http://schemas.microsoft.com/office/drawing/2014/main" id="{D19D15F8-E49A-5047-A237-D55BBF32D126}"/>
              </a:ext>
            </a:extLst>
          </p:cNvPr>
          <p:cNvSpPr txBox="1"/>
          <p:nvPr/>
        </p:nvSpPr>
        <p:spPr>
          <a:xfrm>
            <a:off x="6786000" y="6062627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dirty="0"/>
              <a:t>{{LOSE_C9_12_2}}</a:t>
            </a:r>
          </a:p>
        </p:txBody>
      </p:sp>
      <p:cxnSp>
        <p:nvCxnSpPr>
          <p:cNvPr id="118" name="Connecteur droit 117">
            <a:extLst>
              <a:ext uri="{FF2B5EF4-FFF2-40B4-BE49-F238E27FC236}">
                <a16:creationId xmlns:a16="http://schemas.microsoft.com/office/drawing/2014/main" id="{127FC127-C7D1-574A-B48C-8D6AB458E5D4}"/>
              </a:ext>
            </a:extLst>
          </p:cNvPr>
          <p:cNvCxnSpPr/>
          <p:nvPr/>
        </p:nvCxnSpPr>
        <p:spPr>
          <a:xfrm>
            <a:off x="6973690" y="586079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eur droit 118">
            <a:extLst>
              <a:ext uri="{FF2B5EF4-FFF2-40B4-BE49-F238E27FC236}">
                <a16:creationId xmlns:a16="http://schemas.microsoft.com/office/drawing/2014/main" id="{98E3D683-DFDF-5443-B0E4-720EAF0A1CBE}"/>
              </a:ext>
            </a:extLst>
          </p:cNvPr>
          <p:cNvCxnSpPr/>
          <p:nvPr/>
        </p:nvCxnSpPr>
        <p:spPr>
          <a:xfrm>
            <a:off x="6973690" y="6292820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eur droit 131">
            <a:extLst>
              <a:ext uri="{FF2B5EF4-FFF2-40B4-BE49-F238E27FC236}">
                <a16:creationId xmlns:a16="http://schemas.microsoft.com/office/drawing/2014/main" id="{03A50A04-569F-7F4C-B363-E33B662511AC}"/>
              </a:ext>
            </a:extLst>
          </p:cNvPr>
          <p:cNvCxnSpPr>
            <a:cxnSpLocks/>
          </p:cNvCxnSpPr>
          <p:nvPr/>
        </p:nvCxnSpPr>
        <p:spPr>
          <a:xfrm>
            <a:off x="0" y="569147"/>
            <a:ext cx="9906000" cy="0"/>
          </a:xfrm>
          <a:prstGeom prst="line">
            <a:avLst/>
          </a:prstGeom>
          <a:ln w="1587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ZoneTexte 132">
            <a:extLst>
              <a:ext uri="{FF2B5EF4-FFF2-40B4-BE49-F238E27FC236}">
                <a16:creationId xmlns:a16="http://schemas.microsoft.com/office/drawing/2014/main" id="{7A600195-411A-9146-881C-BF77B17961CE}"/>
              </a:ext>
            </a:extLst>
          </p:cNvPr>
          <p:cNvSpPr txBox="1"/>
          <p:nvPr/>
        </p:nvSpPr>
        <p:spPr>
          <a:xfrm>
            <a:off x="3195145" y="105103"/>
            <a:ext cx="3383087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CLASSEMENT 9-12</a:t>
            </a:r>
          </a:p>
        </p:txBody>
      </p:sp>
      <p:sp>
        <p:nvSpPr>
          <p:cNvPr id="134" name="ZoneTexte 133">
            <a:extLst>
              <a:ext uri="{FF2B5EF4-FFF2-40B4-BE49-F238E27FC236}">
                <a16:creationId xmlns:a16="http://schemas.microsoft.com/office/drawing/2014/main" id="{04FA868E-B09C-CB41-8368-B46B9716BFE5}"/>
              </a:ext>
            </a:extLst>
          </p:cNvPr>
          <p:cNvSpPr txBox="1"/>
          <p:nvPr/>
        </p:nvSpPr>
        <p:spPr>
          <a:xfrm>
            <a:off x="21060" y="12212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35" name="ZoneTexte 134">
            <a:extLst>
              <a:ext uri="{FF2B5EF4-FFF2-40B4-BE49-F238E27FC236}">
                <a16:creationId xmlns:a16="http://schemas.microsoft.com/office/drawing/2014/main" id="{CE532D12-AB2D-E443-B4BE-7251DB907A4A}"/>
              </a:ext>
            </a:extLst>
          </p:cNvPr>
          <p:cNvSpPr txBox="1"/>
          <p:nvPr/>
        </p:nvSpPr>
        <p:spPr>
          <a:xfrm>
            <a:off x="6564810" y="14764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36" name="ZoneTexte 135">
            <a:extLst>
              <a:ext uri="{FF2B5EF4-FFF2-40B4-BE49-F238E27FC236}">
                <a16:creationId xmlns:a16="http://schemas.microsoft.com/office/drawing/2014/main" id="{730CA1EC-3AAE-314C-A6E8-904AE6E4C1DB}"/>
              </a:ext>
            </a:extLst>
          </p:cNvPr>
          <p:cNvSpPr txBox="1"/>
          <p:nvPr/>
        </p:nvSpPr>
        <p:spPr>
          <a:xfrm>
            <a:off x="3212431" y="6591732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{{CLUB}}</a:t>
            </a:r>
          </a:p>
        </p:txBody>
      </p:sp>
      <p:sp>
        <p:nvSpPr>
          <p:cNvPr id="142" name="ZoneTexte 141">
            <a:extLst>
              <a:ext uri="{FF2B5EF4-FFF2-40B4-BE49-F238E27FC236}">
                <a16:creationId xmlns:a16="http://schemas.microsoft.com/office/drawing/2014/main" id="{EDDC4BB8-742D-FF4B-BEE0-B58600F99C26}"/>
              </a:ext>
            </a:extLst>
          </p:cNvPr>
          <p:cNvSpPr txBox="1"/>
          <p:nvPr/>
        </p:nvSpPr>
        <p:spPr>
          <a:xfrm>
            <a:off x="6825600" y="3063383"/>
            <a:ext cx="12135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{{C9_10_CODE}}</a:t>
            </a:r>
          </a:p>
        </p:txBody>
      </p:sp>
      <p:sp>
        <p:nvSpPr>
          <p:cNvPr id="143" name="ZoneTexte 142">
            <a:extLst>
              <a:ext uri="{FF2B5EF4-FFF2-40B4-BE49-F238E27FC236}">
                <a16:creationId xmlns:a16="http://schemas.microsoft.com/office/drawing/2014/main" id="{910BFB0A-ECDD-4B46-9FD8-3FCF5E218450}"/>
              </a:ext>
            </a:extLst>
          </p:cNvPr>
          <p:cNvSpPr txBox="1"/>
          <p:nvPr/>
        </p:nvSpPr>
        <p:spPr>
          <a:xfrm>
            <a:off x="6822765" y="3063383"/>
            <a:ext cx="277050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{{C9_10_TERRAIN}}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44" name="ZoneTexte 143">
            <a:extLst>
              <a:ext uri="{FF2B5EF4-FFF2-40B4-BE49-F238E27FC236}">
                <a16:creationId xmlns:a16="http://schemas.microsoft.com/office/drawing/2014/main" id="{C461CD0F-189D-4249-AC96-125DD326BD5B}"/>
              </a:ext>
            </a:extLst>
          </p:cNvPr>
          <p:cNvSpPr txBox="1"/>
          <p:nvPr/>
        </p:nvSpPr>
        <p:spPr>
          <a:xfrm>
            <a:off x="8305800" y="3063383"/>
            <a:ext cx="128749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{{C9_10_HEURE}}</a:t>
            </a:r>
          </a:p>
        </p:txBody>
      </p:sp>
      <p:sp>
        <p:nvSpPr>
          <p:cNvPr id="146" name="ZoneTexte 145">
            <a:extLst>
              <a:ext uri="{FF2B5EF4-FFF2-40B4-BE49-F238E27FC236}">
                <a16:creationId xmlns:a16="http://schemas.microsoft.com/office/drawing/2014/main" id="{08300B0F-C0E3-A244-A7FD-E72C98388DAD}"/>
              </a:ext>
            </a:extLst>
          </p:cNvPr>
          <p:cNvSpPr txBox="1"/>
          <p:nvPr/>
        </p:nvSpPr>
        <p:spPr>
          <a:xfrm>
            <a:off x="7968305" y="3615776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47" name="ZoneTexte 146">
            <a:extLst>
              <a:ext uri="{FF2B5EF4-FFF2-40B4-BE49-F238E27FC236}">
                <a16:creationId xmlns:a16="http://schemas.microsoft.com/office/drawing/2014/main" id="{3F382E53-E534-BF46-9E92-D6DEEA03A331}"/>
              </a:ext>
            </a:extLst>
          </p:cNvPr>
          <p:cNvSpPr txBox="1"/>
          <p:nvPr/>
        </p:nvSpPr>
        <p:spPr>
          <a:xfrm>
            <a:off x="7883640" y="4142697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48" name="Groupe 147">
            <a:extLst>
              <a:ext uri="{FF2B5EF4-FFF2-40B4-BE49-F238E27FC236}">
                <a16:creationId xmlns:a16="http://schemas.microsoft.com/office/drawing/2014/main" id="{1AF2CC3B-4304-6341-A985-F78CDE3CAEF1}"/>
              </a:ext>
            </a:extLst>
          </p:cNvPr>
          <p:cNvGrpSpPr/>
          <p:nvPr/>
        </p:nvGrpSpPr>
        <p:grpSpPr>
          <a:xfrm>
            <a:off x="6822769" y="3050024"/>
            <a:ext cx="2770524" cy="1354907"/>
            <a:chOff x="336470" y="583726"/>
            <a:chExt cx="2770524" cy="1354907"/>
          </a:xfrm>
        </p:grpSpPr>
        <p:sp>
          <p:nvSpPr>
            <p:cNvPr id="151" name="Rounded Rectangle 2">
              <a:extLst>
                <a:ext uri="{FF2B5EF4-FFF2-40B4-BE49-F238E27FC236}">
                  <a16:creationId xmlns:a16="http://schemas.microsoft.com/office/drawing/2014/main" id="{6EB1D16C-420F-7E40-A829-B13E274D54B0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52" name="Connecteur droit 151">
              <a:extLst>
                <a:ext uri="{FF2B5EF4-FFF2-40B4-BE49-F238E27FC236}">
                  <a16:creationId xmlns:a16="http://schemas.microsoft.com/office/drawing/2014/main" id="{B867D87F-3076-B446-92FF-B64F53ECC095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Connecteur droit 152">
              <a:extLst>
                <a:ext uri="{FF2B5EF4-FFF2-40B4-BE49-F238E27FC236}">
                  <a16:creationId xmlns:a16="http://schemas.microsoft.com/office/drawing/2014/main" id="{D546E548-70FC-234F-A8B1-93CD1ABC4088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9" name="ZoneTexte 148">
            <a:extLst>
              <a:ext uri="{FF2B5EF4-FFF2-40B4-BE49-F238E27FC236}">
                <a16:creationId xmlns:a16="http://schemas.microsoft.com/office/drawing/2014/main" id="{2E9D8ACE-3A81-8F46-8DF9-12EB6F8703A7}"/>
              </a:ext>
            </a:extLst>
          </p:cNvPr>
          <p:cNvSpPr txBox="1"/>
          <p:nvPr/>
        </p:nvSpPr>
        <p:spPr>
          <a:xfrm>
            <a:off x="6786000" y="3401830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{{WIN_C9_12_1}}</a:t>
            </a:r>
          </a:p>
        </p:txBody>
      </p:sp>
      <p:sp>
        <p:nvSpPr>
          <p:cNvPr id="150" name="ZoneTexte 149">
            <a:extLst>
              <a:ext uri="{FF2B5EF4-FFF2-40B4-BE49-F238E27FC236}">
                <a16:creationId xmlns:a16="http://schemas.microsoft.com/office/drawing/2014/main" id="{BD41D5E5-CF43-C149-8EAD-1C673202AB44}"/>
              </a:ext>
            </a:extLst>
          </p:cNvPr>
          <p:cNvSpPr txBox="1"/>
          <p:nvPr/>
        </p:nvSpPr>
        <p:spPr>
          <a:xfrm>
            <a:off x="6786000" y="382545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{{WIN_C9_12_2}}</a:t>
            </a:r>
          </a:p>
        </p:txBody>
      </p:sp>
      <p:cxnSp>
        <p:nvCxnSpPr>
          <p:cNvPr id="140" name="Connecteur droit 139">
            <a:extLst>
              <a:ext uri="{FF2B5EF4-FFF2-40B4-BE49-F238E27FC236}">
                <a16:creationId xmlns:a16="http://schemas.microsoft.com/office/drawing/2014/main" id="{13C8F888-C63D-ED4F-AE8A-70A488DC45B7}"/>
              </a:ext>
            </a:extLst>
          </p:cNvPr>
          <p:cNvCxnSpPr/>
          <p:nvPr/>
        </p:nvCxnSpPr>
        <p:spPr>
          <a:xfrm>
            <a:off x="6962210" y="3623626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eur droit 140">
            <a:extLst>
              <a:ext uri="{FF2B5EF4-FFF2-40B4-BE49-F238E27FC236}">
                <a16:creationId xmlns:a16="http://schemas.microsoft.com/office/drawing/2014/main" id="{9E33C42C-662B-264D-AE4B-F7C4DA6983DF}"/>
              </a:ext>
            </a:extLst>
          </p:cNvPr>
          <p:cNvCxnSpPr/>
          <p:nvPr/>
        </p:nvCxnSpPr>
        <p:spPr>
          <a:xfrm>
            <a:off x="6962210" y="4055652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9" name="ZoneTexte 138">
            <a:extLst>
              <a:ext uri="{FF2B5EF4-FFF2-40B4-BE49-F238E27FC236}">
                <a16:creationId xmlns:a16="http://schemas.microsoft.com/office/drawing/2014/main" id="{210AB74D-02E2-8C44-8787-93CF3BCF3D9C}"/>
              </a:ext>
            </a:extLst>
          </p:cNvPr>
          <p:cNvSpPr txBox="1"/>
          <p:nvPr/>
        </p:nvSpPr>
        <p:spPr>
          <a:xfrm>
            <a:off x="6500313" y="2662242"/>
            <a:ext cx="3383087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9-10</a:t>
            </a:r>
          </a:p>
        </p:txBody>
      </p:sp>
      <p:sp>
        <p:nvSpPr>
          <p:cNvPr id="145" name="ZoneTexte 144">
            <a:extLst>
              <a:ext uri="{FF2B5EF4-FFF2-40B4-BE49-F238E27FC236}">
                <a16:creationId xmlns:a16="http://schemas.microsoft.com/office/drawing/2014/main" id="{445C2159-329C-3D4C-B6CA-63384BC6CD65}"/>
              </a:ext>
            </a:extLst>
          </p:cNvPr>
          <p:cNvSpPr txBox="1"/>
          <p:nvPr/>
        </p:nvSpPr>
        <p:spPr>
          <a:xfrm>
            <a:off x="6516487" y="4945071"/>
            <a:ext cx="3383087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11-12</a:t>
            </a:r>
          </a:p>
        </p:txBody>
      </p:sp>
    </p:spTree>
    <p:extLst>
      <p:ext uri="{BB962C8B-B14F-4D97-AF65-F5344CB8AC3E}">
        <p14:creationId xmlns:p14="http://schemas.microsoft.com/office/powerpoint/2010/main" val="675201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ZoneTexte 81">
            <a:extLst>
              <a:ext uri="{FF2B5EF4-FFF2-40B4-BE49-F238E27FC236}">
                <a16:creationId xmlns:a16="http://schemas.microsoft.com/office/drawing/2014/main" id="{3279640A-A774-5742-A7B3-063C0FC4779D}"/>
              </a:ext>
            </a:extLst>
          </p:cNvPr>
          <p:cNvSpPr txBox="1"/>
          <p:nvPr/>
        </p:nvSpPr>
        <p:spPr>
          <a:xfrm>
            <a:off x="3567599" y="1446132"/>
            <a:ext cx="146587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{{C13_16_1_CODE}}</a:t>
            </a:r>
          </a:p>
        </p:txBody>
      </p:sp>
      <p:sp>
        <p:nvSpPr>
          <p:cNvPr id="83" name="ZoneTexte 82">
            <a:extLst>
              <a:ext uri="{FF2B5EF4-FFF2-40B4-BE49-F238E27FC236}">
                <a16:creationId xmlns:a16="http://schemas.microsoft.com/office/drawing/2014/main" id="{590F566A-D92F-5242-BBDC-F144A710434C}"/>
              </a:ext>
            </a:extLst>
          </p:cNvPr>
          <p:cNvSpPr txBox="1"/>
          <p:nvPr/>
        </p:nvSpPr>
        <p:spPr>
          <a:xfrm>
            <a:off x="3558866" y="1446132"/>
            <a:ext cx="277052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{{C13_16_1_TERRAIN}}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84" name="ZoneTexte 83">
            <a:extLst>
              <a:ext uri="{FF2B5EF4-FFF2-40B4-BE49-F238E27FC236}">
                <a16:creationId xmlns:a16="http://schemas.microsoft.com/office/drawing/2014/main" id="{12DCC3BB-AF0E-EB46-B2A1-A596BB18B5D7}"/>
              </a:ext>
            </a:extLst>
          </p:cNvPr>
          <p:cNvSpPr txBox="1"/>
          <p:nvPr/>
        </p:nvSpPr>
        <p:spPr>
          <a:xfrm>
            <a:off x="4838700" y="1446132"/>
            <a:ext cx="14950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{{C13_16_1_HEURE}}</a:t>
            </a:r>
          </a:p>
        </p:txBody>
      </p:sp>
      <p:sp>
        <p:nvSpPr>
          <p:cNvPr id="86" name="ZoneTexte 85">
            <a:extLst>
              <a:ext uri="{FF2B5EF4-FFF2-40B4-BE49-F238E27FC236}">
                <a16:creationId xmlns:a16="http://schemas.microsoft.com/office/drawing/2014/main" id="{26C878EB-707A-7444-9C8A-2B3905975071}"/>
              </a:ext>
            </a:extLst>
          </p:cNvPr>
          <p:cNvSpPr txBox="1"/>
          <p:nvPr/>
        </p:nvSpPr>
        <p:spPr>
          <a:xfrm>
            <a:off x="4708712" y="1998525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87" name="ZoneTexte 86">
            <a:extLst>
              <a:ext uri="{FF2B5EF4-FFF2-40B4-BE49-F238E27FC236}">
                <a16:creationId xmlns:a16="http://schemas.microsoft.com/office/drawing/2014/main" id="{A144670B-58EE-524F-99E5-2B3C81E7289F}"/>
              </a:ext>
            </a:extLst>
          </p:cNvPr>
          <p:cNvSpPr txBox="1"/>
          <p:nvPr/>
        </p:nvSpPr>
        <p:spPr>
          <a:xfrm>
            <a:off x="4624047" y="2525446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88" name="Groupe 87">
            <a:extLst>
              <a:ext uri="{FF2B5EF4-FFF2-40B4-BE49-F238E27FC236}">
                <a16:creationId xmlns:a16="http://schemas.microsoft.com/office/drawing/2014/main" id="{B0F2BD75-4443-D84D-B154-D1057C85CDAE}"/>
              </a:ext>
            </a:extLst>
          </p:cNvPr>
          <p:cNvGrpSpPr/>
          <p:nvPr/>
        </p:nvGrpSpPr>
        <p:grpSpPr>
          <a:xfrm>
            <a:off x="3563176" y="1432773"/>
            <a:ext cx="2770524" cy="1354907"/>
            <a:chOff x="336470" y="583726"/>
            <a:chExt cx="2770524" cy="1354907"/>
          </a:xfrm>
        </p:grpSpPr>
        <p:sp>
          <p:nvSpPr>
            <p:cNvPr id="91" name="Rounded Rectangle 2">
              <a:extLst>
                <a:ext uri="{FF2B5EF4-FFF2-40B4-BE49-F238E27FC236}">
                  <a16:creationId xmlns:a16="http://schemas.microsoft.com/office/drawing/2014/main" id="{9576F30C-0DE9-1E43-8389-A0DA82691D16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92" name="Connecteur droit 91">
              <a:extLst>
                <a:ext uri="{FF2B5EF4-FFF2-40B4-BE49-F238E27FC236}">
                  <a16:creationId xmlns:a16="http://schemas.microsoft.com/office/drawing/2014/main" id="{E52F0D62-D88D-E849-AF92-9A67FFE282C6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Connecteur droit 92">
              <a:extLst>
                <a:ext uri="{FF2B5EF4-FFF2-40B4-BE49-F238E27FC236}">
                  <a16:creationId xmlns:a16="http://schemas.microsoft.com/office/drawing/2014/main" id="{CBB09D14-D29B-AD45-AFF4-A545CC76BC7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9" name="ZoneTexte 88">
            <a:extLst>
              <a:ext uri="{FF2B5EF4-FFF2-40B4-BE49-F238E27FC236}">
                <a16:creationId xmlns:a16="http://schemas.microsoft.com/office/drawing/2014/main" id="{781AB9AB-714D-9346-BDD6-E6310837A8C5}"/>
              </a:ext>
            </a:extLst>
          </p:cNvPr>
          <p:cNvSpPr txBox="1"/>
          <p:nvPr/>
        </p:nvSpPr>
        <p:spPr>
          <a:xfrm>
            <a:off x="3528000" y="178457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{{LOSE_C9_16_1}}</a:t>
            </a:r>
          </a:p>
        </p:txBody>
      </p:sp>
      <p:sp>
        <p:nvSpPr>
          <p:cNvPr id="90" name="ZoneTexte 89">
            <a:extLst>
              <a:ext uri="{FF2B5EF4-FFF2-40B4-BE49-F238E27FC236}">
                <a16:creationId xmlns:a16="http://schemas.microsoft.com/office/drawing/2014/main" id="{4C02E111-27AC-2C4E-85B7-073CFBAFFBD2}"/>
              </a:ext>
            </a:extLst>
          </p:cNvPr>
          <p:cNvSpPr txBox="1"/>
          <p:nvPr/>
        </p:nvSpPr>
        <p:spPr>
          <a:xfrm>
            <a:off x="3528000" y="2208208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{{LOSE_C9_16_2}}</a:t>
            </a:r>
          </a:p>
        </p:txBody>
      </p:sp>
      <p:cxnSp>
        <p:nvCxnSpPr>
          <p:cNvPr id="80" name="Connecteur droit 79">
            <a:extLst>
              <a:ext uri="{FF2B5EF4-FFF2-40B4-BE49-F238E27FC236}">
                <a16:creationId xmlns:a16="http://schemas.microsoft.com/office/drawing/2014/main" id="{A998CE6F-1EAA-464F-A86D-495B88D65B78}"/>
              </a:ext>
            </a:extLst>
          </p:cNvPr>
          <p:cNvCxnSpPr/>
          <p:nvPr/>
        </p:nvCxnSpPr>
        <p:spPr>
          <a:xfrm>
            <a:off x="3702617" y="2006375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eur droit 80">
            <a:extLst>
              <a:ext uri="{FF2B5EF4-FFF2-40B4-BE49-F238E27FC236}">
                <a16:creationId xmlns:a16="http://schemas.microsoft.com/office/drawing/2014/main" id="{78FF5F94-1E72-D94C-92C9-3BFE3965A1D9}"/>
              </a:ext>
            </a:extLst>
          </p:cNvPr>
          <p:cNvCxnSpPr/>
          <p:nvPr/>
        </p:nvCxnSpPr>
        <p:spPr>
          <a:xfrm>
            <a:off x="3702617" y="243840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ZoneTexte 97">
            <a:extLst>
              <a:ext uri="{FF2B5EF4-FFF2-40B4-BE49-F238E27FC236}">
                <a16:creationId xmlns:a16="http://schemas.microsoft.com/office/drawing/2014/main" id="{169691C6-0FE4-D14B-85B8-7311AEA1CAF9}"/>
              </a:ext>
            </a:extLst>
          </p:cNvPr>
          <p:cNvSpPr txBox="1"/>
          <p:nvPr/>
        </p:nvSpPr>
        <p:spPr>
          <a:xfrm>
            <a:off x="3567600" y="4589655"/>
            <a:ext cx="14658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{{C13_16_2_CODE}}</a:t>
            </a:r>
          </a:p>
        </p:txBody>
      </p:sp>
      <p:sp>
        <p:nvSpPr>
          <p:cNvPr id="99" name="ZoneTexte 98">
            <a:extLst>
              <a:ext uri="{FF2B5EF4-FFF2-40B4-BE49-F238E27FC236}">
                <a16:creationId xmlns:a16="http://schemas.microsoft.com/office/drawing/2014/main" id="{48AD87D9-18D0-B640-BD6D-41EEB45F11B2}"/>
              </a:ext>
            </a:extLst>
          </p:cNvPr>
          <p:cNvSpPr txBox="1"/>
          <p:nvPr/>
        </p:nvSpPr>
        <p:spPr>
          <a:xfrm>
            <a:off x="3567599" y="4589655"/>
            <a:ext cx="276179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{{C13_16_2_TERRAIN}}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00" name="ZoneTexte 99">
            <a:extLst>
              <a:ext uri="{FF2B5EF4-FFF2-40B4-BE49-F238E27FC236}">
                <a16:creationId xmlns:a16="http://schemas.microsoft.com/office/drawing/2014/main" id="{9F6CDAD2-D09F-1143-B979-9484EB8A1222}"/>
              </a:ext>
            </a:extLst>
          </p:cNvPr>
          <p:cNvSpPr txBox="1"/>
          <p:nvPr/>
        </p:nvSpPr>
        <p:spPr>
          <a:xfrm>
            <a:off x="4838700" y="4589655"/>
            <a:ext cx="14950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{{C13_16_2_HEURE}}</a:t>
            </a:r>
          </a:p>
        </p:txBody>
      </p:sp>
      <p:sp>
        <p:nvSpPr>
          <p:cNvPr id="102" name="ZoneTexte 101">
            <a:extLst>
              <a:ext uri="{FF2B5EF4-FFF2-40B4-BE49-F238E27FC236}">
                <a16:creationId xmlns:a16="http://schemas.microsoft.com/office/drawing/2014/main" id="{5D980E67-C0BF-0249-9F9E-D310002ABF91}"/>
              </a:ext>
            </a:extLst>
          </p:cNvPr>
          <p:cNvSpPr txBox="1"/>
          <p:nvPr/>
        </p:nvSpPr>
        <p:spPr>
          <a:xfrm>
            <a:off x="4708712" y="5142048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03" name="ZoneTexte 102">
            <a:extLst>
              <a:ext uri="{FF2B5EF4-FFF2-40B4-BE49-F238E27FC236}">
                <a16:creationId xmlns:a16="http://schemas.microsoft.com/office/drawing/2014/main" id="{EF701DC9-1014-7A40-B565-905EE15D2F0C}"/>
              </a:ext>
            </a:extLst>
          </p:cNvPr>
          <p:cNvSpPr txBox="1"/>
          <p:nvPr/>
        </p:nvSpPr>
        <p:spPr>
          <a:xfrm>
            <a:off x="4624047" y="5668969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04" name="Groupe 103">
            <a:extLst>
              <a:ext uri="{FF2B5EF4-FFF2-40B4-BE49-F238E27FC236}">
                <a16:creationId xmlns:a16="http://schemas.microsoft.com/office/drawing/2014/main" id="{B6406194-AC67-234C-A018-959BFA4FBEBF}"/>
              </a:ext>
            </a:extLst>
          </p:cNvPr>
          <p:cNvGrpSpPr/>
          <p:nvPr/>
        </p:nvGrpSpPr>
        <p:grpSpPr>
          <a:xfrm>
            <a:off x="3563176" y="4576296"/>
            <a:ext cx="2770524" cy="1354907"/>
            <a:chOff x="336470" y="583726"/>
            <a:chExt cx="2770524" cy="1354907"/>
          </a:xfrm>
        </p:grpSpPr>
        <p:sp>
          <p:nvSpPr>
            <p:cNvPr id="107" name="Rounded Rectangle 2">
              <a:extLst>
                <a:ext uri="{FF2B5EF4-FFF2-40B4-BE49-F238E27FC236}">
                  <a16:creationId xmlns:a16="http://schemas.microsoft.com/office/drawing/2014/main" id="{BC35D142-7DC5-0E44-9E75-12B5FC62CD6A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08" name="Connecteur droit 107">
              <a:extLst>
                <a:ext uri="{FF2B5EF4-FFF2-40B4-BE49-F238E27FC236}">
                  <a16:creationId xmlns:a16="http://schemas.microsoft.com/office/drawing/2014/main" id="{FCC8B888-0726-F540-9FE7-57E596B0DBE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Connecteur droit 108">
              <a:extLst>
                <a:ext uri="{FF2B5EF4-FFF2-40B4-BE49-F238E27FC236}">
                  <a16:creationId xmlns:a16="http://schemas.microsoft.com/office/drawing/2014/main" id="{DA52E3C3-6701-3D4F-8377-52AD4FEDC38D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5" name="ZoneTexte 104">
            <a:extLst>
              <a:ext uri="{FF2B5EF4-FFF2-40B4-BE49-F238E27FC236}">
                <a16:creationId xmlns:a16="http://schemas.microsoft.com/office/drawing/2014/main" id="{AC2F79E4-32EE-714F-BDE0-2953055CC226}"/>
              </a:ext>
            </a:extLst>
          </p:cNvPr>
          <p:cNvSpPr txBox="1"/>
          <p:nvPr/>
        </p:nvSpPr>
        <p:spPr>
          <a:xfrm>
            <a:off x="3528000" y="4928102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{{LOSE_C9_16_3}}</a:t>
            </a:r>
          </a:p>
        </p:txBody>
      </p:sp>
      <p:sp>
        <p:nvSpPr>
          <p:cNvPr id="106" name="ZoneTexte 105">
            <a:extLst>
              <a:ext uri="{FF2B5EF4-FFF2-40B4-BE49-F238E27FC236}">
                <a16:creationId xmlns:a16="http://schemas.microsoft.com/office/drawing/2014/main" id="{46B92A05-4D0C-2B4A-8FA9-2AF1BD334B79}"/>
              </a:ext>
            </a:extLst>
          </p:cNvPr>
          <p:cNvSpPr txBox="1"/>
          <p:nvPr/>
        </p:nvSpPr>
        <p:spPr>
          <a:xfrm>
            <a:off x="3528000" y="5351731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{{LOSE_C9_16_4}}</a:t>
            </a:r>
          </a:p>
        </p:txBody>
      </p:sp>
      <p:cxnSp>
        <p:nvCxnSpPr>
          <p:cNvPr id="96" name="Connecteur droit 95">
            <a:extLst>
              <a:ext uri="{FF2B5EF4-FFF2-40B4-BE49-F238E27FC236}">
                <a16:creationId xmlns:a16="http://schemas.microsoft.com/office/drawing/2014/main" id="{F6685AC6-3CD7-8847-BB9C-893DB376A67F}"/>
              </a:ext>
            </a:extLst>
          </p:cNvPr>
          <p:cNvCxnSpPr/>
          <p:nvPr/>
        </p:nvCxnSpPr>
        <p:spPr>
          <a:xfrm>
            <a:off x="3702617" y="5149898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eur droit 96">
            <a:extLst>
              <a:ext uri="{FF2B5EF4-FFF2-40B4-BE49-F238E27FC236}">
                <a16:creationId xmlns:a16="http://schemas.microsoft.com/office/drawing/2014/main" id="{8328B16A-FFCF-EE45-BCFB-5E7C6B311672}"/>
              </a:ext>
            </a:extLst>
          </p:cNvPr>
          <p:cNvCxnSpPr/>
          <p:nvPr/>
        </p:nvCxnSpPr>
        <p:spPr>
          <a:xfrm>
            <a:off x="3702617" y="558192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14" name="Groupe 113">
            <a:extLst>
              <a:ext uri="{FF2B5EF4-FFF2-40B4-BE49-F238E27FC236}">
                <a16:creationId xmlns:a16="http://schemas.microsoft.com/office/drawing/2014/main" id="{4FA91640-449A-F445-89C7-3C9E207DE8A7}"/>
              </a:ext>
            </a:extLst>
          </p:cNvPr>
          <p:cNvGrpSpPr/>
          <p:nvPr/>
        </p:nvGrpSpPr>
        <p:grpSpPr>
          <a:xfrm>
            <a:off x="6333700" y="2214965"/>
            <a:ext cx="469872" cy="3046488"/>
            <a:chOff x="6333698" y="2051381"/>
            <a:chExt cx="469872" cy="3046488"/>
          </a:xfrm>
        </p:grpSpPr>
        <p:cxnSp>
          <p:nvCxnSpPr>
            <p:cNvPr id="110" name="Connecteur droit 109">
              <a:extLst>
                <a:ext uri="{FF2B5EF4-FFF2-40B4-BE49-F238E27FC236}">
                  <a16:creationId xmlns:a16="http://schemas.microsoft.com/office/drawing/2014/main" id="{C0F01EAA-1B97-1940-B59B-178F11F13438}"/>
                </a:ext>
              </a:extLst>
            </p:cNvPr>
            <p:cNvCxnSpPr>
              <a:cxnSpLocks/>
              <a:stCxn id="91" idx="3"/>
            </p:cNvCxnSpPr>
            <p:nvPr/>
          </p:nvCxnSpPr>
          <p:spPr>
            <a:xfrm flipV="1">
              <a:off x="6333698" y="2051381"/>
              <a:ext cx="249097" cy="362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Connecteur droit 110">
              <a:extLst>
                <a:ext uri="{FF2B5EF4-FFF2-40B4-BE49-F238E27FC236}">
                  <a16:creationId xmlns:a16="http://schemas.microsoft.com/office/drawing/2014/main" id="{05D29F0C-A3D7-A543-87FD-294E9D4CA41F}"/>
                </a:ext>
              </a:extLst>
            </p:cNvPr>
            <p:cNvCxnSpPr>
              <a:cxnSpLocks/>
            </p:cNvCxnSpPr>
            <p:nvPr/>
          </p:nvCxnSpPr>
          <p:spPr>
            <a:xfrm>
              <a:off x="6338262" y="5097868"/>
              <a:ext cx="239968" cy="1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Connecteur droit 111">
              <a:extLst>
                <a:ext uri="{FF2B5EF4-FFF2-40B4-BE49-F238E27FC236}">
                  <a16:creationId xmlns:a16="http://schemas.microsoft.com/office/drawing/2014/main" id="{3239365E-8411-9647-9702-EE4796BCC80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78230" y="2051381"/>
              <a:ext cx="0" cy="3046432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Connecteur droit 112">
              <a:extLst>
                <a:ext uri="{FF2B5EF4-FFF2-40B4-BE49-F238E27FC236}">
                  <a16:creationId xmlns:a16="http://schemas.microsoft.com/office/drawing/2014/main" id="{700BC4D2-0E4B-6F4A-AF56-340AECFFAC87}"/>
                </a:ext>
              </a:extLst>
            </p:cNvPr>
            <p:cNvCxnSpPr>
              <a:cxnSpLocks/>
            </p:cNvCxnSpPr>
            <p:nvPr/>
          </p:nvCxnSpPr>
          <p:spPr>
            <a:xfrm>
              <a:off x="6578230" y="3567717"/>
              <a:ext cx="225340" cy="0"/>
            </a:xfrm>
            <a:prstGeom prst="line">
              <a:avLst/>
            </a:prstGeom>
            <a:ln w="9525">
              <a:solidFill>
                <a:schemeClr val="tx1"/>
              </a:solidFill>
              <a:tailEnd type="arrow" w="sm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0" name="ZoneTexte 119">
            <a:extLst>
              <a:ext uri="{FF2B5EF4-FFF2-40B4-BE49-F238E27FC236}">
                <a16:creationId xmlns:a16="http://schemas.microsoft.com/office/drawing/2014/main" id="{18EE39A7-0D04-BC48-9A0C-BC57C487F621}"/>
              </a:ext>
            </a:extLst>
          </p:cNvPr>
          <p:cNvSpPr txBox="1"/>
          <p:nvPr/>
        </p:nvSpPr>
        <p:spPr>
          <a:xfrm>
            <a:off x="345600" y="3077888"/>
            <a:ext cx="137587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{{C15_16_CODE}}</a:t>
            </a:r>
          </a:p>
        </p:txBody>
      </p:sp>
      <p:sp>
        <p:nvSpPr>
          <p:cNvPr id="121" name="ZoneTexte 120">
            <a:extLst>
              <a:ext uri="{FF2B5EF4-FFF2-40B4-BE49-F238E27FC236}">
                <a16:creationId xmlns:a16="http://schemas.microsoft.com/office/drawing/2014/main" id="{F4652EAC-16B7-2042-AB26-E5DE4DBD1890}"/>
              </a:ext>
            </a:extLst>
          </p:cNvPr>
          <p:cNvSpPr txBox="1"/>
          <p:nvPr/>
        </p:nvSpPr>
        <p:spPr>
          <a:xfrm>
            <a:off x="307926" y="3077888"/>
            <a:ext cx="277508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{{C15_16_TERRAIN}}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22" name="ZoneTexte 121">
            <a:extLst>
              <a:ext uri="{FF2B5EF4-FFF2-40B4-BE49-F238E27FC236}">
                <a16:creationId xmlns:a16="http://schemas.microsoft.com/office/drawing/2014/main" id="{D494BE03-677C-794F-847F-0CDCFE49F103}"/>
              </a:ext>
            </a:extLst>
          </p:cNvPr>
          <p:cNvSpPr txBox="1"/>
          <p:nvPr/>
        </p:nvSpPr>
        <p:spPr>
          <a:xfrm>
            <a:off x="1720997" y="3077888"/>
            <a:ext cx="136201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{{C15_16_HEURE}}</a:t>
            </a:r>
          </a:p>
        </p:txBody>
      </p:sp>
      <p:sp>
        <p:nvSpPr>
          <p:cNvPr id="124" name="ZoneTexte 123">
            <a:extLst>
              <a:ext uri="{FF2B5EF4-FFF2-40B4-BE49-F238E27FC236}">
                <a16:creationId xmlns:a16="http://schemas.microsoft.com/office/drawing/2014/main" id="{7C5DDC0D-D2C5-E643-8550-E5AF436B9DAC}"/>
              </a:ext>
            </a:extLst>
          </p:cNvPr>
          <p:cNvSpPr txBox="1"/>
          <p:nvPr/>
        </p:nvSpPr>
        <p:spPr>
          <a:xfrm>
            <a:off x="1458026" y="3630281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25" name="ZoneTexte 124">
            <a:extLst>
              <a:ext uri="{FF2B5EF4-FFF2-40B4-BE49-F238E27FC236}">
                <a16:creationId xmlns:a16="http://schemas.microsoft.com/office/drawing/2014/main" id="{1C3C531F-EAE8-0B47-8C26-D96F212B92A3}"/>
              </a:ext>
            </a:extLst>
          </p:cNvPr>
          <p:cNvSpPr txBox="1"/>
          <p:nvPr/>
        </p:nvSpPr>
        <p:spPr>
          <a:xfrm>
            <a:off x="1373361" y="4157202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26" name="Groupe 125">
            <a:extLst>
              <a:ext uri="{FF2B5EF4-FFF2-40B4-BE49-F238E27FC236}">
                <a16:creationId xmlns:a16="http://schemas.microsoft.com/office/drawing/2014/main" id="{2473C159-6013-F745-8841-D200E5071813}"/>
              </a:ext>
            </a:extLst>
          </p:cNvPr>
          <p:cNvGrpSpPr/>
          <p:nvPr/>
        </p:nvGrpSpPr>
        <p:grpSpPr>
          <a:xfrm>
            <a:off x="312490" y="3064529"/>
            <a:ext cx="2770524" cy="1354907"/>
            <a:chOff x="336470" y="583726"/>
            <a:chExt cx="2770524" cy="1354907"/>
          </a:xfrm>
        </p:grpSpPr>
        <p:sp>
          <p:nvSpPr>
            <p:cNvPr id="129" name="Rounded Rectangle 2">
              <a:extLst>
                <a:ext uri="{FF2B5EF4-FFF2-40B4-BE49-F238E27FC236}">
                  <a16:creationId xmlns:a16="http://schemas.microsoft.com/office/drawing/2014/main" id="{677F7C61-44EE-6E40-8F6E-A7E52C5936B9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30" name="Connecteur droit 129">
              <a:extLst>
                <a:ext uri="{FF2B5EF4-FFF2-40B4-BE49-F238E27FC236}">
                  <a16:creationId xmlns:a16="http://schemas.microsoft.com/office/drawing/2014/main" id="{C60CE79D-9730-E542-91BE-18015D5511C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Connecteur droit 130">
              <a:extLst>
                <a:ext uri="{FF2B5EF4-FFF2-40B4-BE49-F238E27FC236}">
                  <a16:creationId xmlns:a16="http://schemas.microsoft.com/office/drawing/2014/main" id="{4A0753E7-9E42-6B41-8773-592DC95067B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7" name="ZoneTexte 126">
            <a:extLst>
              <a:ext uri="{FF2B5EF4-FFF2-40B4-BE49-F238E27FC236}">
                <a16:creationId xmlns:a16="http://schemas.microsoft.com/office/drawing/2014/main" id="{BCC83249-E726-6B4D-BAC5-E85EB2DC6EF5}"/>
              </a:ext>
            </a:extLst>
          </p:cNvPr>
          <p:cNvSpPr txBox="1"/>
          <p:nvPr/>
        </p:nvSpPr>
        <p:spPr>
          <a:xfrm>
            <a:off x="302400" y="3416335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{{LOSE_C13_16_1}}</a:t>
            </a:r>
          </a:p>
        </p:txBody>
      </p:sp>
      <p:sp>
        <p:nvSpPr>
          <p:cNvPr id="128" name="ZoneTexte 127">
            <a:extLst>
              <a:ext uri="{FF2B5EF4-FFF2-40B4-BE49-F238E27FC236}">
                <a16:creationId xmlns:a16="http://schemas.microsoft.com/office/drawing/2014/main" id="{D19D15F8-E49A-5047-A237-D55BBF32D126}"/>
              </a:ext>
            </a:extLst>
          </p:cNvPr>
          <p:cNvSpPr txBox="1"/>
          <p:nvPr/>
        </p:nvSpPr>
        <p:spPr>
          <a:xfrm>
            <a:off x="302400" y="3839964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{{LOSE_C13_16_2}}</a:t>
            </a:r>
          </a:p>
        </p:txBody>
      </p:sp>
      <p:cxnSp>
        <p:nvCxnSpPr>
          <p:cNvPr id="118" name="Connecteur droit 117">
            <a:extLst>
              <a:ext uri="{FF2B5EF4-FFF2-40B4-BE49-F238E27FC236}">
                <a16:creationId xmlns:a16="http://schemas.microsoft.com/office/drawing/2014/main" id="{127FC127-C7D1-574A-B48C-8D6AB458E5D4}"/>
              </a:ext>
            </a:extLst>
          </p:cNvPr>
          <p:cNvCxnSpPr/>
          <p:nvPr/>
        </p:nvCxnSpPr>
        <p:spPr>
          <a:xfrm>
            <a:off x="451931" y="363813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eur droit 118">
            <a:extLst>
              <a:ext uri="{FF2B5EF4-FFF2-40B4-BE49-F238E27FC236}">
                <a16:creationId xmlns:a16="http://schemas.microsoft.com/office/drawing/2014/main" id="{98E3D683-DFDF-5443-B0E4-720EAF0A1CBE}"/>
              </a:ext>
            </a:extLst>
          </p:cNvPr>
          <p:cNvCxnSpPr/>
          <p:nvPr/>
        </p:nvCxnSpPr>
        <p:spPr>
          <a:xfrm>
            <a:off x="451931" y="4070157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eur droit 131">
            <a:extLst>
              <a:ext uri="{FF2B5EF4-FFF2-40B4-BE49-F238E27FC236}">
                <a16:creationId xmlns:a16="http://schemas.microsoft.com/office/drawing/2014/main" id="{03A50A04-569F-7F4C-B363-E33B662511AC}"/>
              </a:ext>
            </a:extLst>
          </p:cNvPr>
          <p:cNvCxnSpPr>
            <a:cxnSpLocks/>
          </p:cNvCxnSpPr>
          <p:nvPr/>
        </p:nvCxnSpPr>
        <p:spPr>
          <a:xfrm>
            <a:off x="0" y="569147"/>
            <a:ext cx="9906000" cy="0"/>
          </a:xfrm>
          <a:prstGeom prst="line">
            <a:avLst/>
          </a:prstGeom>
          <a:ln w="1587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ZoneTexte 132">
            <a:extLst>
              <a:ext uri="{FF2B5EF4-FFF2-40B4-BE49-F238E27FC236}">
                <a16:creationId xmlns:a16="http://schemas.microsoft.com/office/drawing/2014/main" id="{7A600195-411A-9146-881C-BF77B17961CE}"/>
              </a:ext>
            </a:extLst>
          </p:cNvPr>
          <p:cNvSpPr txBox="1"/>
          <p:nvPr/>
        </p:nvSpPr>
        <p:spPr>
          <a:xfrm>
            <a:off x="3195145" y="105103"/>
            <a:ext cx="3383087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CLASSEMENT 13-16</a:t>
            </a:r>
          </a:p>
        </p:txBody>
      </p:sp>
      <p:sp>
        <p:nvSpPr>
          <p:cNvPr id="134" name="ZoneTexte 133">
            <a:extLst>
              <a:ext uri="{FF2B5EF4-FFF2-40B4-BE49-F238E27FC236}">
                <a16:creationId xmlns:a16="http://schemas.microsoft.com/office/drawing/2014/main" id="{04FA868E-B09C-CB41-8368-B46B9716BFE5}"/>
              </a:ext>
            </a:extLst>
          </p:cNvPr>
          <p:cNvSpPr txBox="1"/>
          <p:nvPr/>
        </p:nvSpPr>
        <p:spPr>
          <a:xfrm>
            <a:off x="21060" y="12212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35" name="ZoneTexte 134">
            <a:extLst>
              <a:ext uri="{FF2B5EF4-FFF2-40B4-BE49-F238E27FC236}">
                <a16:creationId xmlns:a16="http://schemas.microsoft.com/office/drawing/2014/main" id="{CE532D12-AB2D-E443-B4BE-7251DB907A4A}"/>
              </a:ext>
            </a:extLst>
          </p:cNvPr>
          <p:cNvSpPr txBox="1"/>
          <p:nvPr/>
        </p:nvSpPr>
        <p:spPr>
          <a:xfrm>
            <a:off x="6564810" y="14764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36" name="ZoneTexte 135">
            <a:extLst>
              <a:ext uri="{FF2B5EF4-FFF2-40B4-BE49-F238E27FC236}">
                <a16:creationId xmlns:a16="http://schemas.microsoft.com/office/drawing/2014/main" id="{730CA1EC-3AAE-314C-A6E8-904AE6E4C1DB}"/>
              </a:ext>
            </a:extLst>
          </p:cNvPr>
          <p:cNvSpPr txBox="1"/>
          <p:nvPr/>
        </p:nvSpPr>
        <p:spPr>
          <a:xfrm>
            <a:off x="3212431" y="6591732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{{CLUB}}</a:t>
            </a:r>
          </a:p>
        </p:txBody>
      </p:sp>
      <p:sp>
        <p:nvSpPr>
          <p:cNvPr id="142" name="ZoneTexte 141">
            <a:extLst>
              <a:ext uri="{FF2B5EF4-FFF2-40B4-BE49-F238E27FC236}">
                <a16:creationId xmlns:a16="http://schemas.microsoft.com/office/drawing/2014/main" id="{EDDC4BB8-742D-FF4B-BEE0-B58600F99C26}"/>
              </a:ext>
            </a:extLst>
          </p:cNvPr>
          <p:cNvSpPr txBox="1"/>
          <p:nvPr/>
        </p:nvSpPr>
        <p:spPr>
          <a:xfrm>
            <a:off x="6825600" y="3063383"/>
            <a:ext cx="135940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{{C13_14_CODE}}</a:t>
            </a:r>
          </a:p>
        </p:txBody>
      </p:sp>
      <p:sp>
        <p:nvSpPr>
          <p:cNvPr id="143" name="ZoneTexte 142">
            <a:extLst>
              <a:ext uri="{FF2B5EF4-FFF2-40B4-BE49-F238E27FC236}">
                <a16:creationId xmlns:a16="http://schemas.microsoft.com/office/drawing/2014/main" id="{910BFB0A-ECDD-4B46-9FD8-3FCF5E218450}"/>
              </a:ext>
            </a:extLst>
          </p:cNvPr>
          <p:cNvSpPr txBox="1"/>
          <p:nvPr/>
        </p:nvSpPr>
        <p:spPr>
          <a:xfrm>
            <a:off x="6803572" y="3063383"/>
            <a:ext cx="277052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{{C13_14_TERRAIN}}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44" name="ZoneTexte 143">
            <a:extLst>
              <a:ext uri="{FF2B5EF4-FFF2-40B4-BE49-F238E27FC236}">
                <a16:creationId xmlns:a16="http://schemas.microsoft.com/office/drawing/2014/main" id="{C461CD0F-189D-4249-AC96-125DD326BD5B}"/>
              </a:ext>
            </a:extLst>
          </p:cNvPr>
          <p:cNvSpPr txBox="1"/>
          <p:nvPr/>
        </p:nvSpPr>
        <p:spPr>
          <a:xfrm>
            <a:off x="8162552" y="3063383"/>
            <a:ext cx="141479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{{C13_14_HEURE}}</a:t>
            </a:r>
          </a:p>
        </p:txBody>
      </p:sp>
      <p:sp>
        <p:nvSpPr>
          <p:cNvPr id="146" name="ZoneTexte 145">
            <a:extLst>
              <a:ext uri="{FF2B5EF4-FFF2-40B4-BE49-F238E27FC236}">
                <a16:creationId xmlns:a16="http://schemas.microsoft.com/office/drawing/2014/main" id="{08300B0F-C0E3-A244-A7FD-E72C98388DAD}"/>
              </a:ext>
            </a:extLst>
          </p:cNvPr>
          <p:cNvSpPr txBox="1"/>
          <p:nvPr/>
        </p:nvSpPr>
        <p:spPr>
          <a:xfrm>
            <a:off x="7952357" y="3615776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47" name="ZoneTexte 146">
            <a:extLst>
              <a:ext uri="{FF2B5EF4-FFF2-40B4-BE49-F238E27FC236}">
                <a16:creationId xmlns:a16="http://schemas.microsoft.com/office/drawing/2014/main" id="{3F382E53-E534-BF46-9E92-D6DEEA03A331}"/>
              </a:ext>
            </a:extLst>
          </p:cNvPr>
          <p:cNvSpPr txBox="1"/>
          <p:nvPr/>
        </p:nvSpPr>
        <p:spPr>
          <a:xfrm>
            <a:off x="7867692" y="4142697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48" name="Groupe 147">
            <a:extLst>
              <a:ext uri="{FF2B5EF4-FFF2-40B4-BE49-F238E27FC236}">
                <a16:creationId xmlns:a16="http://schemas.microsoft.com/office/drawing/2014/main" id="{1AF2CC3B-4304-6341-A985-F78CDE3CAEF1}"/>
              </a:ext>
            </a:extLst>
          </p:cNvPr>
          <p:cNvGrpSpPr/>
          <p:nvPr/>
        </p:nvGrpSpPr>
        <p:grpSpPr>
          <a:xfrm>
            <a:off x="6806821" y="3050024"/>
            <a:ext cx="2770524" cy="1354907"/>
            <a:chOff x="336470" y="583726"/>
            <a:chExt cx="2770524" cy="1354907"/>
          </a:xfrm>
        </p:grpSpPr>
        <p:sp>
          <p:nvSpPr>
            <p:cNvPr id="151" name="Rounded Rectangle 2">
              <a:extLst>
                <a:ext uri="{FF2B5EF4-FFF2-40B4-BE49-F238E27FC236}">
                  <a16:creationId xmlns:a16="http://schemas.microsoft.com/office/drawing/2014/main" id="{6EB1D16C-420F-7E40-A829-B13E274D54B0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52" name="Connecteur droit 151">
              <a:extLst>
                <a:ext uri="{FF2B5EF4-FFF2-40B4-BE49-F238E27FC236}">
                  <a16:creationId xmlns:a16="http://schemas.microsoft.com/office/drawing/2014/main" id="{B867D87F-3076-B446-92FF-B64F53ECC095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Connecteur droit 152">
              <a:extLst>
                <a:ext uri="{FF2B5EF4-FFF2-40B4-BE49-F238E27FC236}">
                  <a16:creationId xmlns:a16="http://schemas.microsoft.com/office/drawing/2014/main" id="{D546E548-70FC-234F-A8B1-93CD1ABC4088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9" name="ZoneTexte 148">
            <a:extLst>
              <a:ext uri="{FF2B5EF4-FFF2-40B4-BE49-F238E27FC236}">
                <a16:creationId xmlns:a16="http://schemas.microsoft.com/office/drawing/2014/main" id="{2E9D8ACE-3A81-8F46-8DF9-12EB6F8703A7}"/>
              </a:ext>
            </a:extLst>
          </p:cNvPr>
          <p:cNvSpPr txBox="1"/>
          <p:nvPr/>
        </p:nvSpPr>
        <p:spPr>
          <a:xfrm>
            <a:off x="6786000" y="3401830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{{WIN_C13_16_1}}</a:t>
            </a:r>
          </a:p>
        </p:txBody>
      </p:sp>
      <p:sp>
        <p:nvSpPr>
          <p:cNvPr id="150" name="ZoneTexte 149">
            <a:extLst>
              <a:ext uri="{FF2B5EF4-FFF2-40B4-BE49-F238E27FC236}">
                <a16:creationId xmlns:a16="http://schemas.microsoft.com/office/drawing/2014/main" id="{BD41D5E5-CF43-C149-8EAD-1C673202AB44}"/>
              </a:ext>
            </a:extLst>
          </p:cNvPr>
          <p:cNvSpPr txBox="1"/>
          <p:nvPr/>
        </p:nvSpPr>
        <p:spPr>
          <a:xfrm>
            <a:off x="6786000" y="382545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{{WIN_</a:t>
            </a:r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C13_16</a:t>
            </a:r>
            <a:r>
              <a:rPr lang="fr-FR" sz="800" dirty="0"/>
              <a:t>_2}}</a:t>
            </a:r>
          </a:p>
        </p:txBody>
      </p:sp>
      <p:cxnSp>
        <p:nvCxnSpPr>
          <p:cNvPr id="140" name="Connecteur droit 139">
            <a:extLst>
              <a:ext uri="{FF2B5EF4-FFF2-40B4-BE49-F238E27FC236}">
                <a16:creationId xmlns:a16="http://schemas.microsoft.com/office/drawing/2014/main" id="{13C8F888-C63D-ED4F-AE8A-70A488DC45B7}"/>
              </a:ext>
            </a:extLst>
          </p:cNvPr>
          <p:cNvCxnSpPr/>
          <p:nvPr/>
        </p:nvCxnSpPr>
        <p:spPr>
          <a:xfrm>
            <a:off x="6946262" y="3623626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eur droit 140">
            <a:extLst>
              <a:ext uri="{FF2B5EF4-FFF2-40B4-BE49-F238E27FC236}">
                <a16:creationId xmlns:a16="http://schemas.microsoft.com/office/drawing/2014/main" id="{9E33C42C-662B-264D-AE4B-F7C4DA6983DF}"/>
              </a:ext>
            </a:extLst>
          </p:cNvPr>
          <p:cNvCxnSpPr/>
          <p:nvPr/>
        </p:nvCxnSpPr>
        <p:spPr>
          <a:xfrm>
            <a:off x="6946262" y="4055652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54" name="Groupe 153">
            <a:extLst>
              <a:ext uri="{FF2B5EF4-FFF2-40B4-BE49-F238E27FC236}">
                <a16:creationId xmlns:a16="http://schemas.microsoft.com/office/drawing/2014/main" id="{663EBACE-D0FB-8E43-9D99-3D87DCAF21E0}"/>
              </a:ext>
            </a:extLst>
          </p:cNvPr>
          <p:cNvGrpSpPr/>
          <p:nvPr/>
        </p:nvGrpSpPr>
        <p:grpSpPr>
          <a:xfrm rot="10800000">
            <a:off x="3078453" y="2215654"/>
            <a:ext cx="469872" cy="3046488"/>
            <a:chOff x="6333698" y="2051381"/>
            <a:chExt cx="469872" cy="3046488"/>
          </a:xfrm>
        </p:grpSpPr>
        <p:cxnSp>
          <p:nvCxnSpPr>
            <p:cNvPr id="155" name="Connecteur droit 154">
              <a:extLst>
                <a:ext uri="{FF2B5EF4-FFF2-40B4-BE49-F238E27FC236}">
                  <a16:creationId xmlns:a16="http://schemas.microsoft.com/office/drawing/2014/main" id="{FC08E550-265D-B148-A192-46B5AD06923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333698" y="2051381"/>
              <a:ext cx="249097" cy="362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Connecteur droit 155">
              <a:extLst>
                <a:ext uri="{FF2B5EF4-FFF2-40B4-BE49-F238E27FC236}">
                  <a16:creationId xmlns:a16="http://schemas.microsoft.com/office/drawing/2014/main" id="{49EA6DB5-9745-4942-8C78-8B8DAAF9CF09}"/>
                </a:ext>
              </a:extLst>
            </p:cNvPr>
            <p:cNvCxnSpPr>
              <a:cxnSpLocks/>
            </p:cNvCxnSpPr>
            <p:nvPr/>
          </p:nvCxnSpPr>
          <p:spPr>
            <a:xfrm>
              <a:off x="6338262" y="5097868"/>
              <a:ext cx="239968" cy="1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Connecteur droit 156">
              <a:extLst>
                <a:ext uri="{FF2B5EF4-FFF2-40B4-BE49-F238E27FC236}">
                  <a16:creationId xmlns:a16="http://schemas.microsoft.com/office/drawing/2014/main" id="{EFF62FA7-9260-324C-B8FE-2D2B7DCC3AB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78230" y="2051381"/>
              <a:ext cx="0" cy="3046432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Connecteur droit 157">
              <a:extLst>
                <a:ext uri="{FF2B5EF4-FFF2-40B4-BE49-F238E27FC236}">
                  <a16:creationId xmlns:a16="http://schemas.microsoft.com/office/drawing/2014/main" id="{64F6EADD-B1AD-5544-BCA9-43AD505B75A3}"/>
                </a:ext>
              </a:extLst>
            </p:cNvPr>
            <p:cNvCxnSpPr>
              <a:cxnSpLocks/>
            </p:cNvCxnSpPr>
            <p:nvPr/>
          </p:nvCxnSpPr>
          <p:spPr>
            <a:xfrm>
              <a:off x="6578230" y="3567717"/>
              <a:ext cx="225340" cy="0"/>
            </a:xfrm>
            <a:prstGeom prst="line">
              <a:avLst/>
            </a:prstGeom>
            <a:ln w="9525">
              <a:solidFill>
                <a:schemeClr val="tx1"/>
              </a:solidFill>
              <a:tailEnd type="arrow" w="sm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9" name="ZoneTexte 158">
            <a:extLst>
              <a:ext uri="{FF2B5EF4-FFF2-40B4-BE49-F238E27FC236}">
                <a16:creationId xmlns:a16="http://schemas.microsoft.com/office/drawing/2014/main" id="{E3E93809-2DF2-144C-B3CD-C3D80F100F34}"/>
              </a:ext>
            </a:extLst>
          </p:cNvPr>
          <p:cNvSpPr txBox="1"/>
          <p:nvPr/>
        </p:nvSpPr>
        <p:spPr>
          <a:xfrm>
            <a:off x="-21446" y="2675947"/>
            <a:ext cx="3383087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15-16</a:t>
            </a:r>
          </a:p>
        </p:txBody>
      </p:sp>
      <p:sp>
        <p:nvSpPr>
          <p:cNvPr id="160" name="ZoneTexte 159">
            <a:extLst>
              <a:ext uri="{FF2B5EF4-FFF2-40B4-BE49-F238E27FC236}">
                <a16:creationId xmlns:a16="http://schemas.microsoft.com/office/drawing/2014/main" id="{7F22173B-2EC3-D54D-BC73-CD5D8F856F9C}"/>
              </a:ext>
            </a:extLst>
          </p:cNvPr>
          <p:cNvSpPr txBox="1"/>
          <p:nvPr/>
        </p:nvSpPr>
        <p:spPr>
          <a:xfrm>
            <a:off x="6472885" y="2673932"/>
            <a:ext cx="3383087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13-14</a:t>
            </a:r>
          </a:p>
        </p:txBody>
      </p:sp>
    </p:spTree>
    <p:extLst>
      <p:ext uri="{BB962C8B-B14F-4D97-AF65-F5344CB8AC3E}">
        <p14:creationId xmlns:p14="http://schemas.microsoft.com/office/powerpoint/2010/main" val="8262170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2" name="Connecteur droit 131">
            <a:extLst>
              <a:ext uri="{FF2B5EF4-FFF2-40B4-BE49-F238E27FC236}">
                <a16:creationId xmlns:a16="http://schemas.microsoft.com/office/drawing/2014/main" id="{03A50A04-569F-7F4C-B363-E33B662511AC}"/>
              </a:ext>
            </a:extLst>
          </p:cNvPr>
          <p:cNvCxnSpPr>
            <a:cxnSpLocks/>
          </p:cNvCxnSpPr>
          <p:nvPr/>
        </p:nvCxnSpPr>
        <p:spPr>
          <a:xfrm>
            <a:off x="0" y="569147"/>
            <a:ext cx="9906000" cy="0"/>
          </a:xfrm>
          <a:prstGeom prst="line">
            <a:avLst/>
          </a:prstGeom>
          <a:ln w="1587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ZoneTexte 132">
            <a:extLst>
              <a:ext uri="{FF2B5EF4-FFF2-40B4-BE49-F238E27FC236}">
                <a16:creationId xmlns:a16="http://schemas.microsoft.com/office/drawing/2014/main" id="{7A600195-411A-9146-881C-BF77B17961CE}"/>
              </a:ext>
            </a:extLst>
          </p:cNvPr>
          <p:cNvSpPr txBox="1"/>
          <p:nvPr/>
        </p:nvSpPr>
        <p:spPr>
          <a:xfrm>
            <a:off x="3195145" y="105103"/>
            <a:ext cx="3383087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PLANNING DES MATCHS 1/3</a:t>
            </a:r>
          </a:p>
        </p:txBody>
      </p:sp>
      <p:sp>
        <p:nvSpPr>
          <p:cNvPr id="134" name="ZoneTexte 133">
            <a:extLst>
              <a:ext uri="{FF2B5EF4-FFF2-40B4-BE49-F238E27FC236}">
                <a16:creationId xmlns:a16="http://schemas.microsoft.com/office/drawing/2014/main" id="{04FA868E-B09C-CB41-8368-B46B9716BFE5}"/>
              </a:ext>
            </a:extLst>
          </p:cNvPr>
          <p:cNvSpPr txBox="1"/>
          <p:nvPr/>
        </p:nvSpPr>
        <p:spPr>
          <a:xfrm>
            <a:off x="21060" y="12212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35" name="ZoneTexte 134">
            <a:extLst>
              <a:ext uri="{FF2B5EF4-FFF2-40B4-BE49-F238E27FC236}">
                <a16:creationId xmlns:a16="http://schemas.microsoft.com/office/drawing/2014/main" id="{CE532D12-AB2D-E443-B4BE-7251DB907A4A}"/>
              </a:ext>
            </a:extLst>
          </p:cNvPr>
          <p:cNvSpPr txBox="1"/>
          <p:nvPr/>
        </p:nvSpPr>
        <p:spPr>
          <a:xfrm>
            <a:off x="6564810" y="14764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36" name="ZoneTexte 135">
            <a:extLst>
              <a:ext uri="{FF2B5EF4-FFF2-40B4-BE49-F238E27FC236}">
                <a16:creationId xmlns:a16="http://schemas.microsoft.com/office/drawing/2014/main" id="{730CA1EC-3AAE-314C-A6E8-904AE6E4C1DB}"/>
              </a:ext>
            </a:extLst>
          </p:cNvPr>
          <p:cNvSpPr txBox="1"/>
          <p:nvPr/>
        </p:nvSpPr>
        <p:spPr>
          <a:xfrm>
            <a:off x="3212431" y="6591732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{{CLUB}}</a:t>
            </a:r>
          </a:p>
        </p:txBody>
      </p:sp>
      <p:graphicFrame>
        <p:nvGraphicFramePr>
          <p:cNvPr id="154" name="Tableau 154">
            <a:extLst>
              <a:ext uri="{FF2B5EF4-FFF2-40B4-BE49-F238E27FC236}">
                <a16:creationId xmlns:a16="http://schemas.microsoft.com/office/drawing/2014/main" id="{B43E9CA0-AE64-2741-903E-F250B7F838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6929595"/>
              </p:ext>
            </p:extLst>
          </p:nvPr>
        </p:nvGraphicFramePr>
        <p:xfrm>
          <a:off x="154982" y="685904"/>
          <a:ext cx="9608952" cy="6088393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1131377">
                  <a:extLst>
                    <a:ext uri="{9D8B030D-6E8A-4147-A177-3AD203B41FA5}">
                      <a16:colId xmlns:a16="http://schemas.microsoft.com/office/drawing/2014/main" val="478490207"/>
                    </a:ext>
                  </a:extLst>
                </a:gridCol>
                <a:gridCol w="1146875">
                  <a:extLst>
                    <a:ext uri="{9D8B030D-6E8A-4147-A177-3AD203B41FA5}">
                      <a16:colId xmlns:a16="http://schemas.microsoft.com/office/drawing/2014/main" val="259936016"/>
                    </a:ext>
                  </a:extLst>
                </a:gridCol>
                <a:gridCol w="1518834">
                  <a:extLst>
                    <a:ext uri="{9D8B030D-6E8A-4147-A177-3AD203B41FA5}">
                      <a16:colId xmlns:a16="http://schemas.microsoft.com/office/drawing/2014/main" val="701658697"/>
                    </a:ext>
                  </a:extLst>
                </a:gridCol>
                <a:gridCol w="2262752">
                  <a:extLst>
                    <a:ext uri="{9D8B030D-6E8A-4147-A177-3AD203B41FA5}">
                      <a16:colId xmlns:a16="http://schemas.microsoft.com/office/drawing/2014/main" val="3799556434"/>
                    </a:ext>
                  </a:extLst>
                </a:gridCol>
                <a:gridCol w="2433234">
                  <a:extLst>
                    <a:ext uri="{9D8B030D-6E8A-4147-A177-3AD203B41FA5}">
                      <a16:colId xmlns:a16="http://schemas.microsoft.com/office/drawing/2014/main" val="4294460350"/>
                    </a:ext>
                  </a:extLst>
                </a:gridCol>
                <a:gridCol w="1115880">
                  <a:extLst>
                    <a:ext uri="{9D8B030D-6E8A-4147-A177-3AD203B41FA5}">
                      <a16:colId xmlns:a16="http://schemas.microsoft.com/office/drawing/2014/main" val="3390452781"/>
                    </a:ext>
                  </a:extLst>
                </a:gridCol>
              </a:tblGrid>
              <a:tr h="236233"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MATCH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HEURE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TERRAIN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EQUIPE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ÉQUIPE 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TERMINÉ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61446954"/>
                  </a:ext>
                </a:extLst>
              </a:tr>
              <a:tr h="236233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1826266"/>
                  </a:ext>
                </a:extLst>
              </a:tr>
              <a:tr h="236233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54129149"/>
                  </a:ext>
                </a:extLst>
              </a:tr>
              <a:tr h="236233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{{PL3_CODE}}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{{PL3_HEURE}}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{{PL3_TERRAIN}}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{{PL3_EQ1}}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{{PL3_EQ2}}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95908732"/>
                  </a:ext>
                </a:extLst>
              </a:tr>
              <a:tr h="236233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{{PL4_CODE}}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{{PL4_HEURE}}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{{PL4_TERRAIN}}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{{PL4_EQ1}}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{{PL4_EQ2}}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91400175"/>
                  </a:ext>
                </a:extLst>
              </a:tr>
              <a:tr h="236233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{{PL5_CODE}}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{{PL5_HEURE}}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{{PL5_TERRAIN}}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{{PL5_EQ1}}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{{PL5_EQ2}}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45884327"/>
                  </a:ext>
                </a:extLst>
              </a:tr>
              <a:tr h="236233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{{PL6_CODE}}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{{PL6_HEURE}}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{{PL6_TERRAIN}}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{{PL6_EQ1}}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{{PL6_EQ2}}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8897026"/>
                  </a:ext>
                </a:extLst>
              </a:tr>
              <a:tr h="236233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{{PL7_CODE}}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{{PL7_HEURE}}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{{PL7_TERRAIN}}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{{PL7_EQ1}}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{{PL7_EQ2}}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13931470"/>
                  </a:ext>
                </a:extLst>
              </a:tr>
              <a:tr h="236233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{{PL8_CODE}}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{{PL8_HEURE}}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{{PL8_TERRAIN}}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{{PL8_EQ1}}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{{PL8_EQ2}}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30721676"/>
                  </a:ext>
                </a:extLst>
              </a:tr>
              <a:tr h="236233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{{PL9_CODE}}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{{PL9_HEURE}}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{{PL9_TERRAIN}}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{{PL9_EQ1}}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{{PL9_EQ2}}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85205065"/>
                  </a:ext>
                </a:extLst>
              </a:tr>
              <a:tr h="236233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{{PL10_CODE}}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{{PL10_HEURE}}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{{PL10_TERRAIN}}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{{PL10_EQ1}}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{{PL10_EQ2}}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9711848"/>
                  </a:ext>
                </a:extLst>
              </a:tr>
              <a:tr h="236233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{{PL11_CODE}}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{{PL11_HEURE}}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{{PL11_TERRAIN}}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{{PL11_EQ1}}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{{PL11_EQ2}}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6969797"/>
                  </a:ext>
                </a:extLst>
              </a:tr>
              <a:tr h="236233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{{PL12_CODE}}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{{PL12_HEURE}}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{{PL12_TERRAIN}}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{{PL12_EQ1}}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{{PL12_EQ2}}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6967559"/>
                  </a:ext>
                </a:extLst>
              </a:tr>
              <a:tr h="236233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{{PL13_CODE}}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{{PL13_HEURE}}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{{PL13_TERRAIN}}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{{PL13_EQ1}}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{{PL13_EQ2}}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05487420"/>
                  </a:ext>
                </a:extLst>
              </a:tr>
              <a:tr h="236233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{{PL14_CODE}}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{{PL14_HEURE}}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{{PL14_TERRAIN}}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{{PL14_EQ1}}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{{PL14_EQ2}}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54638975"/>
                  </a:ext>
                </a:extLst>
              </a:tr>
              <a:tr h="236233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{{PL15_CODE}}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{{PL15_HEURE}}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{{PL15_TERRAIN}}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{{PL15_EQ1}}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{{PL15_EQ2}}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90945902"/>
                  </a:ext>
                </a:extLst>
              </a:tr>
              <a:tr h="236233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{{PL16_CODE}}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{{PL16_HEURE}}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{{PL16_TERRAIN}}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{{PL16_EQ1}}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{{PL16_EQ2}}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2658372"/>
                  </a:ext>
                </a:extLst>
              </a:tr>
              <a:tr h="236233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{{PL17_CODE}}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{{PL17_HEURE}}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{{PL17_TERRAIN}}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{{PL17_EQ1}}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{{PL17_EQ2}}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71400072"/>
                  </a:ext>
                </a:extLst>
              </a:tr>
              <a:tr h="236233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{{PL18_CODE}}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{{PL18_HEURE}}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{{PL18_TERRAIN}}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{{PL18_EQ1}}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{{PL18_EQ2}}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40286141"/>
                  </a:ext>
                </a:extLst>
              </a:tr>
              <a:tr h="236233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{{PL19_CODE}}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{{PL19_HEURE}}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{{PL19_TERRAIN}}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{{PL19_EQ1}}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{{PL19_EQ2}}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98116375"/>
                  </a:ext>
                </a:extLst>
              </a:tr>
              <a:tr h="236233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{{PL20_CODE}}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{{PL20_HEURE}}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{{PL20_TERRAIN}}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{{PL20_EQ1}}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{{PL20_EQ2}}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47597758"/>
                  </a:ext>
                </a:extLst>
              </a:tr>
              <a:tr h="236233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{{PL21_CODE}}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{{PL21_HEURE}}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{{PL21_TERRAIN}}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{{PL21_EQ1}}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{{PL21_EQ2}}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50214894"/>
                  </a:ext>
                </a:extLst>
              </a:tr>
              <a:tr h="236233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{{PL22_CODE}}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{{PL22_HEURE}}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{{PL22_TERRAIN}}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{{PL22_EQ1}}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{{PL22_EQ2}}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15932843"/>
                  </a:ext>
                </a:extLst>
              </a:tr>
              <a:tr h="236233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{{PL23_CODE}}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{{PL23_HEURE}}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{{PL23_TERRAIN}}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{{PL23_EQ1}}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{{PL23_EQ2}}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15222009"/>
                  </a:ext>
                </a:extLst>
              </a:tr>
              <a:tr h="236233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{{PL24_CODE}}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{{PL24_HEURE}}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{{PL24_TERRAIN}}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{{PL24_EQ1}}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{{PL24_EQ2}}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867979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694080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2" name="Connecteur droit 131">
            <a:extLst>
              <a:ext uri="{FF2B5EF4-FFF2-40B4-BE49-F238E27FC236}">
                <a16:creationId xmlns:a16="http://schemas.microsoft.com/office/drawing/2014/main" id="{03A50A04-569F-7F4C-B363-E33B662511AC}"/>
              </a:ext>
            </a:extLst>
          </p:cNvPr>
          <p:cNvCxnSpPr>
            <a:cxnSpLocks/>
          </p:cNvCxnSpPr>
          <p:nvPr/>
        </p:nvCxnSpPr>
        <p:spPr>
          <a:xfrm>
            <a:off x="0" y="569147"/>
            <a:ext cx="9906000" cy="0"/>
          </a:xfrm>
          <a:prstGeom prst="line">
            <a:avLst/>
          </a:prstGeom>
          <a:ln w="1587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ZoneTexte 132">
            <a:extLst>
              <a:ext uri="{FF2B5EF4-FFF2-40B4-BE49-F238E27FC236}">
                <a16:creationId xmlns:a16="http://schemas.microsoft.com/office/drawing/2014/main" id="{7A600195-411A-9146-881C-BF77B17961CE}"/>
              </a:ext>
            </a:extLst>
          </p:cNvPr>
          <p:cNvSpPr txBox="1"/>
          <p:nvPr/>
        </p:nvSpPr>
        <p:spPr>
          <a:xfrm>
            <a:off x="3195145" y="105103"/>
            <a:ext cx="3383087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PLANNING DES MATCHS 2/3</a:t>
            </a:r>
          </a:p>
        </p:txBody>
      </p:sp>
      <p:sp>
        <p:nvSpPr>
          <p:cNvPr id="134" name="ZoneTexte 133">
            <a:extLst>
              <a:ext uri="{FF2B5EF4-FFF2-40B4-BE49-F238E27FC236}">
                <a16:creationId xmlns:a16="http://schemas.microsoft.com/office/drawing/2014/main" id="{04FA868E-B09C-CB41-8368-B46B9716BFE5}"/>
              </a:ext>
            </a:extLst>
          </p:cNvPr>
          <p:cNvSpPr txBox="1"/>
          <p:nvPr/>
        </p:nvSpPr>
        <p:spPr>
          <a:xfrm>
            <a:off x="21060" y="12212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35" name="ZoneTexte 134">
            <a:extLst>
              <a:ext uri="{FF2B5EF4-FFF2-40B4-BE49-F238E27FC236}">
                <a16:creationId xmlns:a16="http://schemas.microsoft.com/office/drawing/2014/main" id="{CE532D12-AB2D-E443-B4BE-7251DB907A4A}"/>
              </a:ext>
            </a:extLst>
          </p:cNvPr>
          <p:cNvSpPr txBox="1"/>
          <p:nvPr/>
        </p:nvSpPr>
        <p:spPr>
          <a:xfrm>
            <a:off x="6564810" y="14764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36" name="ZoneTexte 135">
            <a:extLst>
              <a:ext uri="{FF2B5EF4-FFF2-40B4-BE49-F238E27FC236}">
                <a16:creationId xmlns:a16="http://schemas.microsoft.com/office/drawing/2014/main" id="{730CA1EC-3AAE-314C-A6E8-904AE6E4C1DB}"/>
              </a:ext>
            </a:extLst>
          </p:cNvPr>
          <p:cNvSpPr txBox="1"/>
          <p:nvPr/>
        </p:nvSpPr>
        <p:spPr>
          <a:xfrm>
            <a:off x="3212431" y="6591732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{{CLUB}}</a:t>
            </a:r>
          </a:p>
        </p:txBody>
      </p:sp>
      <p:graphicFrame>
        <p:nvGraphicFramePr>
          <p:cNvPr id="154" name="Tableau 154">
            <a:extLst>
              <a:ext uri="{FF2B5EF4-FFF2-40B4-BE49-F238E27FC236}">
                <a16:creationId xmlns:a16="http://schemas.microsoft.com/office/drawing/2014/main" id="{B43E9CA0-AE64-2741-903E-F250B7F838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4133586"/>
              </p:ext>
            </p:extLst>
          </p:nvPr>
        </p:nvGraphicFramePr>
        <p:xfrm>
          <a:off x="148524" y="953189"/>
          <a:ext cx="9608952" cy="4685897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1131377">
                  <a:extLst>
                    <a:ext uri="{9D8B030D-6E8A-4147-A177-3AD203B41FA5}">
                      <a16:colId xmlns:a16="http://schemas.microsoft.com/office/drawing/2014/main" val="478490207"/>
                    </a:ext>
                  </a:extLst>
                </a:gridCol>
                <a:gridCol w="1146875">
                  <a:extLst>
                    <a:ext uri="{9D8B030D-6E8A-4147-A177-3AD203B41FA5}">
                      <a16:colId xmlns:a16="http://schemas.microsoft.com/office/drawing/2014/main" val="259936016"/>
                    </a:ext>
                  </a:extLst>
                </a:gridCol>
                <a:gridCol w="1518834">
                  <a:extLst>
                    <a:ext uri="{9D8B030D-6E8A-4147-A177-3AD203B41FA5}">
                      <a16:colId xmlns:a16="http://schemas.microsoft.com/office/drawing/2014/main" val="701658697"/>
                    </a:ext>
                  </a:extLst>
                </a:gridCol>
                <a:gridCol w="2262752">
                  <a:extLst>
                    <a:ext uri="{9D8B030D-6E8A-4147-A177-3AD203B41FA5}">
                      <a16:colId xmlns:a16="http://schemas.microsoft.com/office/drawing/2014/main" val="3799556434"/>
                    </a:ext>
                  </a:extLst>
                </a:gridCol>
                <a:gridCol w="2433234">
                  <a:extLst>
                    <a:ext uri="{9D8B030D-6E8A-4147-A177-3AD203B41FA5}">
                      <a16:colId xmlns:a16="http://schemas.microsoft.com/office/drawing/2014/main" val="4294460350"/>
                    </a:ext>
                  </a:extLst>
                </a:gridCol>
                <a:gridCol w="1115880">
                  <a:extLst>
                    <a:ext uri="{9D8B030D-6E8A-4147-A177-3AD203B41FA5}">
                      <a16:colId xmlns:a16="http://schemas.microsoft.com/office/drawing/2014/main" val="3390452781"/>
                    </a:ext>
                  </a:extLst>
                </a:gridCol>
              </a:tblGrid>
              <a:tr h="275641"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MATCH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HEURE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TERRAIN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EQUIPE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ÉQUIPE 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TERMINÉ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61446954"/>
                  </a:ext>
                </a:extLst>
              </a:tr>
              <a:tr h="275641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{{PL25_CODE}}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{{PL25_HEURE}}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{{PL25_TERRAIN}}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414589" rtl="0" eaLnBrk="1" latinLnBrk="0" hangingPunct="1"/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{{PL25_EQ1}}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6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{{PL25_EQ2}}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45884327"/>
                  </a:ext>
                </a:extLst>
              </a:tr>
              <a:tr h="275641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{{PL26_CODE}}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{{PL26_HEURE}}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{{PL26_TERRAIN}}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414589" rtl="0" eaLnBrk="1" latinLnBrk="0" hangingPunct="1"/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{{PL26_EQ1}}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6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{{PL26_EQ2}}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8897026"/>
                  </a:ext>
                </a:extLst>
              </a:tr>
              <a:tr h="275641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{{PL27_CODE}}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{{PL27_HEURE}}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{{PL27_TERRAIN}}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414589" rtl="0" eaLnBrk="1" latinLnBrk="0" hangingPunct="1"/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{{PL27_EQ1}}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6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{{PL27_EQ2}}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13931470"/>
                  </a:ext>
                </a:extLst>
              </a:tr>
              <a:tr h="275641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{{PL28_CODE}}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{{PL28_HEURE}}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{{PL28_TERRAIN}}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414589" rtl="0" eaLnBrk="1" latinLnBrk="0" hangingPunct="1"/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{{PL28_EQ1}}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6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{{PL28_EQ2}}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30721676"/>
                  </a:ext>
                </a:extLst>
              </a:tr>
              <a:tr h="275641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{{PL29_CODE}}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{{PL29_HEURE}}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{{PL29_TERRAIN}}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6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{{PL29_EQ1}}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414589" rtl="0" eaLnBrk="1" latinLnBrk="0" hangingPunct="1"/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{{PL29_EQ2}}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85205065"/>
                  </a:ext>
                </a:extLst>
              </a:tr>
              <a:tr h="275641">
                <a:tc>
                  <a:txBody>
                    <a:bodyPr/>
                    <a:lstStyle/>
                    <a:p>
                      <a:pPr marL="0" algn="ctr" defTabSz="414589" rtl="0" eaLnBrk="1" latinLnBrk="0" hangingPunct="1"/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{{PL30_CODE}}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{{PL30_HEURE}}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{{PL30_TERRAIN}}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6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{{PL30_EQ1}}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414589" rtl="0" eaLnBrk="1" latinLnBrk="0" hangingPunct="1"/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{{PL30_EQ2}}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9711848"/>
                  </a:ext>
                </a:extLst>
              </a:tr>
              <a:tr h="275641">
                <a:tc>
                  <a:txBody>
                    <a:bodyPr/>
                    <a:lstStyle/>
                    <a:p>
                      <a:pPr marL="0" algn="ctr" defTabSz="414589" rtl="0" eaLnBrk="1" latinLnBrk="0" hangingPunct="1"/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{{PL31_CODE}}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{{PL31_HEURE}}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{{PL31_TERRAIN}}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6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{{PL31_EQ1}}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414589" rtl="0" eaLnBrk="1" latinLnBrk="0" hangingPunct="1"/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{{PL31_EQ2}}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6969797"/>
                  </a:ext>
                </a:extLst>
              </a:tr>
              <a:tr h="275641">
                <a:tc>
                  <a:txBody>
                    <a:bodyPr/>
                    <a:lstStyle/>
                    <a:p>
                      <a:pPr marL="0" algn="ctr" defTabSz="414589" rtl="0" eaLnBrk="1" latinLnBrk="0" hangingPunct="1"/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{{PL32_CODE}}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{{PL32_HEURE}}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{{PL32_TERRAIN}}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6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{{PL32_EQ1}}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414589" rtl="0" eaLnBrk="1" latinLnBrk="0" hangingPunct="1"/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{{PL32_EQ2}}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6967559"/>
                  </a:ext>
                </a:extLst>
              </a:tr>
              <a:tr h="275641">
                <a:tc>
                  <a:txBody>
                    <a:bodyPr/>
                    <a:lstStyle/>
                    <a:p>
                      <a:pPr marL="0" algn="ctr" defTabSz="414589" rtl="0" eaLnBrk="1" latinLnBrk="0" hangingPunct="1"/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{{PL33_CODE}}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{{PL33_HEURE}}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{{PL33_TERRAIN}}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6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{{PL33_EQ1}}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6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{{PL33_EQ2}}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05487420"/>
                  </a:ext>
                </a:extLst>
              </a:tr>
              <a:tr h="275641">
                <a:tc>
                  <a:txBody>
                    <a:bodyPr/>
                    <a:lstStyle/>
                    <a:p>
                      <a:pPr marL="0" algn="ctr" defTabSz="414589" rtl="0" eaLnBrk="1" latinLnBrk="0" hangingPunct="1"/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{{PL34_CODE}}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{{PL34_HEURE}}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{{PL34_TERRAIN}}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6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{{PL34_EQ1}}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6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{{PL34_EQ2}}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54638975"/>
                  </a:ext>
                </a:extLst>
              </a:tr>
              <a:tr h="275641">
                <a:tc>
                  <a:txBody>
                    <a:bodyPr/>
                    <a:lstStyle/>
                    <a:p>
                      <a:pPr marL="0" algn="ctr" defTabSz="414589" rtl="0" eaLnBrk="1" latinLnBrk="0" hangingPunct="1"/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{{PL35_CODE}}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{{PL35_HEURE}}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{{PL35_TERRAIN}}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6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{{PL35_EQ1}}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6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{{PL35_EQ2}}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90945902"/>
                  </a:ext>
                </a:extLst>
              </a:tr>
              <a:tr h="275641">
                <a:tc>
                  <a:txBody>
                    <a:bodyPr/>
                    <a:lstStyle/>
                    <a:p>
                      <a:pPr marL="0" algn="ctr" defTabSz="414589" rtl="0" eaLnBrk="1" latinLnBrk="0" hangingPunct="1"/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{{PL36_CODE}}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{{PL36_HEURE}}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{{PL36_TERRAIN}}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6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{{PL36_EQ1}}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6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{{PL36_EQ2}}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2658372"/>
                  </a:ext>
                </a:extLst>
              </a:tr>
              <a:tr h="275641">
                <a:tc>
                  <a:txBody>
                    <a:bodyPr/>
                    <a:lstStyle/>
                    <a:p>
                      <a:pPr marL="0" algn="ctr" defTabSz="414589" rtl="0" eaLnBrk="1" latinLnBrk="0" hangingPunct="1"/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{{PL37_CODE}}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{{PL37_HEURE}}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{{PL37_TERRAIN}}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6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{{PL37_EQ1}}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6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{{PL37_EQ2}}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29361258"/>
                  </a:ext>
                </a:extLst>
              </a:tr>
              <a:tr h="275641">
                <a:tc>
                  <a:txBody>
                    <a:bodyPr/>
                    <a:lstStyle/>
                    <a:p>
                      <a:pPr marL="0" algn="ctr" defTabSz="414589" rtl="0" eaLnBrk="1" latinLnBrk="0" hangingPunct="1"/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{{PL38_CODE}}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{{PL38_HEURE}}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{{PL38_TERRAIN}}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6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{{PL38_EQ1}}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6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{{PL38_EQ2}}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18028956"/>
                  </a:ext>
                </a:extLst>
              </a:tr>
              <a:tr h="275641">
                <a:tc>
                  <a:txBody>
                    <a:bodyPr/>
                    <a:lstStyle/>
                    <a:p>
                      <a:pPr marL="0" algn="ctr" defTabSz="414589" rtl="0" eaLnBrk="1" latinLnBrk="0" hangingPunct="1"/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{{PL39_CODE}}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{{PL39_HEURE}}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{{PL39_TERRAIN}}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6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{{PL39_EQ1}}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6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{{PL39_EQ2}}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99322203"/>
                  </a:ext>
                </a:extLst>
              </a:tr>
              <a:tr h="275641">
                <a:tc>
                  <a:txBody>
                    <a:bodyPr/>
                    <a:lstStyle/>
                    <a:p>
                      <a:pPr marL="0" algn="ctr" defTabSz="414589" rtl="0" eaLnBrk="1" latinLnBrk="0" hangingPunct="1"/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{{PL40_CODE}}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{{PL40_HEURE}}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{{PL40_TERRAIN}}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6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{{PL40_EQ1}}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6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{{PL40_EQ2}}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916160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267572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2" name="Connecteur droit 131">
            <a:extLst>
              <a:ext uri="{FF2B5EF4-FFF2-40B4-BE49-F238E27FC236}">
                <a16:creationId xmlns:a16="http://schemas.microsoft.com/office/drawing/2014/main" id="{03A50A04-569F-7F4C-B363-E33B662511AC}"/>
              </a:ext>
            </a:extLst>
          </p:cNvPr>
          <p:cNvCxnSpPr>
            <a:cxnSpLocks/>
          </p:cNvCxnSpPr>
          <p:nvPr/>
        </p:nvCxnSpPr>
        <p:spPr>
          <a:xfrm>
            <a:off x="0" y="569147"/>
            <a:ext cx="9906000" cy="0"/>
          </a:xfrm>
          <a:prstGeom prst="line">
            <a:avLst/>
          </a:prstGeom>
          <a:ln w="1587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ZoneTexte 132">
            <a:extLst>
              <a:ext uri="{FF2B5EF4-FFF2-40B4-BE49-F238E27FC236}">
                <a16:creationId xmlns:a16="http://schemas.microsoft.com/office/drawing/2014/main" id="{7A600195-411A-9146-881C-BF77B17961CE}"/>
              </a:ext>
            </a:extLst>
          </p:cNvPr>
          <p:cNvSpPr txBox="1"/>
          <p:nvPr/>
        </p:nvSpPr>
        <p:spPr>
          <a:xfrm>
            <a:off x="3195145" y="105103"/>
            <a:ext cx="3383087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PLANNING DES MATCHS 3/3</a:t>
            </a:r>
          </a:p>
        </p:txBody>
      </p:sp>
      <p:sp>
        <p:nvSpPr>
          <p:cNvPr id="134" name="ZoneTexte 133">
            <a:extLst>
              <a:ext uri="{FF2B5EF4-FFF2-40B4-BE49-F238E27FC236}">
                <a16:creationId xmlns:a16="http://schemas.microsoft.com/office/drawing/2014/main" id="{04FA868E-B09C-CB41-8368-B46B9716BFE5}"/>
              </a:ext>
            </a:extLst>
          </p:cNvPr>
          <p:cNvSpPr txBox="1"/>
          <p:nvPr/>
        </p:nvSpPr>
        <p:spPr>
          <a:xfrm>
            <a:off x="21060" y="12212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35" name="ZoneTexte 134">
            <a:extLst>
              <a:ext uri="{FF2B5EF4-FFF2-40B4-BE49-F238E27FC236}">
                <a16:creationId xmlns:a16="http://schemas.microsoft.com/office/drawing/2014/main" id="{CE532D12-AB2D-E443-B4BE-7251DB907A4A}"/>
              </a:ext>
            </a:extLst>
          </p:cNvPr>
          <p:cNvSpPr txBox="1"/>
          <p:nvPr/>
        </p:nvSpPr>
        <p:spPr>
          <a:xfrm>
            <a:off x="6564810" y="14764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36" name="ZoneTexte 135">
            <a:extLst>
              <a:ext uri="{FF2B5EF4-FFF2-40B4-BE49-F238E27FC236}">
                <a16:creationId xmlns:a16="http://schemas.microsoft.com/office/drawing/2014/main" id="{730CA1EC-3AAE-314C-A6E8-904AE6E4C1DB}"/>
              </a:ext>
            </a:extLst>
          </p:cNvPr>
          <p:cNvSpPr txBox="1"/>
          <p:nvPr/>
        </p:nvSpPr>
        <p:spPr>
          <a:xfrm>
            <a:off x="3212431" y="6591732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{{CLUB}}</a:t>
            </a:r>
          </a:p>
        </p:txBody>
      </p:sp>
      <p:graphicFrame>
        <p:nvGraphicFramePr>
          <p:cNvPr id="154" name="Tableau 154">
            <a:extLst>
              <a:ext uri="{FF2B5EF4-FFF2-40B4-BE49-F238E27FC236}">
                <a16:creationId xmlns:a16="http://schemas.microsoft.com/office/drawing/2014/main" id="{B43E9CA0-AE64-2741-903E-F250B7F838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8044319"/>
              </p:ext>
            </p:extLst>
          </p:nvPr>
        </p:nvGraphicFramePr>
        <p:xfrm>
          <a:off x="148524" y="953189"/>
          <a:ext cx="9608952" cy="4685897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1131377">
                  <a:extLst>
                    <a:ext uri="{9D8B030D-6E8A-4147-A177-3AD203B41FA5}">
                      <a16:colId xmlns:a16="http://schemas.microsoft.com/office/drawing/2014/main" val="478490207"/>
                    </a:ext>
                  </a:extLst>
                </a:gridCol>
                <a:gridCol w="1146875">
                  <a:extLst>
                    <a:ext uri="{9D8B030D-6E8A-4147-A177-3AD203B41FA5}">
                      <a16:colId xmlns:a16="http://schemas.microsoft.com/office/drawing/2014/main" val="259936016"/>
                    </a:ext>
                  </a:extLst>
                </a:gridCol>
                <a:gridCol w="1518834">
                  <a:extLst>
                    <a:ext uri="{9D8B030D-6E8A-4147-A177-3AD203B41FA5}">
                      <a16:colId xmlns:a16="http://schemas.microsoft.com/office/drawing/2014/main" val="701658697"/>
                    </a:ext>
                  </a:extLst>
                </a:gridCol>
                <a:gridCol w="2262752">
                  <a:extLst>
                    <a:ext uri="{9D8B030D-6E8A-4147-A177-3AD203B41FA5}">
                      <a16:colId xmlns:a16="http://schemas.microsoft.com/office/drawing/2014/main" val="3799556434"/>
                    </a:ext>
                  </a:extLst>
                </a:gridCol>
                <a:gridCol w="2433234">
                  <a:extLst>
                    <a:ext uri="{9D8B030D-6E8A-4147-A177-3AD203B41FA5}">
                      <a16:colId xmlns:a16="http://schemas.microsoft.com/office/drawing/2014/main" val="4294460350"/>
                    </a:ext>
                  </a:extLst>
                </a:gridCol>
                <a:gridCol w="1115880">
                  <a:extLst>
                    <a:ext uri="{9D8B030D-6E8A-4147-A177-3AD203B41FA5}">
                      <a16:colId xmlns:a16="http://schemas.microsoft.com/office/drawing/2014/main" val="3390452781"/>
                    </a:ext>
                  </a:extLst>
                </a:gridCol>
              </a:tblGrid>
              <a:tr h="275641"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MATCH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HEURE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TERRAIN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EQUIPE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ÉQUIPE 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TERMINÉ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61446954"/>
                  </a:ext>
                </a:extLst>
              </a:tr>
              <a:tr h="275641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{{PL41_CODE}}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{{PL41_HEURE}}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{{PL41_TERRAIN}}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6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{{PL41_EQ1}}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6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{{PL41_EQ2}}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45884327"/>
                  </a:ext>
                </a:extLst>
              </a:tr>
              <a:tr h="275641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{{PL42_CODE}}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{{PL42_HEURE}}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{{PL42_TERRAIN}}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6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{{PL42_EQ1}}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6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{{PL42_EQ2}}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8897026"/>
                  </a:ext>
                </a:extLst>
              </a:tr>
              <a:tr h="275641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{{PL43_CODE}}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{{PL43_HEURE}}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{{PL43_TERRAIN}}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6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{{PL43_EQ1}}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6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{{PL43_EQ2}}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13931470"/>
                  </a:ext>
                </a:extLst>
              </a:tr>
              <a:tr h="275641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{{PL44_CODE}}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{{PL44_HEURE}}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{{PL44_TERRAIN}}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6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{{PL44_EQ1}}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6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{{PL44_EQ2}}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30721676"/>
                  </a:ext>
                </a:extLst>
              </a:tr>
              <a:tr h="275641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{{PL45_CODE}}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{{PL45_HEURE}}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{{PL45_TERRAIN}}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6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{{PL45_EQ1}}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6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{{PL45_EQ2}}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85205065"/>
                  </a:ext>
                </a:extLst>
              </a:tr>
              <a:tr h="275641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{{PL46_CODE}}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{{PL46_HEURE}}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{{PL46_TERRAIN}}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6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{{PL46_EQ1}}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6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{{PL46_EQ2}}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9711848"/>
                  </a:ext>
                </a:extLst>
              </a:tr>
              <a:tr h="275641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{{PL47_CODE}}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{{PL47_HEURE}}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{{PL47_TERRAIN}}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6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{{PL47_EQ1}}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6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{{PL47_EQ2}}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6969797"/>
                  </a:ext>
                </a:extLst>
              </a:tr>
              <a:tr h="275641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{{PL48_CODE}}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{{PL48_HEURE}}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{{PL48_TERRAIN}}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6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{{PL48_EQ1}}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6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{{PL48_EQ2}}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6967559"/>
                  </a:ext>
                </a:extLst>
              </a:tr>
              <a:tr h="275641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{{PL49_CODE}}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{{PL49_HEURE}}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{{PL49_TERRAIN}}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6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{{PL49_EQ1}}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6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{{PL49_EQ2}}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05487420"/>
                  </a:ext>
                </a:extLst>
              </a:tr>
              <a:tr h="275641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{{PL50_CODE}}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{{PL50_HEURE}}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{{PL50_TERRAIN}}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6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{{PL50_EQ1}}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6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{{PL50_EQ2}}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54638975"/>
                  </a:ext>
                </a:extLst>
              </a:tr>
              <a:tr h="275641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{{PL51_CODE}}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{{PL51_HEURE}}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{{PL51_TERRAIN}}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6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{{PL51_EQ1}}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6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{{PL51_EQ2}}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90945902"/>
                  </a:ext>
                </a:extLst>
              </a:tr>
              <a:tr h="275641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{{PL52_CODE}}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{{PL52_HEURE}}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{{PL52_TERRAIN}}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6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{{PL52_EQ1}}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6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{{PL52_EQ2}}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2658372"/>
                  </a:ext>
                </a:extLst>
              </a:tr>
              <a:tr h="275641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{{PL53_CODE}}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{{PL53_HEURE}}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{{PL53_TERRAIN}}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6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{{PL53_EQ1}}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6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{{PL53_EQ2}}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29361258"/>
                  </a:ext>
                </a:extLst>
              </a:tr>
              <a:tr h="275641"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{{PL54_CODE}}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{{PL54_HEURE}}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{{PL54_TERRAIN}}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6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{{PL54_EQ1}}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6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{{PL54_EQ2}}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18028956"/>
                  </a:ext>
                </a:extLst>
              </a:tr>
              <a:tr h="275641"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{{PL55_CODE}}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{{PL55_HEURE}}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{{PL55_TERRAIN}}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6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{{PL55_EQ1}}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6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{{PL55_EQ2}}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99322203"/>
                  </a:ext>
                </a:extLst>
              </a:tr>
              <a:tr h="275641"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{{PL56_CODE}}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{{PL56_HEURE}}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{{PL56_TERRAIN}}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6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{{PL56_EQ1}}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6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{{PL56_EQ2}}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916160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162279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2" name="Connecteur droit 131">
            <a:extLst>
              <a:ext uri="{FF2B5EF4-FFF2-40B4-BE49-F238E27FC236}">
                <a16:creationId xmlns:a16="http://schemas.microsoft.com/office/drawing/2014/main" id="{03A50A04-569F-7F4C-B363-E33B662511AC}"/>
              </a:ext>
            </a:extLst>
          </p:cNvPr>
          <p:cNvCxnSpPr>
            <a:cxnSpLocks/>
          </p:cNvCxnSpPr>
          <p:nvPr/>
        </p:nvCxnSpPr>
        <p:spPr>
          <a:xfrm>
            <a:off x="0" y="569147"/>
            <a:ext cx="9906000" cy="0"/>
          </a:xfrm>
          <a:prstGeom prst="line">
            <a:avLst/>
          </a:prstGeom>
          <a:ln w="1587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ZoneTexte 132">
            <a:extLst>
              <a:ext uri="{FF2B5EF4-FFF2-40B4-BE49-F238E27FC236}">
                <a16:creationId xmlns:a16="http://schemas.microsoft.com/office/drawing/2014/main" id="{7A600195-411A-9146-881C-BF77B17961CE}"/>
              </a:ext>
            </a:extLst>
          </p:cNvPr>
          <p:cNvSpPr txBox="1"/>
          <p:nvPr/>
        </p:nvSpPr>
        <p:spPr>
          <a:xfrm>
            <a:off x="3195145" y="105103"/>
            <a:ext cx="3478924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CLASSEMENT FINAL / POINTS 1/2</a:t>
            </a:r>
          </a:p>
        </p:txBody>
      </p:sp>
      <p:sp>
        <p:nvSpPr>
          <p:cNvPr id="134" name="ZoneTexte 133">
            <a:extLst>
              <a:ext uri="{FF2B5EF4-FFF2-40B4-BE49-F238E27FC236}">
                <a16:creationId xmlns:a16="http://schemas.microsoft.com/office/drawing/2014/main" id="{04FA868E-B09C-CB41-8368-B46B9716BFE5}"/>
              </a:ext>
            </a:extLst>
          </p:cNvPr>
          <p:cNvSpPr txBox="1"/>
          <p:nvPr/>
        </p:nvSpPr>
        <p:spPr>
          <a:xfrm>
            <a:off x="21060" y="12212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35" name="ZoneTexte 134">
            <a:extLst>
              <a:ext uri="{FF2B5EF4-FFF2-40B4-BE49-F238E27FC236}">
                <a16:creationId xmlns:a16="http://schemas.microsoft.com/office/drawing/2014/main" id="{CE532D12-AB2D-E443-B4BE-7251DB907A4A}"/>
              </a:ext>
            </a:extLst>
          </p:cNvPr>
          <p:cNvSpPr txBox="1"/>
          <p:nvPr/>
        </p:nvSpPr>
        <p:spPr>
          <a:xfrm>
            <a:off x="6564810" y="14764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36" name="ZoneTexte 135">
            <a:extLst>
              <a:ext uri="{FF2B5EF4-FFF2-40B4-BE49-F238E27FC236}">
                <a16:creationId xmlns:a16="http://schemas.microsoft.com/office/drawing/2014/main" id="{730CA1EC-3AAE-314C-A6E8-904AE6E4C1DB}"/>
              </a:ext>
            </a:extLst>
          </p:cNvPr>
          <p:cNvSpPr txBox="1"/>
          <p:nvPr/>
        </p:nvSpPr>
        <p:spPr>
          <a:xfrm>
            <a:off x="3212431" y="6591732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{{CLUB}}</a:t>
            </a:r>
          </a:p>
        </p:txBody>
      </p:sp>
      <p:graphicFrame>
        <p:nvGraphicFramePr>
          <p:cNvPr id="154" name="Tableau 154">
            <a:extLst>
              <a:ext uri="{FF2B5EF4-FFF2-40B4-BE49-F238E27FC236}">
                <a16:creationId xmlns:a16="http://schemas.microsoft.com/office/drawing/2014/main" id="{B43E9CA0-AE64-2741-903E-F250B7F838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2960548"/>
              </p:ext>
            </p:extLst>
          </p:nvPr>
        </p:nvGraphicFramePr>
        <p:xfrm>
          <a:off x="154982" y="964195"/>
          <a:ext cx="9546957" cy="4830696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1472340">
                  <a:extLst>
                    <a:ext uri="{9D8B030D-6E8A-4147-A177-3AD203B41FA5}">
                      <a16:colId xmlns:a16="http://schemas.microsoft.com/office/drawing/2014/main" val="478490207"/>
                    </a:ext>
                  </a:extLst>
                </a:gridCol>
                <a:gridCol w="5712480">
                  <a:extLst>
                    <a:ext uri="{9D8B030D-6E8A-4147-A177-3AD203B41FA5}">
                      <a16:colId xmlns:a16="http://schemas.microsoft.com/office/drawing/2014/main" val="3799556434"/>
                    </a:ext>
                  </a:extLst>
                </a:gridCol>
                <a:gridCol w="2362137">
                  <a:extLst>
                    <a:ext uri="{9D8B030D-6E8A-4147-A177-3AD203B41FA5}">
                      <a16:colId xmlns:a16="http://schemas.microsoft.com/office/drawing/2014/main" val="3390452781"/>
                    </a:ext>
                  </a:extLst>
                </a:gridCol>
              </a:tblGrid>
              <a:tr h="371592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PLACE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EQUIPE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POINTS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61446954"/>
                  </a:ext>
                </a:extLst>
              </a:tr>
              <a:tr h="371592">
                <a:tc>
                  <a:txBody>
                    <a:bodyPr/>
                    <a:lstStyle/>
                    <a:p>
                      <a:pPr algn="ctr"/>
                      <a:r>
                        <a:rPr lang="fr-FR" sz="16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🥇</a:t>
                      </a:r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 1 </a:t>
                      </a:r>
                      <a:r>
                        <a:rPr lang="fr-FR" sz="16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{{PTS1}}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64322995"/>
                  </a:ext>
                </a:extLst>
              </a:tr>
              <a:tr h="371592">
                <a:tc>
                  <a:txBody>
                    <a:bodyPr/>
                    <a:lstStyle/>
                    <a:p>
                      <a:pPr algn="ctr"/>
                      <a:r>
                        <a:rPr lang="fr-FR" sz="16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🥈</a:t>
                      </a:r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 2 </a:t>
                      </a:r>
                      <a:r>
                        <a:rPr lang="fr-FR" sz="16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{{PTS2}}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19077651"/>
                  </a:ext>
                </a:extLst>
              </a:tr>
              <a:tr h="371592">
                <a:tc>
                  <a:txBody>
                    <a:bodyPr/>
                    <a:lstStyle/>
                    <a:p>
                      <a:pPr algn="ctr"/>
                      <a:r>
                        <a:rPr lang="fr-FR" sz="16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🥉</a:t>
                      </a:r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 3 </a:t>
                      </a:r>
                      <a:r>
                        <a:rPr lang="fr-FR" sz="16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🥉</a:t>
                      </a:r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{{PTS3}}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0880698"/>
                  </a:ext>
                </a:extLst>
              </a:tr>
              <a:tr h="371592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{{PTS4}}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64426066"/>
                  </a:ext>
                </a:extLst>
              </a:tr>
              <a:tr h="371592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{{PTS5}}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91606597"/>
                  </a:ext>
                </a:extLst>
              </a:tr>
              <a:tr h="371592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{{PTS6}}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10573982"/>
                  </a:ext>
                </a:extLst>
              </a:tr>
              <a:tr h="371592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{{PTS7}}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96569538"/>
                  </a:ext>
                </a:extLst>
              </a:tr>
              <a:tr h="371592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{{PTS8}}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22312717"/>
                  </a:ext>
                </a:extLst>
              </a:tr>
              <a:tr h="371592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{{PTS9}}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76635458"/>
                  </a:ext>
                </a:extLst>
              </a:tr>
              <a:tr h="371592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{{PTS10}}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73569104"/>
                  </a:ext>
                </a:extLst>
              </a:tr>
              <a:tr h="371592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{{PTS11}}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98110893"/>
                  </a:ext>
                </a:extLst>
              </a:tr>
              <a:tr h="371592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{{PTS12}}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755608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193582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2" name="Connecteur droit 131">
            <a:extLst>
              <a:ext uri="{FF2B5EF4-FFF2-40B4-BE49-F238E27FC236}">
                <a16:creationId xmlns:a16="http://schemas.microsoft.com/office/drawing/2014/main" id="{03A50A04-569F-7F4C-B363-E33B662511AC}"/>
              </a:ext>
            </a:extLst>
          </p:cNvPr>
          <p:cNvCxnSpPr>
            <a:cxnSpLocks/>
          </p:cNvCxnSpPr>
          <p:nvPr/>
        </p:nvCxnSpPr>
        <p:spPr>
          <a:xfrm>
            <a:off x="0" y="569147"/>
            <a:ext cx="9906000" cy="0"/>
          </a:xfrm>
          <a:prstGeom prst="line">
            <a:avLst/>
          </a:prstGeom>
          <a:ln w="1587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4" name="ZoneTexte 133">
            <a:extLst>
              <a:ext uri="{FF2B5EF4-FFF2-40B4-BE49-F238E27FC236}">
                <a16:creationId xmlns:a16="http://schemas.microsoft.com/office/drawing/2014/main" id="{04FA868E-B09C-CB41-8368-B46B9716BFE5}"/>
              </a:ext>
            </a:extLst>
          </p:cNvPr>
          <p:cNvSpPr txBox="1"/>
          <p:nvPr/>
        </p:nvSpPr>
        <p:spPr>
          <a:xfrm>
            <a:off x="21060" y="12212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35" name="ZoneTexte 134">
            <a:extLst>
              <a:ext uri="{FF2B5EF4-FFF2-40B4-BE49-F238E27FC236}">
                <a16:creationId xmlns:a16="http://schemas.microsoft.com/office/drawing/2014/main" id="{CE532D12-AB2D-E443-B4BE-7251DB907A4A}"/>
              </a:ext>
            </a:extLst>
          </p:cNvPr>
          <p:cNvSpPr txBox="1"/>
          <p:nvPr/>
        </p:nvSpPr>
        <p:spPr>
          <a:xfrm>
            <a:off x="6564810" y="14764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36" name="ZoneTexte 135">
            <a:extLst>
              <a:ext uri="{FF2B5EF4-FFF2-40B4-BE49-F238E27FC236}">
                <a16:creationId xmlns:a16="http://schemas.microsoft.com/office/drawing/2014/main" id="{730CA1EC-3AAE-314C-A6E8-904AE6E4C1DB}"/>
              </a:ext>
            </a:extLst>
          </p:cNvPr>
          <p:cNvSpPr txBox="1"/>
          <p:nvPr/>
        </p:nvSpPr>
        <p:spPr>
          <a:xfrm>
            <a:off x="3212431" y="6591732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{{CLUB}}</a:t>
            </a:r>
          </a:p>
        </p:txBody>
      </p:sp>
      <p:graphicFrame>
        <p:nvGraphicFramePr>
          <p:cNvPr id="154" name="Tableau 154">
            <a:extLst>
              <a:ext uri="{FF2B5EF4-FFF2-40B4-BE49-F238E27FC236}">
                <a16:creationId xmlns:a16="http://schemas.microsoft.com/office/drawing/2014/main" id="{B43E9CA0-AE64-2741-903E-F250B7F838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1766483"/>
              </p:ext>
            </p:extLst>
          </p:nvPr>
        </p:nvGraphicFramePr>
        <p:xfrm>
          <a:off x="154982" y="964195"/>
          <a:ext cx="9546957" cy="4830696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1472340">
                  <a:extLst>
                    <a:ext uri="{9D8B030D-6E8A-4147-A177-3AD203B41FA5}">
                      <a16:colId xmlns:a16="http://schemas.microsoft.com/office/drawing/2014/main" val="478490207"/>
                    </a:ext>
                  </a:extLst>
                </a:gridCol>
                <a:gridCol w="5712480">
                  <a:extLst>
                    <a:ext uri="{9D8B030D-6E8A-4147-A177-3AD203B41FA5}">
                      <a16:colId xmlns:a16="http://schemas.microsoft.com/office/drawing/2014/main" val="3799556434"/>
                    </a:ext>
                  </a:extLst>
                </a:gridCol>
                <a:gridCol w="2362137">
                  <a:extLst>
                    <a:ext uri="{9D8B030D-6E8A-4147-A177-3AD203B41FA5}">
                      <a16:colId xmlns:a16="http://schemas.microsoft.com/office/drawing/2014/main" val="3390452781"/>
                    </a:ext>
                  </a:extLst>
                </a:gridCol>
              </a:tblGrid>
              <a:tr h="371592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PLACE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EQUIPE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POINTS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61446954"/>
                  </a:ext>
                </a:extLst>
              </a:tr>
              <a:tr h="371592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13 </a:t>
                      </a:r>
                      <a:endParaRPr lang="fr-FR" sz="1600" kern="1200" dirty="0">
                        <a:solidFill>
                          <a:schemeClr val="dk1"/>
                        </a:solidFill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{{PTS13}}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64322995"/>
                  </a:ext>
                </a:extLst>
              </a:tr>
              <a:tr h="371592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14 </a:t>
                      </a:r>
                      <a:endParaRPr lang="fr-FR" sz="1600" kern="1200" dirty="0">
                        <a:solidFill>
                          <a:schemeClr val="dk1"/>
                        </a:solidFill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{{PTS14}}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19077651"/>
                  </a:ext>
                </a:extLst>
              </a:tr>
              <a:tr h="371592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{{PTS15}}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0880698"/>
                  </a:ext>
                </a:extLst>
              </a:tr>
              <a:tr h="371592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{{PTS16}}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64426066"/>
                  </a:ext>
                </a:extLst>
              </a:tr>
              <a:tr h="371592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17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{{PTS17}}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91606597"/>
                  </a:ext>
                </a:extLst>
              </a:tr>
              <a:tr h="371592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18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{{PTS18}}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10573982"/>
                  </a:ext>
                </a:extLst>
              </a:tr>
              <a:tr h="371592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19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{{PTS19}}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96569538"/>
                  </a:ext>
                </a:extLst>
              </a:tr>
              <a:tr h="371592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{{PTS20}}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22312717"/>
                  </a:ext>
                </a:extLst>
              </a:tr>
              <a:tr h="371592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21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{{PTS21}}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76635458"/>
                  </a:ext>
                </a:extLst>
              </a:tr>
              <a:tr h="371592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{{PTS22}}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73569104"/>
                  </a:ext>
                </a:extLst>
              </a:tr>
              <a:tr h="371592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{{PTS23}}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98110893"/>
                  </a:ext>
                </a:extLst>
              </a:tr>
              <a:tr h="371592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{{PTS24}}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75560879"/>
                  </a:ext>
                </a:extLst>
              </a:tr>
            </a:tbl>
          </a:graphicData>
        </a:graphic>
      </p:graphicFrame>
      <p:sp>
        <p:nvSpPr>
          <p:cNvPr id="8" name="ZoneTexte 7">
            <a:extLst>
              <a:ext uri="{FF2B5EF4-FFF2-40B4-BE49-F238E27FC236}">
                <a16:creationId xmlns:a16="http://schemas.microsoft.com/office/drawing/2014/main" id="{75943D54-404B-C94D-BE56-313466E1BEA9}"/>
              </a:ext>
            </a:extLst>
          </p:cNvPr>
          <p:cNvSpPr txBox="1"/>
          <p:nvPr/>
        </p:nvSpPr>
        <p:spPr>
          <a:xfrm>
            <a:off x="3195145" y="105103"/>
            <a:ext cx="3478924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CLASSEMENT FINAL / POINTS 2/2</a:t>
            </a:r>
          </a:p>
        </p:txBody>
      </p:sp>
    </p:spTree>
    <p:extLst>
      <p:ext uri="{BB962C8B-B14F-4D97-AF65-F5344CB8AC3E}">
        <p14:creationId xmlns:p14="http://schemas.microsoft.com/office/powerpoint/2010/main" val="33838324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1997</TotalTime>
  <Words>3983</Words>
  <Application>Microsoft Macintosh PowerPoint</Application>
  <PresentationFormat>Format A4 (210 x 297 mm)</PresentationFormat>
  <Paragraphs>918</Paragraphs>
  <Slides>16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16</vt:i4>
      </vt:variant>
    </vt:vector>
  </HeadingPairs>
  <TitlesOfParts>
    <vt:vector size="20" baseType="lpstr">
      <vt:lpstr>Arial</vt:lpstr>
      <vt:lpstr>Calibri</vt:lpstr>
      <vt:lpstr>Noto Sans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subject/>
  <dc:creator/>
  <cp:keywords/>
  <dc:description>generated using python-pptx</dc:description>
  <cp:lastModifiedBy>Rémi Di Francia</cp:lastModifiedBy>
  <cp:revision>75</cp:revision>
  <dcterms:created xsi:type="dcterms:W3CDTF">2013-01-27T09:14:16Z</dcterms:created>
  <dcterms:modified xsi:type="dcterms:W3CDTF">2026-06-26T13:19:50Z</dcterms:modified>
  <cp:category/>
</cp:coreProperties>
</file>