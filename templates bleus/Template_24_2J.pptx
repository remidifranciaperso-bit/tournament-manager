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80" r:id="rId2"/>
    <p:sldId id="284" r:id="rId3"/>
    <p:sldId id="285" r:id="rId4"/>
    <p:sldId id="281" r:id="rId5"/>
    <p:sldId id="282" r:id="rId6"/>
    <p:sldId id="283" r:id="rId7"/>
    <p:sldId id="279" r:id="rId8"/>
    <p:sldId id="286" r:id="rId9"/>
    <p:sldId id="287" r:id="rId10"/>
    <p:sldId id="275" r:id="rId11"/>
    <p:sldId id="288" r:id="rId12"/>
    <p:sldId id="262" r:id="rId13"/>
    <p:sldId id="290" r:id="rId14"/>
    <p:sldId id="291" r:id="rId15"/>
    <p:sldId id="292" r:id="rId16"/>
    <p:sldId id="293" r:id="rId17"/>
    <p:sldId id="289" r:id="rId18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 descr="Une image contenant balle de tennis, équipement sportif, balle, Sport de raquette&#10;&#10;Description générée automatiquement">
            <a:extLst>
              <a:ext uri="{FF2B5EF4-FFF2-40B4-BE49-F238E27FC236}">
                <a16:creationId xmlns:a16="http://schemas.microsoft.com/office/drawing/2014/main" id="{3BE362C0-ECF4-1B42-98AF-438577F0B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5597" y="-40878"/>
            <a:ext cx="10531222" cy="699677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64272530-0649-BD4A-A7D8-7C7792BB1E94}"/>
              </a:ext>
            </a:extLst>
          </p:cNvPr>
          <p:cNvSpPr txBox="1"/>
          <p:nvPr/>
        </p:nvSpPr>
        <p:spPr>
          <a:xfrm>
            <a:off x="2713126" y="380761"/>
            <a:ext cx="43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200" dirty="0">
                <a:solidFill>
                  <a:schemeClr val="bg1"/>
                </a:solidFill>
                <a:latin typeface="TSL Sans" pitchFamily="2" charset="0"/>
                <a:cs typeface="Oriya MN" pitchFamily="2" charset="0"/>
              </a:rPr>
              <a:t>{{LOGO}}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-425597" y="1566952"/>
            <a:ext cx="105312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03695CD-FDE4-F54B-8134-D0767A33B0A3}"/>
              </a:ext>
            </a:extLst>
          </p:cNvPr>
          <p:cNvSpPr txBox="1"/>
          <p:nvPr/>
        </p:nvSpPr>
        <p:spPr>
          <a:xfrm>
            <a:off x="1994338" y="5382572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{{NB_EQUIPES}}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D96DA86-9D71-1041-90D1-D256C10146A0}"/>
              </a:ext>
            </a:extLst>
          </p:cNvPr>
          <p:cNvSpPr txBox="1"/>
          <p:nvPr/>
        </p:nvSpPr>
        <p:spPr>
          <a:xfrm>
            <a:off x="1994338" y="4262590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84406B9-1400-604D-BCAD-81F49575497D}"/>
              </a:ext>
            </a:extLst>
          </p:cNvPr>
          <p:cNvSpPr txBox="1"/>
          <p:nvPr/>
        </p:nvSpPr>
        <p:spPr>
          <a:xfrm>
            <a:off x="1994338" y="4823648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{{HEURE}}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7C78276-0247-DB4D-9282-A024FA8B012B}"/>
              </a:ext>
            </a:extLst>
          </p:cNvPr>
          <p:cNvSpPr txBox="1"/>
          <p:nvPr/>
        </p:nvSpPr>
        <p:spPr>
          <a:xfrm>
            <a:off x="1994338" y="5941496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{{NB_TERRAINS}}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2296385" y="3132362"/>
            <a:ext cx="5087257" cy="0"/>
          </a:xfrm>
          <a:prstGeom prst="line">
            <a:avLst/>
          </a:prstGeom>
          <a:ln w="25400">
            <a:solidFill>
              <a:srgbClr val="FFF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881352" y="6688774"/>
            <a:ext cx="5917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err="1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8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8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8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100" dirty="0">
              <a:solidFill>
                <a:srgbClr val="FFFF00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771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au 154">
            <a:extLst>
              <a:ext uri="{FF2B5EF4-FFF2-40B4-BE49-F238E27FC236}">
                <a16:creationId xmlns:a16="http://schemas.microsoft.com/office/drawing/2014/main" id="{3A20A996-66AA-8749-88BD-781F6E973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353545"/>
              </p:ext>
            </p:extLst>
          </p:nvPr>
        </p:nvGraphicFramePr>
        <p:xfrm>
          <a:off x="176286" y="829887"/>
          <a:ext cx="955342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18956"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PAIRE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07789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Nom 1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1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Nom 2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2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Poids 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TS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{{PARTICIPANTS}}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7E27EE6-87C4-AC41-AB5B-32129656A246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033129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14" name="Tableau 154">
            <a:extLst>
              <a:ext uri="{FF2B5EF4-FFF2-40B4-BE49-F238E27FC236}">
                <a16:creationId xmlns:a16="http://schemas.microsoft.com/office/drawing/2014/main" id="{9AAB0331-425B-D24A-9A42-AFE074634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887790"/>
              </p:ext>
            </p:extLst>
          </p:nvPr>
        </p:nvGraphicFramePr>
        <p:xfrm>
          <a:off x="1203866" y="895642"/>
          <a:ext cx="749826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184038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18403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{{CONV_NOMS}}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{{CONV_HORAIRE}}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16" name="ZoneTexte 15">
            <a:extLst>
              <a:ext uri="{FF2B5EF4-FFF2-40B4-BE49-F238E27FC236}">
                <a16:creationId xmlns:a16="http://schemas.microsoft.com/office/drawing/2014/main" id="{69E3F15C-97CA-9E4B-8D41-8DBFC01A744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65931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1518334" y="5431356"/>
            <a:ext cx="2764190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{{P4_TERRAIN}}</a:t>
            </a:r>
          </a:p>
        </p:txBody>
      </p:sp>
      <p:sp>
        <p:nvSpPr>
          <p:cNvPr id="62" name="Rounded Rectangle 2">
            <a:extLst>
              <a:ext uri="{FF2B5EF4-FFF2-40B4-BE49-F238E27FC236}">
                <a16:creationId xmlns:a16="http://schemas.microsoft.com/office/drawing/2014/main" id="{4D79718C-7C1C-FD44-9EB7-46A559D04521}"/>
              </a:ext>
            </a:extLst>
          </p:cNvPr>
          <p:cNvSpPr/>
          <p:nvPr/>
        </p:nvSpPr>
        <p:spPr>
          <a:xfrm>
            <a:off x="1512000" y="54156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8" name="Rounded Rectangle 2">
            <a:extLst>
              <a:ext uri="{FF2B5EF4-FFF2-40B4-BE49-F238E27FC236}">
                <a16:creationId xmlns:a16="http://schemas.microsoft.com/office/drawing/2014/main" id="{4049022D-7225-A14E-BB67-CF88DC019EC4}"/>
              </a:ext>
            </a:extLst>
          </p:cNvPr>
          <p:cNvSpPr/>
          <p:nvPr/>
        </p:nvSpPr>
        <p:spPr>
          <a:xfrm>
            <a:off x="1517522" y="383366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1521590" y="3847463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{{P3_TERRAIN}}</a:t>
            </a:r>
          </a:p>
        </p:txBody>
      </p:sp>
      <p:sp>
        <p:nvSpPr>
          <p:cNvPr id="69" name="Rounded Rectangle 2">
            <a:extLst>
              <a:ext uri="{FF2B5EF4-FFF2-40B4-BE49-F238E27FC236}">
                <a16:creationId xmlns:a16="http://schemas.microsoft.com/office/drawing/2014/main" id="{9D7558A0-5F6F-304B-987A-728F4C6DA630}"/>
              </a:ext>
            </a:extLst>
          </p:cNvPr>
          <p:cNvSpPr/>
          <p:nvPr/>
        </p:nvSpPr>
        <p:spPr>
          <a:xfrm>
            <a:off x="1516944" y="225626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1521589" y="2271000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3" name="Rounded Rectangle 2">
            <a:extLst>
              <a:ext uri="{FF2B5EF4-FFF2-40B4-BE49-F238E27FC236}">
                <a16:creationId xmlns:a16="http://schemas.microsoft.com/office/drawing/2014/main" id="{CF24B87F-EB5A-6247-8B2F-F8C0ECDF1097}"/>
              </a:ext>
            </a:extLst>
          </p:cNvPr>
          <p:cNvSpPr/>
          <p:nvPr/>
        </p:nvSpPr>
        <p:spPr>
          <a:xfrm>
            <a:off x="1520377" y="68597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1536216" y="702185"/>
            <a:ext cx="27571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1536216" y="702185"/>
            <a:ext cx="10157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3168116" y="702185"/>
            <a:ext cx="11144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2668433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2583768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1522897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1541686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1541686" y="14642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1662338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1662338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1521589" y="2271000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3177243" y="2271000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2663869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2579204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1518333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1541686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1541686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1657774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1657774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1521589" y="3847463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3177243" y="3847463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2663869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2579204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1518333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1518333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1518333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1541686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1541686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1657774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1657774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1523510" y="5431356"/>
            <a:ext cx="10193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3176225" y="5431356"/>
            <a:ext cx="1108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2659305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2574640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1513769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1541686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1541686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1653210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1653210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6500BD04-4530-EA4E-A9B7-663A5A061B7A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3CAA8990-FA9F-A34D-84E3-842890DCD95F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 PRÉLIMINAIRE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62DFFD57-F003-7240-AA54-384EAAFDA669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A819C7F1-4EB4-5541-8E9D-CB11271F0169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90" name="ZoneTexte 189">
            <a:extLst>
              <a:ext uri="{FF2B5EF4-FFF2-40B4-BE49-F238E27FC236}">
                <a16:creationId xmlns:a16="http://schemas.microsoft.com/office/drawing/2014/main" id="{C59B1F1C-D1BF-7E47-8E74-C48638DF5337}"/>
              </a:ext>
            </a:extLst>
          </p:cNvPr>
          <p:cNvSpPr txBox="1"/>
          <p:nvPr/>
        </p:nvSpPr>
        <p:spPr>
          <a:xfrm>
            <a:off x="5539534" y="5426996"/>
            <a:ext cx="2764190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{{P4_TERRAIN}}</a:t>
            </a:r>
          </a:p>
        </p:txBody>
      </p:sp>
      <p:sp>
        <p:nvSpPr>
          <p:cNvPr id="191" name="Rounded Rectangle 2">
            <a:extLst>
              <a:ext uri="{FF2B5EF4-FFF2-40B4-BE49-F238E27FC236}">
                <a16:creationId xmlns:a16="http://schemas.microsoft.com/office/drawing/2014/main" id="{024A327D-73A7-1C48-B981-B29E82E216D7}"/>
              </a:ext>
            </a:extLst>
          </p:cNvPr>
          <p:cNvSpPr/>
          <p:nvPr/>
        </p:nvSpPr>
        <p:spPr>
          <a:xfrm>
            <a:off x="5533200" y="541124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92" name="Rounded Rectangle 2">
            <a:extLst>
              <a:ext uri="{FF2B5EF4-FFF2-40B4-BE49-F238E27FC236}">
                <a16:creationId xmlns:a16="http://schemas.microsoft.com/office/drawing/2014/main" id="{F9F46847-2D58-054C-B357-55300AB1B79D}"/>
              </a:ext>
            </a:extLst>
          </p:cNvPr>
          <p:cNvSpPr/>
          <p:nvPr/>
        </p:nvSpPr>
        <p:spPr>
          <a:xfrm>
            <a:off x="5538722" y="382930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93" name="ZoneTexte 192">
            <a:extLst>
              <a:ext uri="{FF2B5EF4-FFF2-40B4-BE49-F238E27FC236}">
                <a16:creationId xmlns:a16="http://schemas.microsoft.com/office/drawing/2014/main" id="{C2201DA2-F164-A840-9E9C-E757D26854AF}"/>
              </a:ext>
            </a:extLst>
          </p:cNvPr>
          <p:cNvSpPr txBox="1"/>
          <p:nvPr/>
        </p:nvSpPr>
        <p:spPr>
          <a:xfrm>
            <a:off x="5542790" y="3843103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{{P7_TERRAIN}}</a:t>
            </a:r>
          </a:p>
        </p:txBody>
      </p:sp>
      <p:sp>
        <p:nvSpPr>
          <p:cNvPr id="194" name="Rounded Rectangle 2">
            <a:extLst>
              <a:ext uri="{FF2B5EF4-FFF2-40B4-BE49-F238E27FC236}">
                <a16:creationId xmlns:a16="http://schemas.microsoft.com/office/drawing/2014/main" id="{40364DB4-24CA-AD40-AD14-9AADC95502E9}"/>
              </a:ext>
            </a:extLst>
          </p:cNvPr>
          <p:cNvSpPr/>
          <p:nvPr/>
        </p:nvSpPr>
        <p:spPr>
          <a:xfrm>
            <a:off x="5538144" y="225190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95" name="ZoneTexte 194">
            <a:extLst>
              <a:ext uri="{FF2B5EF4-FFF2-40B4-BE49-F238E27FC236}">
                <a16:creationId xmlns:a16="http://schemas.microsoft.com/office/drawing/2014/main" id="{C3384B29-612E-B547-B7D1-1ED10E72B119}"/>
              </a:ext>
            </a:extLst>
          </p:cNvPr>
          <p:cNvSpPr txBox="1"/>
          <p:nvPr/>
        </p:nvSpPr>
        <p:spPr>
          <a:xfrm>
            <a:off x="5542789" y="2266640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6" name="Rounded Rectangle 2">
            <a:extLst>
              <a:ext uri="{FF2B5EF4-FFF2-40B4-BE49-F238E27FC236}">
                <a16:creationId xmlns:a16="http://schemas.microsoft.com/office/drawing/2014/main" id="{B80D1CF9-E102-2446-B5DC-E5B1000A1F32}"/>
              </a:ext>
            </a:extLst>
          </p:cNvPr>
          <p:cNvSpPr/>
          <p:nvPr/>
        </p:nvSpPr>
        <p:spPr>
          <a:xfrm>
            <a:off x="5541577" y="68161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97" name="ZoneTexte 196">
            <a:extLst>
              <a:ext uri="{FF2B5EF4-FFF2-40B4-BE49-F238E27FC236}">
                <a16:creationId xmlns:a16="http://schemas.microsoft.com/office/drawing/2014/main" id="{7CEA1A3A-E6BD-6840-903E-21EF09472068}"/>
              </a:ext>
            </a:extLst>
          </p:cNvPr>
          <p:cNvSpPr txBox="1"/>
          <p:nvPr/>
        </p:nvSpPr>
        <p:spPr>
          <a:xfrm>
            <a:off x="5557416" y="697825"/>
            <a:ext cx="27571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{{P5_TERRAIN}}</a:t>
            </a:r>
          </a:p>
        </p:txBody>
      </p:sp>
      <p:sp>
        <p:nvSpPr>
          <p:cNvPr id="198" name="ZoneTexte 197">
            <a:extLst>
              <a:ext uri="{FF2B5EF4-FFF2-40B4-BE49-F238E27FC236}">
                <a16:creationId xmlns:a16="http://schemas.microsoft.com/office/drawing/2014/main" id="{D3CA806E-218E-4C4D-994A-A1977DADE467}"/>
              </a:ext>
            </a:extLst>
          </p:cNvPr>
          <p:cNvSpPr txBox="1"/>
          <p:nvPr/>
        </p:nvSpPr>
        <p:spPr>
          <a:xfrm>
            <a:off x="5557416" y="697825"/>
            <a:ext cx="10157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{{P5_CODE}}</a:t>
            </a:r>
          </a:p>
        </p:txBody>
      </p:sp>
      <p:sp>
        <p:nvSpPr>
          <p:cNvPr id="199" name="ZoneTexte 198">
            <a:extLst>
              <a:ext uri="{FF2B5EF4-FFF2-40B4-BE49-F238E27FC236}">
                <a16:creationId xmlns:a16="http://schemas.microsoft.com/office/drawing/2014/main" id="{09827038-CD58-2945-AC6C-5C62C10C9F74}"/>
              </a:ext>
            </a:extLst>
          </p:cNvPr>
          <p:cNvSpPr txBox="1"/>
          <p:nvPr/>
        </p:nvSpPr>
        <p:spPr>
          <a:xfrm>
            <a:off x="7189316" y="697825"/>
            <a:ext cx="11144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{{P5_HEURE}}</a:t>
            </a:r>
          </a:p>
        </p:txBody>
      </p:sp>
      <p:sp>
        <p:nvSpPr>
          <p:cNvPr id="200" name="ZoneTexte 199">
            <a:extLst>
              <a:ext uri="{FF2B5EF4-FFF2-40B4-BE49-F238E27FC236}">
                <a16:creationId xmlns:a16="http://schemas.microsoft.com/office/drawing/2014/main" id="{EF9C9623-79AD-8348-A832-6ECEFE11262D}"/>
              </a:ext>
            </a:extLst>
          </p:cNvPr>
          <p:cNvSpPr txBox="1"/>
          <p:nvPr/>
        </p:nvSpPr>
        <p:spPr>
          <a:xfrm>
            <a:off x="6689633" y="125021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01" name="ZoneTexte 200">
            <a:extLst>
              <a:ext uri="{FF2B5EF4-FFF2-40B4-BE49-F238E27FC236}">
                <a16:creationId xmlns:a16="http://schemas.microsoft.com/office/drawing/2014/main" id="{05DA5F95-AFEF-524E-AA4B-E87FEC7550E3}"/>
              </a:ext>
            </a:extLst>
          </p:cNvPr>
          <p:cNvSpPr txBox="1"/>
          <p:nvPr/>
        </p:nvSpPr>
        <p:spPr>
          <a:xfrm>
            <a:off x="6604968" y="177713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202" name="Groupe 201">
            <a:extLst>
              <a:ext uri="{FF2B5EF4-FFF2-40B4-BE49-F238E27FC236}">
                <a16:creationId xmlns:a16="http://schemas.microsoft.com/office/drawing/2014/main" id="{CE865354-5DE9-F148-B1E7-450C71B5D724}"/>
              </a:ext>
            </a:extLst>
          </p:cNvPr>
          <p:cNvGrpSpPr/>
          <p:nvPr/>
        </p:nvGrpSpPr>
        <p:grpSpPr>
          <a:xfrm>
            <a:off x="5544097" y="684466"/>
            <a:ext cx="2770524" cy="1354907"/>
            <a:chOff x="336470" y="583726"/>
            <a:chExt cx="2770524" cy="1354907"/>
          </a:xfrm>
        </p:grpSpPr>
        <p:sp>
          <p:nvSpPr>
            <p:cNvPr id="242" name="Rounded Rectangle 2">
              <a:extLst>
                <a:ext uri="{FF2B5EF4-FFF2-40B4-BE49-F238E27FC236}">
                  <a16:creationId xmlns:a16="http://schemas.microsoft.com/office/drawing/2014/main" id="{9DB51D55-7239-D94B-86EB-DD75178337B5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243" name="Connecteur droit 242">
              <a:extLst>
                <a:ext uri="{FF2B5EF4-FFF2-40B4-BE49-F238E27FC236}">
                  <a16:creationId xmlns:a16="http://schemas.microsoft.com/office/drawing/2014/main" id="{7D1B1203-CD3D-6143-A108-46205DCF3CC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cteur droit 243">
              <a:extLst>
                <a:ext uri="{FF2B5EF4-FFF2-40B4-BE49-F238E27FC236}">
                  <a16:creationId xmlns:a16="http://schemas.microsoft.com/office/drawing/2014/main" id="{29611C6B-8019-724A-A5D3-A133A06018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3" name="ZoneTexte 202">
            <a:extLst>
              <a:ext uri="{FF2B5EF4-FFF2-40B4-BE49-F238E27FC236}">
                <a16:creationId xmlns:a16="http://schemas.microsoft.com/office/drawing/2014/main" id="{AEA1BD57-AABD-1942-B7E1-F46809E9704A}"/>
              </a:ext>
            </a:extLst>
          </p:cNvPr>
          <p:cNvSpPr txBox="1"/>
          <p:nvPr/>
        </p:nvSpPr>
        <p:spPr>
          <a:xfrm>
            <a:off x="5562886" y="103627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{{P5_EQ1}}</a:t>
            </a:r>
          </a:p>
        </p:txBody>
      </p:sp>
      <p:sp>
        <p:nvSpPr>
          <p:cNvPr id="204" name="ZoneTexte 203">
            <a:extLst>
              <a:ext uri="{FF2B5EF4-FFF2-40B4-BE49-F238E27FC236}">
                <a16:creationId xmlns:a16="http://schemas.microsoft.com/office/drawing/2014/main" id="{309D065C-67AE-6E47-9F85-2F24FE8FFFA6}"/>
              </a:ext>
            </a:extLst>
          </p:cNvPr>
          <p:cNvSpPr txBox="1"/>
          <p:nvPr/>
        </p:nvSpPr>
        <p:spPr>
          <a:xfrm>
            <a:off x="5562886" y="145990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{{P5_EQ2}}</a:t>
            </a:r>
          </a:p>
        </p:txBody>
      </p:sp>
      <p:cxnSp>
        <p:nvCxnSpPr>
          <p:cNvPr id="205" name="Connecteur droit 204">
            <a:extLst>
              <a:ext uri="{FF2B5EF4-FFF2-40B4-BE49-F238E27FC236}">
                <a16:creationId xmlns:a16="http://schemas.microsoft.com/office/drawing/2014/main" id="{886E6D3B-E1F4-2746-B19D-F69AE9DC81FC}"/>
              </a:ext>
            </a:extLst>
          </p:cNvPr>
          <p:cNvCxnSpPr/>
          <p:nvPr/>
        </p:nvCxnSpPr>
        <p:spPr>
          <a:xfrm>
            <a:off x="5683538" y="125806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eur droit 205">
            <a:extLst>
              <a:ext uri="{FF2B5EF4-FFF2-40B4-BE49-F238E27FC236}">
                <a16:creationId xmlns:a16="http://schemas.microsoft.com/office/drawing/2014/main" id="{72B9266B-43D0-E647-9E63-9CD40FA0C41B}"/>
              </a:ext>
            </a:extLst>
          </p:cNvPr>
          <p:cNvCxnSpPr/>
          <p:nvPr/>
        </p:nvCxnSpPr>
        <p:spPr>
          <a:xfrm>
            <a:off x="5683538" y="16900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ZoneTexte 206">
            <a:extLst>
              <a:ext uri="{FF2B5EF4-FFF2-40B4-BE49-F238E27FC236}">
                <a16:creationId xmlns:a16="http://schemas.microsoft.com/office/drawing/2014/main" id="{3FF2B166-2669-2247-91BE-A37498441413}"/>
              </a:ext>
            </a:extLst>
          </p:cNvPr>
          <p:cNvSpPr txBox="1"/>
          <p:nvPr/>
        </p:nvSpPr>
        <p:spPr>
          <a:xfrm>
            <a:off x="5542789" y="2266640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{{P6_CODE}}</a:t>
            </a:r>
          </a:p>
        </p:txBody>
      </p:sp>
      <p:sp>
        <p:nvSpPr>
          <p:cNvPr id="208" name="ZoneTexte 207">
            <a:extLst>
              <a:ext uri="{FF2B5EF4-FFF2-40B4-BE49-F238E27FC236}">
                <a16:creationId xmlns:a16="http://schemas.microsoft.com/office/drawing/2014/main" id="{B474FB21-6B2D-8B44-9F78-1A21332244E3}"/>
              </a:ext>
            </a:extLst>
          </p:cNvPr>
          <p:cNvSpPr txBox="1"/>
          <p:nvPr/>
        </p:nvSpPr>
        <p:spPr>
          <a:xfrm>
            <a:off x="7198443" y="2266640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{{P6_HEURE}}</a:t>
            </a:r>
          </a:p>
        </p:txBody>
      </p:sp>
      <p:sp>
        <p:nvSpPr>
          <p:cNvPr id="209" name="ZoneTexte 208">
            <a:extLst>
              <a:ext uri="{FF2B5EF4-FFF2-40B4-BE49-F238E27FC236}">
                <a16:creationId xmlns:a16="http://schemas.microsoft.com/office/drawing/2014/main" id="{F009D77D-EDA4-4E40-AEAC-50457C0A0FEA}"/>
              </a:ext>
            </a:extLst>
          </p:cNvPr>
          <p:cNvSpPr txBox="1"/>
          <p:nvPr/>
        </p:nvSpPr>
        <p:spPr>
          <a:xfrm>
            <a:off x="6685069" y="281903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10" name="ZoneTexte 209">
            <a:extLst>
              <a:ext uri="{FF2B5EF4-FFF2-40B4-BE49-F238E27FC236}">
                <a16:creationId xmlns:a16="http://schemas.microsoft.com/office/drawing/2014/main" id="{F7FA00D9-DDCD-D74B-94A1-6951B3FA0E88}"/>
              </a:ext>
            </a:extLst>
          </p:cNvPr>
          <p:cNvSpPr txBox="1"/>
          <p:nvPr/>
        </p:nvSpPr>
        <p:spPr>
          <a:xfrm>
            <a:off x="6600404" y="334595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211" name="Groupe 210">
            <a:extLst>
              <a:ext uri="{FF2B5EF4-FFF2-40B4-BE49-F238E27FC236}">
                <a16:creationId xmlns:a16="http://schemas.microsoft.com/office/drawing/2014/main" id="{6401B12C-2FB1-B045-8B4E-EB222FC370D6}"/>
              </a:ext>
            </a:extLst>
          </p:cNvPr>
          <p:cNvGrpSpPr/>
          <p:nvPr/>
        </p:nvGrpSpPr>
        <p:grpSpPr>
          <a:xfrm>
            <a:off x="5539533" y="2253281"/>
            <a:ext cx="2770524" cy="1354907"/>
            <a:chOff x="336470" y="583726"/>
            <a:chExt cx="2770524" cy="1354907"/>
          </a:xfrm>
        </p:grpSpPr>
        <p:sp>
          <p:nvSpPr>
            <p:cNvPr id="239" name="Rounded Rectangle 2">
              <a:extLst>
                <a:ext uri="{FF2B5EF4-FFF2-40B4-BE49-F238E27FC236}">
                  <a16:creationId xmlns:a16="http://schemas.microsoft.com/office/drawing/2014/main" id="{01AC59E0-A05F-1245-A06E-904B404EF9CD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240" name="Connecteur droit 239">
              <a:extLst>
                <a:ext uri="{FF2B5EF4-FFF2-40B4-BE49-F238E27FC236}">
                  <a16:creationId xmlns:a16="http://schemas.microsoft.com/office/drawing/2014/main" id="{87088054-B4BD-7C4B-9102-F5F47773E46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cteur droit 240">
              <a:extLst>
                <a:ext uri="{FF2B5EF4-FFF2-40B4-BE49-F238E27FC236}">
                  <a16:creationId xmlns:a16="http://schemas.microsoft.com/office/drawing/2014/main" id="{5382A3E0-A523-D34B-918A-2C366CAC570E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ZoneTexte 211">
            <a:extLst>
              <a:ext uri="{FF2B5EF4-FFF2-40B4-BE49-F238E27FC236}">
                <a16:creationId xmlns:a16="http://schemas.microsoft.com/office/drawing/2014/main" id="{9642CD55-AED2-6E45-8849-AAD66E44E5A5}"/>
              </a:ext>
            </a:extLst>
          </p:cNvPr>
          <p:cNvSpPr txBox="1"/>
          <p:nvPr/>
        </p:nvSpPr>
        <p:spPr>
          <a:xfrm>
            <a:off x="5562886" y="260508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{{P6_EQ1}}</a:t>
            </a:r>
          </a:p>
        </p:txBody>
      </p:sp>
      <p:sp>
        <p:nvSpPr>
          <p:cNvPr id="213" name="ZoneTexte 212">
            <a:extLst>
              <a:ext uri="{FF2B5EF4-FFF2-40B4-BE49-F238E27FC236}">
                <a16:creationId xmlns:a16="http://schemas.microsoft.com/office/drawing/2014/main" id="{76A8704E-20B9-A344-BD9E-3B443FE4136B}"/>
              </a:ext>
            </a:extLst>
          </p:cNvPr>
          <p:cNvSpPr txBox="1"/>
          <p:nvPr/>
        </p:nvSpPr>
        <p:spPr>
          <a:xfrm>
            <a:off x="5562886" y="302871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{{P6_EQ2}}</a:t>
            </a:r>
          </a:p>
        </p:txBody>
      </p:sp>
      <p:cxnSp>
        <p:nvCxnSpPr>
          <p:cNvPr id="214" name="Connecteur droit 213">
            <a:extLst>
              <a:ext uri="{FF2B5EF4-FFF2-40B4-BE49-F238E27FC236}">
                <a16:creationId xmlns:a16="http://schemas.microsoft.com/office/drawing/2014/main" id="{D5F50B08-B4AD-7D49-AE4E-41E863BCF4EB}"/>
              </a:ext>
            </a:extLst>
          </p:cNvPr>
          <p:cNvCxnSpPr/>
          <p:nvPr/>
        </p:nvCxnSpPr>
        <p:spPr>
          <a:xfrm>
            <a:off x="5678974" y="28268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eur droit 214">
            <a:extLst>
              <a:ext uri="{FF2B5EF4-FFF2-40B4-BE49-F238E27FC236}">
                <a16:creationId xmlns:a16="http://schemas.microsoft.com/office/drawing/2014/main" id="{BE450154-5133-D54A-B7FF-DAC64A854F0D}"/>
              </a:ext>
            </a:extLst>
          </p:cNvPr>
          <p:cNvCxnSpPr/>
          <p:nvPr/>
        </p:nvCxnSpPr>
        <p:spPr>
          <a:xfrm>
            <a:off x="5678974" y="325890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ZoneTexte 215">
            <a:extLst>
              <a:ext uri="{FF2B5EF4-FFF2-40B4-BE49-F238E27FC236}">
                <a16:creationId xmlns:a16="http://schemas.microsoft.com/office/drawing/2014/main" id="{FCCBE593-6342-4D4E-9C81-F67112E564A7}"/>
              </a:ext>
            </a:extLst>
          </p:cNvPr>
          <p:cNvSpPr txBox="1"/>
          <p:nvPr/>
        </p:nvSpPr>
        <p:spPr>
          <a:xfrm>
            <a:off x="5542789" y="3843103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{{P7_CODE}}</a:t>
            </a:r>
          </a:p>
        </p:txBody>
      </p:sp>
      <p:sp>
        <p:nvSpPr>
          <p:cNvPr id="217" name="ZoneTexte 216">
            <a:extLst>
              <a:ext uri="{FF2B5EF4-FFF2-40B4-BE49-F238E27FC236}">
                <a16:creationId xmlns:a16="http://schemas.microsoft.com/office/drawing/2014/main" id="{182261C1-BBAB-F641-9612-C35BEE42C3D9}"/>
              </a:ext>
            </a:extLst>
          </p:cNvPr>
          <p:cNvSpPr txBox="1"/>
          <p:nvPr/>
        </p:nvSpPr>
        <p:spPr>
          <a:xfrm>
            <a:off x="7198443" y="3843103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{{P7_HEURE}}</a:t>
            </a:r>
          </a:p>
        </p:txBody>
      </p:sp>
      <p:sp>
        <p:nvSpPr>
          <p:cNvPr id="218" name="ZoneTexte 217">
            <a:extLst>
              <a:ext uri="{FF2B5EF4-FFF2-40B4-BE49-F238E27FC236}">
                <a16:creationId xmlns:a16="http://schemas.microsoft.com/office/drawing/2014/main" id="{B267FBAE-7809-8540-B8BE-14B324AA7325}"/>
              </a:ext>
            </a:extLst>
          </p:cNvPr>
          <p:cNvSpPr txBox="1"/>
          <p:nvPr/>
        </p:nvSpPr>
        <p:spPr>
          <a:xfrm>
            <a:off x="6685069" y="439549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19" name="ZoneTexte 218">
            <a:extLst>
              <a:ext uri="{FF2B5EF4-FFF2-40B4-BE49-F238E27FC236}">
                <a16:creationId xmlns:a16="http://schemas.microsoft.com/office/drawing/2014/main" id="{E251FD5A-4AF6-9D4B-8877-AF6E0EDC11D6}"/>
              </a:ext>
            </a:extLst>
          </p:cNvPr>
          <p:cNvSpPr txBox="1"/>
          <p:nvPr/>
        </p:nvSpPr>
        <p:spPr>
          <a:xfrm>
            <a:off x="6600404" y="492241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220" name="Rounded Rectangle 2">
            <a:extLst>
              <a:ext uri="{FF2B5EF4-FFF2-40B4-BE49-F238E27FC236}">
                <a16:creationId xmlns:a16="http://schemas.microsoft.com/office/drawing/2014/main" id="{07A1FF31-44C2-5744-A7AF-95A0A8A313C8}"/>
              </a:ext>
            </a:extLst>
          </p:cNvPr>
          <p:cNvSpPr/>
          <p:nvPr/>
        </p:nvSpPr>
        <p:spPr>
          <a:xfrm>
            <a:off x="5539533" y="382974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221" name="Connecteur droit 220">
            <a:extLst>
              <a:ext uri="{FF2B5EF4-FFF2-40B4-BE49-F238E27FC236}">
                <a16:creationId xmlns:a16="http://schemas.microsoft.com/office/drawing/2014/main" id="{5B74BA0F-3DFE-CB42-815D-2F5293C21F89}"/>
              </a:ext>
            </a:extLst>
          </p:cNvPr>
          <p:cNvCxnSpPr>
            <a:cxnSpLocks/>
          </p:cNvCxnSpPr>
          <p:nvPr/>
        </p:nvCxnSpPr>
        <p:spPr>
          <a:xfrm>
            <a:off x="5539533" y="409241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eur droit 221">
            <a:extLst>
              <a:ext uri="{FF2B5EF4-FFF2-40B4-BE49-F238E27FC236}">
                <a16:creationId xmlns:a16="http://schemas.microsoft.com/office/drawing/2014/main" id="{E43BBC2B-DA7F-0E43-9408-F2A73D039B83}"/>
              </a:ext>
            </a:extLst>
          </p:cNvPr>
          <p:cNvCxnSpPr>
            <a:cxnSpLocks/>
          </p:cNvCxnSpPr>
          <p:nvPr/>
        </p:nvCxnSpPr>
        <p:spPr>
          <a:xfrm>
            <a:off x="5539533" y="492655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ZoneTexte 222">
            <a:extLst>
              <a:ext uri="{FF2B5EF4-FFF2-40B4-BE49-F238E27FC236}">
                <a16:creationId xmlns:a16="http://schemas.microsoft.com/office/drawing/2014/main" id="{DD069C16-58F8-4946-A820-9A5A8C9AA745}"/>
              </a:ext>
            </a:extLst>
          </p:cNvPr>
          <p:cNvSpPr txBox="1"/>
          <p:nvPr/>
        </p:nvSpPr>
        <p:spPr>
          <a:xfrm>
            <a:off x="5562886" y="418155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{{P7_EQ1}}</a:t>
            </a:r>
          </a:p>
        </p:txBody>
      </p:sp>
      <p:sp>
        <p:nvSpPr>
          <p:cNvPr id="224" name="ZoneTexte 223">
            <a:extLst>
              <a:ext uri="{FF2B5EF4-FFF2-40B4-BE49-F238E27FC236}">
                <a16:creationId xmlns:a16="http://schemas.microsoft.com/office/drawing/2014/main" id="{5A178EA6-E348-C640-8ACE-36B8C4425DEB}"/>
              </a:ext>
            </a:extLst>
          </p:cNvPr>
          <p:cNvSpPr txBox="1"/>
          <p:nvPr/>
        </p:nvSpPr>
        <p:spPr>
          <a:xfrm>
            <a:off x="5562886" y="460517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{{P7_EQ2}}</a:t>
            </a:r>
          </a:p>
        </p:txBody>
      </p:sp>
      <p:cxnSp>
        <p:nvCxnSpPr>
          <p:cNvPr id="225" name="Connecteur droit 224">
            <a:extLst>
              <a:ext uri="{FF2B5EF4-FFF2-40B4-BE49-F238E27FC236}">
                <a16:creationId xmlns:a16="http://schemas.microsoft.com/office/drawing/2014/main" id="{DA350EF7-D99C-AD46-AC0C-94824583E9BD}"/>
              </a:ext>
            </a:extLst>
          </p:cNvPr>
          <p:cNvCxnSpPr/>
          <p:nvPr/>
        </p:nvCxnSpPr>
        <p:spPr>
          <a:xfrm>
            <a:off x="5678974" y="440334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eur droit 225">
            <a:extLst>
              <a:ext uri="{FF2B5EF4-FFF2-40B4-BE49-F238E27FC236}">
                <a16:creationId xmlns:a16="http://schemas.microsoft.com/office/drawing/2014/main" id="{C6A62C53-DB8E-7740-AF4E-DE16FE30DF16}"/>
              </a:ext>
            </a:extLst>
          </p:cNvPr>
          <p:cNvCxnSpPr/>
          <p:nvPr/>
        </p:nvCxnSpPr>
        <p:spPr>
          <a:xfrm>
            <a:off x="5678974" y="483537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ZoneTexte 226">
            <a:extLst>
              <a:ext uri="{FF2B5EF4-FFF2-40B4-BE49-F238E27FC236}">
                <a16:creationId xmlns:a16="http://schemas.microsoft.com/office/drawing/2014/main" id="{C9E800BF-1F79-F748-928C-02D3C6D5213A}"/>
              </a:ext>
            </a:extLst>
          </p:cNvPr>
          <p:cNvSpPr txBox="1"/>
          <p:nvPr/>
        </p:nvSpPr>
        <p:spPr>
          <a:xfrm>
            <a:off x="5544710" y="5426996"/>
            <a:ext cx="10193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{{P8_CODE}}</a:t>
            </a:r>
          </a:p>
        </p:txBody>
      </p:sp>
      <p:sp>
        <p:nvSpPr>
          <p:cNvPr id="228" name="ZoneTexte 227">
            <a:extLst>
              <a:ext uri="{FF2B5EF4-FFF2-40B4-BE49-F238E27FC236}">
                <a16:creationId xmlns:a16="http://schemas.microsoft.com/office/drawing/2014/main" id="{3181D137-A2DA-554C-9601-4D53C74DA7A2}"/>
              </a:ext>
            </a:extLst>
          </p:cNvPr>
          <p:cNvSpPr txBox="1"/>
          <p:nvPr/>
        </p:nvSpPr>
        <p:spPr>
          <a:xfrm>
            <a:off x="7197425" y="5426996"/>
            <a:ext cx="1108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{{P8_HEURE}}</a:t>
            </a:r>
          </a:p>
        </p:txBody>
      </p:sp>
      <p:sp>
        <p:nvSpPr>
          <p:cNvPr id="229" name="ZoneTexte 228">
            <a:extLst>
              <a:ext uri="{FF2B5EF4-FFF2-40B4-BE49-F238E27FC236}">
                <a16:creationId xmlns:a16="http://schemas.microsoft.com/office/drawing/2014/main" id="{2A083BDE-FFEB-9D4C-A0EC-8206E03F5E70}"/>
              </a:ext>
            </a:extLst>
          </p:cNvPr>
          <p:cNvSpPr txBox="1"/>
          <p:nvPr/>
        </p:nvSpPr>
        <p:spPr>
          <a:xfrm>
            <a:off x="6680505" y="597938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30" name="ZoneTexte 229">
            <a:extLst>
              <a:ext uri="{FF2B5EF4-FFF2-40B4-BE49-F238E27FC236}">
                <a16:creationId xmlns:a16="http://schemas.microsoft.com/office/drawing/2014/main" id="{F2B597AF-2E1D-594F-AAE2-26C93EA81577}"/>
              </a:ext>
            </a:extLst>
          </p:cNvPr>
          <p:cNvSpPr txBox="1"/>
          <p:nvPr/>
        </p:nvSpPr>
        <p:spPr>
          <a:xfrm>
            <a:off x="6595840" y="650631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231" name="Groupe 230">
            <a:extLst>
              <a:ext uri="{FF2B5EF4-FFF2-40B4-BE49-F238E27FC236}">
                <a16:creationId xmlns:a16="http://schemas.microsoft.com/office/drawing/2014/main" id="{92A5EF6F-6B48-654B-9B93-BA94912BAB75}"/>
              </a:ext>
            </a:extLst>
          </p:cNvPr>
          <p:cNvGrpSpPr/>
          <p:nvPr/>
        </p:nvGrpSpPr>
        <p:grpSpPr>
          <a:xfrm>
            <a:off x="5534969" y="5413637"/>
            <a:ext cx="2770524" cy="1354907"/>
            <a:chOff x="336470" y="583726"/>
            <a:chExt cx="2770524" cy="1354907"/>
          </a:xfrm>
        </p:grpSpPr>
        <p:sp>
          <p:nvSpPr>
            <p:cNvPr id="236" name="Rounded Rectangle 2">
              <a:extLst>
                <a:ext uri="{FF2B5EF4-FFF2-40B4-BE49-F238E27FC236}">
                  <a16:creationId xmlns:a16="http://schemas.microsoft.com/office/drawing/2014/main" id="{37A2D8A3-EC6E-554B-B025-E61CFE22EE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237" name="Connecteur droit 236">
              <a:extLst>
                <a:ext uri="{FF2B5EF4-FFF2-40B4-BE49-F238E27FC236}">
                  <a16:creationId xmlns:a16="http://schemas.microsoft.com/office/drawing/2014/main" id="{58FC269A-1915-E64D-B3A7-31111BD5C98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cteur droit 237">
              <a:extLst>
                <a:ext uri="{FF2B5EF4-FFF2-40B4-BE49-F238E27FC236}">
                  <a16:creationId xmlns:a16="http://schemas.microsoft.com/office/drawing/2014/main" id="{BC75BC58-32C8-FF4E-9434-3F4D6FBDE34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2" name="ZoneTexte 231">
            <a:extLst>
              <a:ext uri="{FF2B5EF4-FFF2-40B4-BE49-F238E27FC236}">
                <a16:creationId xmlns:a16="http://schemas.microsoft.com/office/drawing/2014/main" id="{5ADE7855-0BA7-8A48-93F3-EB10A28C86AB}"/>
              </a:ext>
            </a:extLst>
          </p:cNvPr>
          <p:cNvSpPr txBox="1"/>
          <p:nvPr/>
        </p:nvSpPr>
        <p:spPr>
          <a:xfrm>
            <a:off x="5562886" y="576544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{{P8_EQ1}}</a:t>
            </a:r>
          </a:p>
        </p:txBody>
      </p:sp>
      <p:sp>
        <p:nvSpPr>
          <p:cNvPr id="233" name="ZoneTexte 232">
            <a:extLst>
              <a:ext uri="{FF2B5EF4-FFF2-40B4-BE49-F238E27FC236}">
                <a16:creationId xmlns:a16="http://schemas.microsoft.com/office/drawing/2014/main" id="{20F4111F-61FD-BD47-90FF-51364EE9C748}"/>
              </a:ext>
            </a:extLst>
          </p:cNvPr>
          <p:cNvSpPr txBox="1"/>
          <p:nvPr/>
        </p:nvSpPr>
        <p:spPr>
          <a:xfrm>
            <a:off x="5562886" y="618907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{{P8_EQ2}}</a:t>
            </a:r>
          </a:p>
        </p:txBody>
      </p:sp>
      <p:cxnSp>
        <p:nvCxnSpPr>
          <p:cNvPr id="234" name="Connecteur droit 233">
            <a:extLst>
              <a:ext uri="{FF2B5EF4-FFF2-40B4-BE49-F238E27FC236}">
                <a16:creationId xmlns:a16="http://schemas.microsoft.com/office/drawing/2014/main" id="{03A749A6-B169-4F4C-8798-EAEA1256C55A}"/>
              </a:ext>
            </a:extLst>
          </p:cNvPr>
          <p:cNvCxnSpPr/>
          <p:nvPr/>
        </p:nvCxnSpPr>
        <p:spPr>
          <a:xfrm>
            <a:off x="5674410" y="598723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eur droit 234">
            <a:extLst>
              <a:ext uri="{FF2B5EF4-FFF2-40B4-BE49-F238E27FC236}">
                <a16:creationId xmlns:a16="http://schemas.microsoft.com/office/drawing/2014/main" id="{7057FB2B-02AD-F04E-8926-D798848F2A57}"/>
              </a:ext>
            </a:extLst>
          </p:cNvPr>
          <p:cNvCxnSpPr/>
          <p:nvPr/>
        </p:nvCxnSpPr>
        <p:spPr>
          <a:xfrm>
            <a:off x="5674410" y="641926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" name="ZoneTexte 300">
            <a:extLst>
              <a:ext uri="{FF2B5EF4-FFF2-40B4-BE49-F238E27FC236}">
                <a16:creationId xmlns:a16="http://schemas.microsoft.com/office/drawing/2014/main" id="{F31CFB3F-2DFC-0945-9650-78A0F411281E}"/>
              </a:ext>
            </a:extLst>
          </p:cNvPr>
          <p:cNvSpPr txBox="1"/>
          <p:nvPr/>
        </p:nvSpPr>
        <p:spPr>
          <a:xfrm>
            <a:off x="1519075" y="5434943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{{P4_TERRAIN}}</a:t>
            </a:r>
          </a:p>
        </p:txBody>
      </p:sp>
      <p:sp>
        <p:nvSpPr>
          <p:cNvPr id="303" name="ZoneTexte 302">
            <a:extLst>
              <a:ext uri="{FF2B5EF4-FFF2-40B4-BE49-F238E27FC236}">
                <a16:creationId xmlns:a16="http://schemas.microsoft.com/office/drawing/2014/main" id="{94F1D820-8C69-7442-AE25-BCE98CC13AFD}"/>
              </a:ext>
            </a:extLst>
          </p:cNvPr>
          <p:cNvSpPr txBox="1"/>
          <p:nvPr/>
        </p:nvSpPr>
        <p:spPr>
          <a:xfrm>
            <a:off x="5543496" y="5429323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{{P8_TERRAIN}}</a:t>
            </a:r>
          </a:p>
        </p:txBody>
      </p:sp>
    </p:spTree>
    <p:extLst>
      <p:ext uri="{BB962C8B-B14F-4D97-AF65-F5344CB8AC3E}">
        <p14:creationId xmlns:p14="http://schemas.microsoft.com/office/powerpoint/2010/main" val="3347996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ounded Rectangle 2">
            <a:extLst>
              <a:ext uri="{FF2B5EF4-FFF2-40B4-BE49-F238E27FC236}">
                <a16:creationId xmlns:a16="http://schemas.microsoft.com/office/drawing/2014/main" id="{710BB4D9-EAC3-ED4E-9DD0-B6331558BA9D}"/>
              </a:ext>
            </a:extLst>
          </p:cNvPr>
          <p:cNvSpPr/>
          <p:nvPr/>
        </p:nvSpPr>
        <p:spPr>
          <a:xfrm>
            <a:off x="6834244" y="528642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1" name="Rounded Rectangle 2">
            <a:extLst>
              <a:ext uri="{FF2B5EF4-FFF2-40B4-BE49-F238E27FC236}">
                <a16:creationId xmlns:a16="http://schemas.microsoft.com/office/drawing/2014/main" id="{D12134FA-D26C-144C-A14B-99A7659CB296}"/>
              </a:ext>
            </a:extLst>
          </p:cNvPr>
          <p:cNvSpPr/>
          <p:nvPr/>
        </p:nvSpPr>
        <p:spPr>
          <a:xfrm>
            <a:off x="3560751" y="458079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4" name="Rounded Rectangle 2">
            <a:extLst>
              <a:ext uri="{FF2B5EF4-FFF2-40B4-BE49-F238E27FC236}">
                <a16:creationId xmlns:a16="http://schemas.microsoft.com/office/drawing/2014/main" id="{877A799A-D27B-1A42-9BD7-75C6E2E46F58}"/>
              </a:ext>
            </a:extLst>
          </p:cNvPr>
          <p:cNvSpPr/>
          <p:nvPr/>
        </p:nvSpPr>
        <p:spPr>
          <a:xfrm>
            <a:off x="6824916" y="30509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2" name="Rounded Rectangle 2">
            <a:extLst>
              <a:ext uri="{FF2B5EF4-FFF2-40B4-BE49-F238E27FC236}">
                <a16:creationId xmlns:a16="http://schemas.microsoft.com/office/drawing/2014/main" id="{471ADDD3-926F-974F-B0EF-C01E0CC69EB6}"/>
              </a:ext>
            </a:extLst>
          </p:cNvPr>
          <p:cNvSpPr/>
          <p:nvPr/>
        </p:nvSpPr>
        <p:spPr>
          <a:xfrm>
            <a:off x="3560750" y="142963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4249" y="5300551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8201" y="3063383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6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612" y="1446132"/>
            <a:ext cx="27796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159" name="Rounded Rectangle 2">
            <a:extLst>
              <a:ext uri="{FF2B5EF4-FFF2-40B4-BE49-F238E27FC236}">
                <a16:creationId xmlns:a16="http://schemas.microsoft.com/office/drawing/2014/main" id="{FDF80FD5-6A2F-1A44-84B4-F2FD9CD739D3}"/>
              </a:ext>
            </a:extLst>
          </p:cNvPr>
          <p:cNvSpPr/>
          <p:nvPr/>
        </p:nvSpPr>
        <p:spPr>
          <a:xfrm>
            <a:off x="329484" y="383351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8" name="Rounded Rectangle 2">
            <a:extLst>
              <a:ext uri="{FF2B5EF4-FFF2-40B4-BE49-F238E27FC236}">
                <a16:creationId xmlns:a16="http://schemas.microsoft.com/office/drawing/2014/main" id="{584582A1-F19D-1B42-8732-2B4B3C739BB0}"/>
              </a:ext>
            </a:extLst>
          </p:cNvPr>
          <p:cNvSpPr/>
          <p:nvPr/>
        </p:nvSpPr>
        <p:spPr>
          <a:xfrm>
            <a:off x="329484" y="225864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0" name="Rounded Rectangle 2">
            <a:extLst>
              <a:ext uri="{FF2B5EF4-FFF2-40B4-BE49-F238E27FC236}">
                <a16:creationId xmlns:a16="http://schemas.microsoft.com/office/drawing/2014/main" id="{4DE882FA-BE96-6B4A-BF36-4DFBD92E8BD2}"/>
              </a:ext>
            </a:extLst>
          </p:cNvPr>
          <p:cNvSpPr/>
          <p:nvPr/>
        </p:nvSpPr>
        <p:spPr>
          <a:xfrm>
            <a:off x="324923" y="541673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7" name="Rounded Rectangle 2">
            <a:extLst>
              <a:ext uri="{FF2B5EF4-FFF2-40B4-BE49-F238E27FC236}">
                <a16:creationId xmlns:a16="http://schemas.microsoft.com/office/drawing/2014/main" id="{10E15BB4-066B-5245-8AA9-38153C09FEE8}"/>
              </a:ext>
            </a:extLst>
          </p:cNvPr>
          <p:cNvSpPr/>
          <p:nvPr/>
        </p:nvSpPr>
        <p:spPr>
          <a:xfrm>
            <a:off x="335167" y="68717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60299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600" y="3847463"/>
            <a:ext cx="2756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1" y="2271000"/>
            <a:ext cx="27568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27342" y="702185"/>
            <a:ext cx="277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1364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88091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6045"/>
            <a:ext cx="2736000" cy="24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80800" y="1464261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{{WIN_P1}}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05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895869" y="2271000"/>
            <a:ext cx="1206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80800" y="3033076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81688" y="3847463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280800" y="4609539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{{WIN_P3}}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895869" y="5431356"/>
            <a:ext cx="12019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280800" y="6193432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{{WIN_P4}}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5896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96532" cy="3046488"/>
            <a:chOff x="6333698" y="2051381"/>
            <a:chExt cx="49653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5200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300551"/>
            <a:ext cx="1037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77115" y="5300551"/>
            <a:ext cx="11276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069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93648" y="3063383"/>
            <a:ext cx="11996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90ADDFC9-68B3-8A49-B1C4-09DBFE7CDDC1}"/>
              </a:ext>
            </a:extLst>
          </p:cNvPr>
          <p:cNvCxnSpPr>
            <a:cxnSpLocks/>
          </p:cNvCxnSpPr>
          <p:nvPr/>
        </p:nvCxnSpPr>
        <p:spPr>
          <a:xfrm>
            <a:off x="8161200" y="4411513"/>
            <a:ext cx="0" cy="882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4C476156-034F-8749-96E0-EB1D8CE98313}"/>
              </a:ext>
            </a:extLst>
          </p:cNvPr>
          <p:cNvCxnSpPr>
            <a:cxnSpLocks/>
          </p:cNvCxnSpPr>
          <p:nvPr/>
        </p:nvCxnSpPr>
        <p:spPr>
          <a:xfrm flipV="1">
            <a:off x="8161200" y="6642099"/>
            <a:ext cx="0" cy="216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27B9E77-9183-264A-B3CB-F0447273F623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803E8B64-5A09-8F46-ADE6-DAFF9B614B0E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32346571-6150-F540-9B81-CFFEBCF4D4AF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63" name="ZoneTexte 162">
            <a:extLst>
              <a:ext uri="{FF2B5EF4-FFF2-40B4-BE49-F238E27FC236}">
                <a16:creationId xmlns:a16="http://schemas.microsoft.com/office/drawing/2014/main" id="{79796AF0-46A3-A448-A976-FCBF26C44760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6" name="ZoneTexte 165">
            <a:extLst>
              <a:ext uri="{FF2B5EF4-FFF2-40B4-BE49-F238E27FC236}">
                <a16:creationId xmlns:a16="http://schemas.microsoft.com/office/drawing/2014/main" id="{9685A432-5ED6-A04B-9F3C-CFE3EE2A5B1C}"/>
              </a:ext>
            </a:extLst>
          </p:cNvPr>
          <p:cNvSpPr txBox="1"/>
          <p:nvPr/>
        </p:nvSpPr>
        <p:spPr>
          <a:xfrm>
            <a:off x="7144077" y="4815238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1-2</a:t>
            </a:r>
          </a:p>
        </p:txBody>
      </p:sp>
    </p:spTree>
    <p:extLst>
      <p:ext uri="{BB962C8B-B14F-4D97-AF65-F5344CB8AC3E}">
        <p14:creationId xmlns:p14="http://schemas.microsoft.com/office/powerpoint/2010/main" val="4034781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ounded Rectangle 2">
            <a:extLst>
              <a:ext uri="{FF2B5EF4-FFF2-40B4-BE49-F238E27FC236}">
                <a16:creationId xmlns:a16="http://schemas.microsoft.com/office/drawing/2014/main" id="{51A79124-D721-3646-B607-3AE57AD63688}"/>
              </a:ext>
            </a:extLst>
          </p:cNvPr>
          <p:cNvSpPr/>
          <p:nvPr/>
        </p:nvSpPr>
        <p:spPr>
          <a:xfrm>
            <a:off x="332976" y="334280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4" name="Rounded Rectangle 2">
            <a:extLst>
              <a:ext uri="{FF2B5EF4-FFF2-40B4-BE49-F238E27FC236}">
                <a16:creationId xmlns:a16="http://schemas.microsoft.com/office/drawing/2014/main" id="{C010C2E0-25B6-4C44-9967-265563552BA7}"/>
              </a:ext>
            </a:extLst>
          </p:cNvPr>
          <p:cNvSpPr/>
          <p:nvPr/>
        </p:nvSpPr>
        <p:spPr>
          <a:xfrm>
            <a:off x="327342" y="492556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4941486"/>
            <a:ext cx="2770523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599" y="3357593"/>
            <a:ext cx="2756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{{H7_TERRAIN}}</a:t>
            </a:r>
          </a:p>
        </p:txBody>
      </p:sp>
      <p:sp>
        <p:nvSpPr>
          <p:cNvPr id="139" name="Rounded Rectangle 2">
            <a:extLst>
              <a:ext uri="{FF2B5EF4-FFF2-40B4-BE49-F238E27FC236}">
                <a16:creationId xmlns:a16="http://schemas.microsoft.com/office/drawing/2014/main" id="{85FFB306-37CA-594B-A5D5-A0FA09A122AF}"/>
              </a:ext>
            </a:extLst>
          </p:cNvPr>
          <p:cNvSpPr/>
          <p:nvPr/>
        </p:nvSpPr>
        <p:spPr>
          <a:xfrm>
            <a:off x="329484" y="176645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5599" y="1781130"/>
            <a:ext cx="27477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8" name="Rounded Rectangle 2">
            <a:extLst>
              <a:ext uri="{FF2B5EF4-FFF2-40B4-BE49-F238E27FC236}">
                <a16:creationId xmlns:a16="http://schemas.microsoft.com/office/drawing/2014/main" id="{7C23C49C-1178-5E4F-A902-B5D4929C88EA}"/>
              </a:ext>
            </a:extLst>
          </p:cNvPr>
          <p:cNvSpPr/>
          <p:nvPr/>
        </p:nvSpPr>
        <p:spPr>
          <a:xfrm>
            <a:off x="336470" y="19944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5599" y="212315"/>
            <a:ext cx="2752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{{H5_TERRAIN}}</a:t>
            </a:r>
          </a:p>
        </p:txBody>
      </p:sp>
      <p:sp>
        <p:nvSpPr>
          <p:cNvPr id="134" name="Rounded Rectangle 2">
            <a:extLst>
              <a:ext uri="{FF2B5EF4-FFF2-40B4-BE49-F238E27FC236}">
                <a16:creationId xmlns:a16="http://schemas.microsoft.com/office/drawing/2014/main" id="{BCCF675B-127D-9943-8709-0670B12D64BD}"/>
              </a:ext>
            </a:extLst>
          </p:cNvPr>
          <p:cNvSpPr/>
          <p:nvPr/>
        </p:nvSpPr>
        <p:spPr>
          <a:xfrm>
            <a:off x="3558612" y="4086426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601" y="4099785"/>
            <a:ext cx="27660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5" name="Rounded Rectangle 2">
            <a:extLst>
              <a:ext uri="{FF2B5EF4-FFF2-40B4-BE49-F238E27FC236}">
                <a16:creationId xmlns:a16="http://schemas.microsoft.com/office/drawing/2014/main" id="{CC1C45E8-913D-3449-98FE-33BB8332BC65}"/>
              </a:ext>
            </a:extLst>
          </p:cNvPr>
          <p:cNvSpPr/>
          <p:nvPr/>
        </p:nvSpPr>
        <p:spPr>
          <a:xfrm>
            <a:off x="3563173" y="94640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956262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133" name="Rounded Rectangle 2">
            <a:extLst>
              <a:ext uri="{FF2B5EF4-FFF2-40B4-BE49-F238E27FC236}">
                <a16:creationId xmlns:a16="http://schemas.microsoft.com/office/drawing/2014/main" id="{83DDE776-535E-E445-B7FA-170652B0E906}"/>
              </a:ext>
            </a:extLst>
          </p:cNvPr>
          <p:cNvSpPr/>
          <p:nvPr/>
        </p:nvSpPr>
        <p:spPr>
          <a:xfrm>
            <a:off x="6821462" y="256111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4249" y="2573513"/>
            <a:ext cx="2759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2" name="Rounded Rectangle 2">
            <a:extLst>
              <a:ext uri="{FF2B5EF4-FFF2-40B4-BE49-F238E27FC236}">
                <a16:creationId xmlns:a16="http://schemas.microsoft.com/office/drawing/2014/main" id="{24746EC4-EABC-3247-BF74-D358BAB46950}"/>
              </a:ext>
            </a:extLst>
          </p:cNvPr>
          <p:cNvSpPr/>
          <p:nvPr/>
        </p:nvSpPr>
        <p:spPr>
          <a:xfrm>
            <a:off x="6834244" y="528228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3" y="5297796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599" y="212315"/>
            <a:ext cx="10199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{{H5_CODE}}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872533" y="212315"/>
            <a:ext cx="1230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{{H5_HEURE}}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76470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29162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19895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280800" y="550762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{{WIN_P5}}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97439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77255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20458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87640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44904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87640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62253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1781130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{{H6_CODE}}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0209" y="1781130"/>
            <a:ext cx="11222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{{H6_HEURE}}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33352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286044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76777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280800" y="2119577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{{WIN_P6}}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254320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34137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7733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357593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{{H7_CODE}}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872532" y="3357593"/>
            <a:ext cx="1229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{{H7_HEURE}}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390998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43690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34423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60690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44104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80800" y="3707438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{{WIN_P7}}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11966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391783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34986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02540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59804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02540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77152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4941486"/>
            <a:ext cx="10107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{{H8_CODE}}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71540" y="4941486"/>
            <a:ext cx="11263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{{H8_HEURE}}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4938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0208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492812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80800" y="5279933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{{WIN_P8}}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57035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5017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59337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95626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95626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50865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03557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94290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698051" y="129470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{{WIN_H5}}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698051" y="171833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51650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19485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09978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09978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6521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1790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08642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34910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18323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4382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48618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6600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0920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72509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77158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72509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7200" y="3241431"/>
            <a:ext cx="25200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297796"/>
            <a:ext cx="103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6703" y="5297796"/>
            <a:ext cx="11080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018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711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4437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6243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59872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5803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006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2573513"/>
            <a:ext cx="10262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513223" y="2573513"/>
            <a:ext cx="1080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12590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65282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56015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291196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Q3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33558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13375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5657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78C47B13-87DA-A148-B71C-CED01D171CDC}"/>
              </a:ext>
            </a:extLst>
          </p:cNvPr>
          <p:cNvCxnSpPr>
            <a:cxnSpLocks/>
          </p:cNvCxnSpPr>
          <p:nvPr/>
        </p:nvCxnSpPr>
        <p:spPr>
          <a:xfrm flipV="1">
            <a:off x="8161200" y="0"/>
            <a:ext cx="0" cy="2556000"/>
          </a:xfrm>
          <a:prstGeom prst="line">
            <a:avLst/>
          </a:prstGeom>
          <a:ln w="9525">
            <a:solidFill>
              <a:schemeClr val="tx1"/>
            </a:solidFill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ZoneTexte 122">
            <a:extLst>
              <a:ext uri="{FF2B5EF4-FFF2-40B4-BE49-F238E27FC236}">
                <a16:creationId xmlns:a16="http://schemas.microsoft.com/office/drawing/2014/main" id="{4748A93C-8EDD-D547-B5E0-E18AB67A836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E322C657-E9E2-BA47-ABE7-4D2A442C8EB9}"/>
              </a:ext>
            </a:extLst>
          </p:cNvPr>
          <p:cNvSpPr txBox="1"/>
          <p:nvPr/>
        </p:nvSpPr>
        <p:spPr>
          <a:xfrm>
            <a:off x="6500313" y="4743042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3-4</a:t>
            </a:r>
          </a:p>
        </p:txBody>
      </p:sp>
    </p:spTree>
    <p:extLst>
      <p:ext uri="{BB962C8B-B14F-4D97-AF65-F5344CB8AC3E}">
        <p14:creationId xmlns:p14="http://schemas.microsoft.com/office/powerpoint/2010/main" val="2055861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ounded Rectangle 2">
            <a:extLst>
              <a:ext uri="{FF2B5EF4-FFF2-40B4-BE49-F238E27FC236}">
                <a16:creationId xmlns:a16="http://schemas.microsoft.com/office/drawing/2014/main" id="{09E25820-F75D-F44E-8354-F6B818527754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9" name="Rounded Rectangle 2">
            <a:extLst>
              <a:ext uri="{FF2B5EF4-FFF2-40B4-BE49-F238E27FC236}">
                <a16:creationId xmlns:a16="http://schemas.microsoft.com/office/drawing/2014/main" id="{82803C54-773B-4349-B14E-6F98BBB79F99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B87ADA1F-E13A-5241-889E-9FD829CAD728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71C495D7-526B-3B41-9395-A5783FC816DC}"/>
              </a:ext>
            </a:extLst>
          </p:cNvPr>
          <p:cNvSpPr/>
          <p:nvPr/>
        </p:nvSpPr>
        <p:spPr>
          <a:xfrm>
            <a:off x="3563555" y="14305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7440224" y="3063383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28655" y="3077888"/>
            <a:ext cx="2730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1000" y="1446132"/>
            <a:ext cx="1284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95123" y="1446132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7926" y="4589655"/>
            <a:ext cx="12777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20313" y="3077888"/>
            <a:ext cx="1133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80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80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7718" y="3063383"/>
            <a:ext cx="1151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42883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1482" y="5261780"/>
            <a:ext cx="259200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5156" y="2215654"/>
            <a:ext cx="259200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A84E38A-3BAD-884B-A8A8-696CA264571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C135C7C7-731C-7F4B-822A-C3FA8C062AD4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ADC64303-1D3D-FA40-A5F2-67D4E0EFD56F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EE2E1D41-10E2-2C4B-9158-BD7E6864398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2A70166-F55B-4848-9344-FE83F2D197F0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86753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ounded Rectangle 2">
            <a:extLst>
              <a:ext uri="{FF2B5EF4-FFF2-40B4-BE49-F238E27FC236}">
                <a16:creationId xmlns:a16="http://schemas.microsoft.com/office/drawing/2014/main" id="{06CFD2EC-67BE-EC4E-B342-DC0402D7B0F6}"/>
              </a:ext>
            </a:extLst>
          </p:cNvPr>
          <p:cNvSpPr/>
          <p:nvPr/>
        </p:nvSpPr>
        <p:spPr>
          <a:xfrm>
            <a:off x="329484" y="383351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6" name="Rounded Rectangle 2">
            <a:extLst>
              <a:ext uri="{FF2B5EF4-FFF2-40B4-BE49-F238E27FC236}">
                <a16:creationId xmlns:a16="http://schemas.microsoft.com/office/drawing/2014/main" id="{5FA13620-536A-C04E-ACA1-FC55793EE686}"/>
              </a:ext>
            </a:extLst>
          </p:cNvPr>
          <p:cNvSpPr/>
          <p:nvPr/>
        </p:nvSpPr>
        <p:spPr>
          <a:xfrm>
            <a:off x="329484" y="225864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7" name="Rounded Rectangle 2">
            <a:extLst>
              <a:ext uri="{FF2B5EF4-FFF2-40B4-BE49-F238E27FC236}">
                <a16:creationId xmlns:a16="http://schemas.microsoft.com/office/drawing/2014/main" id="{F16AC139-9AAA-3543-8591-476EE32C1D35}"/>
              </a:ext>
            </a:extLst>
          </p:cNvPr>
          <p:cNvSpPr/>
          <p:nvPr/>
        </p:nvSpPr>
        <p:spPr>
          <a:xfrm>
            <a:off x="324923" y="541673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9" name="Rounded Rectangle 2">
            <a:extLst>
              <a:ext uri="{FF2B5EF4-FFF2-40B4-BE49-F238E27FC236}">
                <a16:creationId xmlns:a16="http://schemas.microsoft.com/office/drawing/2014/main" id="{34E078CC-F3E5-A54C-A7D4-ED90BD0DDD8B}"/>
              </a:ext>
            </a:extLst>
          </p:cNvPr>
          <p:cNvSpPr/>
          <p:nvPr/>
        </p:nvSpPr>
        <p:spPr>
          <a:xfrm>
            <a:off x="6834244" y="528642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70" name="Rounded Rectangle 2">
            <a:extLst>
              <a:ext uri="{FF2B5EF4-FFF2-40B4-BE49-F238E27FC236}">
                <a16:creationId xmlns:a16="http://schemas.microsoft.com/office/drawing/2014/main" id="{8569EFB1-7C68-914E-B6DF-03BD4C4C0387}"/>
              </a:ext>
            </a:extLst>
          </p:cNvPr>
          <p:cNvSpPr/>
          <p:nvPr/>
        </p:nvSpPr>
        <p:spPr>
          <a:xfrm>
            <a:off x="6824916" y="30509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71" name="Rounded Rectangle 2">
            <a:extLst>
              <a:ext uri="{FF2B5EF4-FFF2-40B4-BE49-F238E27FC236}">
                <a16:creationId xmlns:a16="http://schemas.microsoft.com/office/drawing/2014/main" id="{7656C7C3-1232-2342-B024-1C42594A1D61}"/>
              </a:ext>
            </a:extLst>
          </p:cNvPr>
          <p:cNvSpPr/>
          <p:nvPr/>
        </p:nvSpPr>
        <p:spPr>
          <a:xfrm>
            <a:off x="3560750" y="142963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72" name="Rounded Rectangle 2">
            <a:extLst>
              <a:ext uri="{FF2B5EF4-FFF2-40B4-BE49-F238E27FC236}">
                <a16:creationId xmlns:a16="http://schemas.microsoft.com/office/drawing/2014/main" id="{A403F163-CE9E-DB47-8673-6F60D44293C3}"/>
              </a:ext>
            </a:extLst>
          </p:cNvPr>
          <p:cNvSpPr/>
          <p:nvPr/>
        </p:nvSpPr>
        <p:spPr>
          <a:xfrm>
            <a:off x="3560751" y="458079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3204" y="2271000"/>
            <a:ext cx="13413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687637" y="2271000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{{C9_16_2_HEURE}}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3204" y="3847463"/>
            <a:ext cx="13894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687637" y="384746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{{C9_16_3_HEURE}}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5218" y="5431356"/>
            <a:ext cx="13524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{{C9_16_4_CODE}}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4" y="1446132"/>
            <a:ext cx="13458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4" y="4589655"/>
            <a:ext cx="13544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10338" y="4589655"/>
            <a:ext cx="14233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42124" y="5300551"/>
            <a:ext cx="12846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31496" y="5300551"/>
            <a:ext cx="1373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  <a:p>
            <a:pPr algn="r"/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30646" y="3063383"/>
            <a:ext cx="12279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01963" y="3063383"/>
            <a:ext cx="12913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5869" y="2271000"/>
            <a:ext cx="27574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5868" y="3847463"/>
            <a:ext cx="2766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{{C9_16_3_TERRAIN}}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22778" y="5431356"/>
            <a:ext cx="27739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674504" y="5431356"/>
            <a:ext cx="14233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4616" y="1446132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3172" y="4589655"/>
            <a:ext cx="27796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29686" y="5300551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0645" y="3063383"/>
            <a:ext cx="27626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8" name="Rounded Rectangle 2">
            <a:extLst>
              <a:ext uri="{FF2B5EF4-FFF2-40B4-BE49-F238E27FC236}">
                <a16:creationId xmlns:a16="http://schemas.microsoft.com/office/drawing/2014/main" id="{97963696-68DE-5441-81C1-86086DF74933}"/>
              </a:ext>
            </a:extLst>
          </p:cNvPr>
          <p:cNvSpPr/>
          <p:nvPr/>
        </p:nvSpPr>
        <p:spPr>
          <a:xfrm>
            <a:off x="335167" y="68717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4348" y="702185"/>
            <a:ext cx="13783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92803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{{C9_16_1_HEURE}}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5869" y="702185"/>
            <a:ext cx="2770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{{C9_16_1_TERRAIN}}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024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024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2400" y="309725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24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024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96532" cy="3046488"/>
            <a:chOff x="6333698" y="2051381"/>
            <a:chExt cx="49653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5200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E0E74F4-EDC9-8148-877B-706DAA072CF5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3130CD66-F177-484A-930A-FEF348DC5F46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6CEF3A86-D8E6-FB4A-BA52-409D4D3554A8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BA1A741D-850A-9B4F-AE42-A0C98906B3B1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BE354FF4-53C8-6748-AFD7-B682D18921A2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173" name="ZoneTexte 172">
            <a:extLst>
              <a:ext uri="{FF2B5EF4-FFF2-40B4-BE49-F238E27FC236}">
                <a16:creationId xmlns:a16="http://schemas.microsoft.com/office/drawing/2014/main" id="{8C60F54D-32CF-1044-A8EC-987B013E348B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  <p:sp>
        <p:nvSpPr>
          <p:cNvPr id="174" name="ZoneTexte 173">
            <a:extLst>
              <a:ext uri="{FF2B5EF4-FFF2-40B4-BE49-F238E27FC236}">
                <a16:creationId xmlns:a16="http://schemas.microsoft.com/office/drawing/2014/main" id="{8B31BD2B-B1CF-0844-B9E8-36E1834AE6A7}"/>
              </a:ext>
            </a:extLst>
          </p:cNvPr>
          <p:cNvSpPr txBox="1"/>
          <p:nvPr/>
        </p:nvSpPr>
        <p:spPr>
          <a:xfrm>
            <a:off x="6500313" y="4743042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</p:spTree>
    <p:extLst>
      <p:ext uri="{BB962C8B-B14F-4D97-AF65-F5344CB8AC3E}">
        <p14:creationId xmlns:p14="http://schemas.microsoft.com/office/powerpoint/2010/main" val="4113579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74D9DE45-2062-C94C-A159-D46E9D5CF6FC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10343" y="3077888"/>
            <a:ext cx="13726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{{C15_16_HEURE}}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8" name="Rounded Rectangle 2">
            <a:extLst>
              <a:ext uri="{FF2B5EF4-FFF2-40B4-BE49-F238E27FC236}">
                <a16:creationId xmlns:a16="http://schemas.microsoft.com/office/drawing/2014/main" id="{07021F60-780A-3241-A29E-31F946F15349}"/>
              </a:ext>
            </a:extLst>
          </p:cNvPr>
          <p:cNvSpPr/>
          <p:nvPr/>
        </p:nvSpPr>
        <p:spPr>
          <a:xfrm>
            <a:off x="3563555" y="143739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3" y="1446132"/>
            <a:ext cx="1461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9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C84F6DD4-2EBF-FD4A-944E-A1CD4F197FB2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9" name="Rounded Rectangle 2">
            <a:extLst>
              <a:ext uri="{FF2B5EF4-FFF2-40B4-BE49-F238E27FC236}">
                <a16:creationId xmlns:a16="http://schemas.microsoft.com/office/drawing/2014/main" id="{256A5753-6B8D-2F44-951F-299D986E0101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41715" y="1446132"/>
            <a:ext cx="14919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{{C13_16_1_HEURE}}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3" y="4589655"/>
            <a:ext cx="1461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{{C13_16_2_CODE}}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787" y="3077888"/>
            <a:ext cx="12912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{{C15_16_CODE}}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8119" y="3063383"/>
            <a:ext cx="1291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{{C13_14_CODE}}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95657" y="3063383"/>
            <a:ext cx="13816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{{C13_14_HEURE}}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3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41715" y="4589655"/>
            <a:ext cx="14919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{{C13_16_2_HEURE}}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1" y="3063383"/>
            <a:ext cx="2777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{{WIN_C13_16_1}}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C13_16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D005783D-ACD3-8A4E-B44F-81D010B4CB60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C85C5887-5148-4E40-8666-E964DA5915B7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13-16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1ADC9B02-6860-F241-842A-84FD4F211CC9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A498FBCA-D418-CA49-A8C6-69F680B0DDE2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0F549DE6-A450-7547-98BA-45EB1AEF3113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205FB11A-6906-DD4B-94B3-EE8190B7D022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15-16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2CEF717E-0EDC-1445-9C42-6F9F2973DCDF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13-14</a:t>
            </a:r>
          </a:p>
        </p:txBody>
      </p:sp>
    </p:spTree>
    <p:extLst>
      <p:ext uri="{BB962C8B-B14F-4D97-AF65-F5344CB8AC3E}">
        <p14:creationId xmlns:p14="http://schemas.microsoft.com/office/powerpoint/2010/main" val="3325590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ounded Rectangle 2">
            <a:extLst>
              <a:ext uri="{FF2B5EF4-FFF2-40B4-BE49-F238E27FC236}">
                <a16:creationId xmlns:a16="http://schemas.microsoft.com/office/drawing/2014/main" id="{DA4FDCC6-CCBC-734D-BB84-F92631583EE0}"/>
              </a:ext>
            </a:extLst>
          </p:cNvPr>
          <p:cNvSpPr/>
          <p:nvPr/>
        </p:nvSpPr>
        <p:spPr>
          <a:xfrm>
            <a:off x="6834244" y="528642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670" y="5300551"/>
            <a:ext cx="12910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{{C19_20_CODE}}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12348" y="5300551"/>
            <a:ext cx="13924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{{C19_20_HEURE}}</a:t>
            </a:r>
          </a:p>
          <a:p>
            <a:pPr algn="r"/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29685" y="5300551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7" name="Rounded Rectangle 2">
            <a:extLst>
              <a:ext uri="{FF2B5EF4-FFF2-40B4-BE49-F238E27FC236}">
                <a16:creationId xmlns:a16="http://schemas.microsoft.com/office/drawing/2014/main" id="{EBE5145B-91A5-C147-BB3F-94DCBABE9419}"/>
              </a:ext>
            </a:extLst>
          </p:cNvPr>
          <p:cNvSpPr/>
          <p:nvPr/>
        </p:nvSpPr>
        <p:spPr>
          <a:xfrm>
            <a:off x="6824916" y="30509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0" y="3063383"/>
            <a:ext cx="12867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{{C17_18_CODE}}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212348" y="3063383"/>
            <a:ext cx="1380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{{C17_18_HEURE}}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2764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9" name="Rounded Rectangle 2">
            <a:extLst>
              <a:ext uri="{FF2B5EF4-FFF2-40B4-BE49-F238E27FC236}">
                <a16:creationId xmlns:a16="http://schemas.microsoft.com/office/drawing/2014/main" id="{68D8BED8-1CA8-0841-8808-EBD7A771EC35}"/>
              </a:ext>
            </a:extLst>
          </p:cNvPr>
          <p:cNvSpPr/>
          <p:nvPr/>
        </p:nvSpPr>
        <p:spPr>
          <a:xfrm>
            <a:off x="3560751" y="458079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589655"/>
            <a:ext cx="14525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{{C17_20_2_CODE}}</a:t>
            </a:r>
          </a:p>
          <a:p>
            <a:pPr algn="ctr"/>
            <a:endParaRPr lang="fr-FR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22167" y="4589655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{{C17_20_2_HEURE}}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8" name="Rounded Rectangle 2">
            <a:extLst>
              <a:ext uri="{FF2B5EF4-FFF2-40B4-BE49-F238E27FC236}">
                <a16:creationId xmlns:a16="http://schemas.microsoft.com/office/drawing/2014/main" id="{ED0FB867-9DE1-A640-8895-32B827F7DDF6}"/>
              </a:ext>
            </a:extLst>
          </p:cNvPr>
          <p:cNvSpPr/>
          <p:nvPr/>
        </p:nvSpPr>
        <p:spPr>
          <a:xfrm>
            <a:off x="3560750" y="142963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1446132"/>
            <a:ext cx="1436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22166" y="1446132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{{C17_20_1_HEURE}}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{{C17_20_1_TERRAIN}}</a:t>
            </a:r>
          </a:p>
        </p:txBody>
      </p:sp>
      <p:sp>
        <p:nvSpPr>
          <p:cNvPr id="164" name="Rounded Rectangle 2">
            <a:extLst>
              <a:ext uri="{FF2B5EF4-FFF2-40B4-BE49-F238E27FC236}">
                <a16:creationId xmlns:a16="http://schemas.microsoft.com/office/drawing/2014/main" id="{A8214737-55E2-0A48-8E1E-66D51D84108A}"/>
              </a:ext>
            </a:extLst>
          </p:cNvPr>
          <p:cNvSpPr/>
          <p:nvPr/>
        </p:nvSpPr>
        <p:spPr>
          <a:xfrm>
            <a:off x="324923" y="541673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6" y="5431356"/>
            <a:ext cx="1452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{{C17_24_4_CODE}}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570009" y="5431356"/>
            <a:ext cx="15278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{{C17_24_4_HEURE}}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{{C17_24_4_TERRAIN}}</a:t>
            </a:r>
          </a:p>
        </p:txBody>
      </p:sp>
      <p:sp>
        <p:nvSpPr>
          <p:cNvPr id="162" name="Rounded Rectangle 2">
            <a:extLst>
              <a:ext uri="{FF2B5EF4-FFF2-40B4-BE49-F238E27FC236}">
                <a16:creationId xmlns:a16="http://schemas.microsoft.com/office/drawing/2014/main" id="{4DEBA49E-7A7D-194D-8BFB-A296EA42400C}"/>
              </a:ext>
            </a:extLst>
          </p:cNvPr>
          <p:cNvSpPr/>
          <p:nvPr/>
        </p:nvSpPr>
        <p:spPr>
          <a:xfrm>
            <a:off x="329484" y="383351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570009" y="3847463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{{C17_24_3_HEURE}}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2209" y="3847463"/>
            <a:ext cx="27510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{{C17_24_3_TERRAIN}}</a:t>
            </a:r>
          </a:p>
        </p:txBody>
      </p:sp>
      <p:sp>
        <p:nvSpPr>
          <p:cNvPr id="163" name="Rounded Rectangle 2">
            <a:extLst>
              <a:ext uri="{FF2B5EF4-FFF2-40B4-BE49-F238E27FC236}">
                <a16:creationId xmlns:a16="http://schemas.microsoft.com/office/drawing/2014/main" id="{6F343BC7-2ECF-7348-820F-ECD2AFD1804D}"/>
              </a:ext>
            </a:extLst>
          </p:cNvPr>
          <p:cNvSpPr/>
          <p:nvPr/>
        </p:nvSpPr>
        <p:spPr>
          <a:xfrm>
            <a:off x="329484" y="225864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8" y="2271000"/>
            <a:ext cx="1448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{{C17_24_2_CODE}}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570009" y="2271000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{{C17_24_2_HEURE}}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56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5" name="Rounded Rectangle 2">
            <a:extLst>
              <a:ext uri="{FF2B5EF4-FFF2-40B4-BE49-F238E27FC236}">
                <a16:creationId xmlns:a16="http://schemas.microsoft.com/office/drawing/2014/main" id="{BD965681-0D2C-DD4A-8AD5-2BDB5B579472}"/>
              </a:ext>
            </a:extLst>
          </p:cNvPr>
          <p:cNvSpPr/>
          <p:nvPr/>
        </p:nvSpPr>
        <p:spPr>
          <a:xfrm>
            <a:off x="335167" y="68717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570009" y="702185"/>
            <a:ext cx="15349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{{C17_24_1_HEURE}}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2208" y="702185"/>
            <a:ext cx="27556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{{C17_24_1_TERRAIN}}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8" y="702185"/>
            <a:ext cx="1521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{{C17_24_1_CODE}}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2988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{{LOSE_P1}}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988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{{LOSE_P2}}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2988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{{LOSE_P3}}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988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{{LOSE_P4}}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39" y="3847463"/>
            <a:ext cx="1448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{{C17_24_3_CODE}}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988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{{LOSE_P5}}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2988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{{LOSE_P6}}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988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{{LOSE_P7}}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2988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{{LOSE_P8}}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{{LOSE_C17_20_1}}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{{LOSE_C17_20_2}}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{{WIN_C17_20_1}}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{{WIN_C17_20_2}}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ectangle 156">
            <a:extLst>
              <a:ext uri="{FF2B5EF4-FFF2-40B4-BE49-F238E27FC236}">
                <a16:creationId xmlns:a16="http://schemas.microsoft.com/office/drawing/2014/main" id="{3046A8A2-7781-CC4F-9425-37BC3A3ABCE5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8" name="ZoneTexte 157">
            <a:extLst>
              <a:ext uri="{FF2B5EF4-FFF2-40B4-BE49-F238E27FC236}">
                <a16:creationId xmlns:a16="http://schemas.microsoft.com/office/drawing/2014/main" id="{8553ED93-1BC2-1A47-9DDB-5B06751A20A7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17-20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9" name="ZoneTexte 158">
            <a:extLst>
              <a:ext uri="{FF2B5EF4-FFF2-40B4-BE49-F238E27FC236}">
                <a16:creationId xmlns:a16="http://schemas.microsoft.com/office/drawing/2014/main" id="{9000CC0F-0FA8-9D40-856E-F7FEF923C448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A396F5EE-B1DF-9349-9A14-865E6099E03F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61" name="ZoneTexte 160">
            <a:extLst>
              <a:ext uri="{FF2B5EF4-FFF2-40B4-BE49-F238E27FC236}">
                <a16:creationId xmlns:a16="http://schemas.microsoft.com/office/drawing/2014/main" id="{8C358A54-84A5-BB41-9BF0-B17B80C9CD5E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170" name="ZoneTexte 169">
            <a:extLst>
              <a:ext uri="{FF2B5EF4-FFF2-40B4-BE49-F238E27FC236}">
                <a16:creationId xmlns:a16="http://schemas.microsoft.com/office/drawing/2014/main" id="{274EC5EC-1A22-1C47-812A-BE685C76195A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17-18</a:t>
            </a:r>
          </a:p>
        </p:txBody>
      </p:sp>
      <p:sp>
        <p:nvSpPr>
          <p:cNvPr id="171" name="ZoneTexte 170">
            <a:extLst>
              <a:ext uri="{FF2B5EF4-FFF2-40B4-BE49-F238E27FC236}">
                <a16:creationId xmlns:a16="http://schemas.microsoft.com/office/drawing/2014/main" id="{EF60369E-5704-EA49-9A0F-433C25786590}"/>
              </a:ext>
            </a:extLst>
          </p:cNvPr>
          <p:cNvSpPr txBox="1"/>
          <p:nvPr/>
        </p:nvSpPr>
        <p:spPr>
          <a:xfrm>
            <a:off x="6500313" y="4743042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19-20</a:t>
            </a:r>
          </a:p>
        </p:txBody>
      </p:sp>
    </p:spTree>
    <p:extLst>
      <p:ext uri="{BB962C8B-B14F-4D97-AF65-F5344CB8AC3E}">
        <p14:creationId xmlns:p14="http://schemas.microsoft.com/office/powerpoint/2010/main" val="2464619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B3D68174-D5B7-E64A-A2B6-52E54FC82BDE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C1331A9E-3019-2E44-84AA-E146FF409D45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8" name="Rounded Rectangle 2">
            <a:extLst>
              <a:ext uri="{FF2B5EF4-FFF2-40B4-BE49-F238E27FC236}">
                <a16:creationId xmlns:a16="http://schemas.microsoft.com/office/drawing/2014/main" id="{E1BF21B4-A1FB-CD49-AAE4-968EF68496B4}"/>
              </a:ext>
            </a:extLst>
          </p:cNvPr>
          <p:cNvSpPr/>
          <p:nvPr/>
        </p:nvSpPr>
        <p:spPr>
          <a:xfrm>
            <a:off x="3563555" y="143739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9" name="Rounded Rectangle 2">
            <a:extLst>
              <a:ext uri="{FF2B5EF4-FFF2-40B4-BE49-F238E27FC236}">
                <a16:creationId xmlns:a16="http://schemas.microsoft.com/office/drawing/2014/main" id="{B76F088F-CC59-8243-AF07-41D6F78E9AB3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2" y="1446132"/>
            <a:ext cx="14548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{{C17_20_1_CODE}}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3" y="4589655"/>
            <a:ext cx="14548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21980" y="4589655"/>
            <a:ext cx="15117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{{C17_20_2_HEURE}}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787" y="3077888"/>
            <a:ext cx="12912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{{C19_20_CODE}}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8119" y="3063383"/>
            <a:ext cx="1291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{{C17_18_CODE}}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95657" y="3063383"/>
            <a:ext cx="13816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{{C17_18_HEURE}}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9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21980" y="1446132"/>
            <a:ext cx="15117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{{C17_20_1_HEURE}}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3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67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10343" y="3077888"/>
            <a:ext cx="13726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{{C19_20_HEURE}}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7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{{LOSE_C17_20_1}}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{{LOSE_C17_20_2}}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{{WIN_C17_20_1}}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C17_20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19048565-D151-2A40-BF93-C70A247B2FC9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6AB77A35-1139-D442-BDA4-D8C0CBDC4D3E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21-24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3E3D6533-66AE-FD4A-BE3F-553CAC9334C2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95573BA9-3877-794C-AAFB-41F81BF8B576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F0A171FE-DA96-F14E-A582-17FE952E3291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42917BF4-80BA-B246-9493-5920EEFE332D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23-24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6BD5DF96-BCE9-AB42-848F-E8A6DC49CB01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21-22</a:t>
            </a:r>
          </a:p>
        </p:txBody>
      </p:sp>
    </p:spTree>
    <p:extLst>
      <p:ext uri="{BB962C8B-B14F-4D97-AF65-F5344CB8AC3E}">
        <p14:creationId xmlns:p14="http://schemas.microsoft.com/office/powerpoint/2010/main" val="123172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542104"/>
              </p:ext>
            </p:extLst>
          </p:nvPr>
        </p:nvGraphicFramePr>
        <p:xfrm>
          <a:off x="154982" y="808734"/>
          <a:ext cx="9608952" cy="54801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653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{{PL4_CODE}}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{{PL4_EQ1}}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{{PL4_EQ2}}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{{PL5_CODE}}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{{PL5_HEURE}}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{{PL5_TERRAIN}}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{{PL5_EQ1}}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{{PL5_EQ2}}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{{PL6_CODE}}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{{PL6_HEURE}}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{{PL6_TERRAIN}}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{{PL6_EQ1}}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{{PL6_EQ2}}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{{PL7_CODE}}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{{PL7_HEURE}}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{{PL7_TERRAIN}}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{{PL7_EQ1}}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{{PL7_EQ2}}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{{PL8_CODE}}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{{PL8_</a:t>
                      </a: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HEURE</a:t>
                      </a:r>
                      <a:r>
                        <a:rPr lang="fr-FR" sz="1000" dirty="0">
                          <a:latin typeface="TSL Sans" pitchFamily="2" charset="0"/>
                        </a:rPr>
                        <a:t>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{{PL8_TERRAIN}}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{{PL8_EQ1}}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{{PL8_EQ2}}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{{PL9_CODE}}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{{PL9_HEURE}}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{{PL9_TERRAIN}}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{{PL9_EQ1}}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{{PL9_EQ2}}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{{PL10_CODE}}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{{PL10_HEURE}}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{{PL10_TERRAIN}}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{{PL10_EQ1}}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{{PL10_EQ2}}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{{PL11_CODE}}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{{PL11_HEURE}}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{{PL11_TERRAIN}}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{{PL11_EQ1}}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{{PL11_EQ2}}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{{PL12_CODE}}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{{PL12_HEURE}}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{{PL12_TERRAIN}}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{{PL12_EQ1}}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{{PL12_EQ2}}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{{PL13_CODE}}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{{PL13_HEURE}}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{{PL13_TERRAIN}}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{{PL13_EQ1}}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{{PL13_EQ2}}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{{PL14_CODE}}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{{PL14_HEURE}}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{{PL14_TERRAIN}}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{{PL14_EQ1}}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{{PL14_EQ2}}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22B2846-4211-C44C-9611-4B3ACC143F2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E5B2FF2-D9ED-E543-87EC-EE991A9B5DA9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1/4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6453E95-E34F-9B4A-9895-8C5B8FE7CEA5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C599476-118F-E54B-906F-F353F747F85B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6FBC64D-5FA3-7D41-A50E-8BE54D4E144B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345710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12884"/>
              </p:ext>
            </p:extLst>
          </p:nvPr>
        </p:nvGraphicFramePr>
        <p:xfrm>
          <a:off x="154982" y="808734"/>
          <a:ext cx="9608952" cy="5666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58117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{{J1_PL1_EQ1}}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{{J1_PL2_EQ1}}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{{J1_PL2_EQ2}}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{{J1_PL3_EQ1}}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{{J1_PL3_EQ2}}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{{J1_PL4_EQ1}}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{{J1_PL4_EQ2}}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{{J1_PL5_EQ1}}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{{J1_PL5_EQ2}}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{{J1_PL6_EQ1}}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{{J1_PL6_EQ2}}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{{J1_PL7_EQ1}}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{{J1_PL7_EQ2}}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{{J1_PL8_EQ1}}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{{J1_PL8_EQ2}}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{{J1_PL9_CODE}}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{{J1_PL9_HEURE}}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{{J1_PL9_TERRAIN}}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{{J1_PL9_EQ1}}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{{J1_PL9_EQ2}}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{{J1_PL10_CODE}}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{{J1_PL10_HEURE}}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{{J1_PL10_TERRAIN}}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{{J1_PL10_EQ1}}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{{J1_PL10_EQ2}}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{{J1_PL11_EQ1}}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{{J1_PL11_EQ2}}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{{J1_PL12_EQ1}}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{{J1_PL12_EQ2}}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{{J1_PL13_EQ1}}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{{J1_PL13_EQ2}}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{{J1_PL14_EQ1}}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{{J1_PL14_EQ2}}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028BCE55-32EC-2446-9EC6-3814D077B7B0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3BDC9DE-2FB0-FB43-9896-011008444906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JOUR 1 - 1/2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3EF4246-1438-1E48-AA1E-435EEFB9ABCF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0B50792-58F3-774D-A828-A2194CE1A6E1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CC9D667-7199-EC4D-84DF-B0E1C3D50E98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483749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218539"/>
              </p:ext>
            </p:extLst>
          </p:nvPr>
        </p:nvGraphicFramePr>
        <p:xfrm>
          <a:off x="154982" y="808734"/>
          <a:ext cx="9608952" cy="5666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58117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7918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{{J1_PL15_EQ1}}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{{J1_PL15_EQ2}}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7918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{{J1_PL16_EQ1}}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{{J1_PL16_EQ2}}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37918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{{J1_PL17_EQ1}}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{{J1_PL17_EQ2}}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37918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{{J1_PL18_EQ1}}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{{J1_PL18_EQ2}}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37918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{{J1_PL19_CODE}}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{{J1_PL19_HEURE}}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{{J1_PL19_TERRAIN}}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{{J1_PL19_EQ1}}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{{J1_PL19_EQ2}}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37918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{{J1_PL20_CODE}}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{{J1_PL20_HEURE}}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{{J1_PL20_TERRAIN}}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{{J1_PL20_EQ1}}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{{J1_PL20_EQ2}}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37918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J1_</a:t>
                      </a:r>
                      <a:r>
                        <a:rPr lang="fr-FR" sz="700" dirty="0">
                          <a:latin typeface="TSL Sans" pitchFamily="2" charset="0"/>
                        </a:rPr>
                        <a:t>PL21_EQ1}}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J1_</a:t>
                      </a:r>
                      <a:r>
                        <a:rPr lang="fr-FR" sz="700" dirty="0">
                          <a:latin typeface="TSL Sans" pitchFamily="2" charset="0"/>
                        </a:rPr>
                        <a:t>PL21_EQ2}}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37918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J1_</a:t>
                      </a:r>
                      <a:r>
                        <a:rPr lang="fr-FR" sz="700" dirty="0">
                          <a:latin typeface="TSL Sans" pitchFamily="2" charset="0"/>
                        </a:rPr>
                        <a:t>PL22_EQ1}}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J1_</a:t>
                      </a:r>
                      <a:r>
                        <a:rPr lang="fr-FR" sz="700" dirty="0">
                          <a:latin typeface="TSL Sans" pitchFamily="2" charset="0"/>
                        </a:rPr>
                        <a:t>PL22_EQ2}}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37918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J1_</a:t>
                      </a:r>
                      <a:r>
                        <a:rPr lang="fr-FR" sz="700" dirty="0">
                          <a:latin typeface="TSL Sans" pitchFamily="2" charset="0"/>
                        </a:rPr>
                        <a:t>PL23_EQ1}}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J1_</a:t>
                      </a:r>
                      <a:r>
                        <a:rPr lang="fr-FR" sz="700" dirty="0">
                          <a:latin typeface="TSL Sans" pitchFamily="2" charset="0"/>
                        </a:rPr>
                        <a:t>PL23_EQ2}}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37918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J1_</a:t>
                      </a:r>
                      <a:r>
                        <a:rPr lang="fr-FR" sz="700" dirty="0">
                          <a:latin typeface="TSL Sans" pitchFamily="2" charset="0"/>
                        </a:rPr>
                        <a:t>PL24_EQ1}}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J1_</a:t>
                      </a:r>
                      <a:r>
                        <a:rPr lang="fr-FR" sz="700" dirty="0">
                          <a:latin typeface="TSL Sans" pitchFamily="2" charset="0"/>
                        </a:rPr>
                        <a:t>PL24_EQ2}}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37918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J1_</a:t>
                      </a:r>
                      <a:r>
                        <a:rPr lang="fr-FR" sz="700" dirty="0">
                          <a:latin typeface="TSL Sans" pitchFamily="2" charset="0"/>
                        </a:rPr>
                        <a:t>PL25_EQ1}}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J1_</a:t>
                      </a:r>
                      <a:r>
                        <a:rPr lang="fr-FR" sz="700" dirty="0">
                          <a:latin typeface="TSL Sans" pitchFamily="2" charset="0"/>
                        </a:rPr>
                        <a:t>PL25_EQ2}}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37918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>
                          <a:latin typeface="TSL Sans" pitchFamily="2" charset="0"/>
                        </a:rPr>
                        <a:t>{{</a:t>
                      </a:r>
                      <a:r>
                        <a:rPr lang="fr-FR" sz="700" kern="120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J1_</a:t>
                      </a:r>
                      <a:r>
                        <a:rPr lang="fr-FR" sz="700">
                          <a:latin typeface="TSL Sans" pitchFamily="2" charset="0"/>
                        </a:rPr>
                        <a:t>PL26</a:t>
                      </a:r>
                      <a:r>
                        <a:rPr lang="fr-FR" sz="700" dirty="0">
                          <a:latin typeface="TSL Sans" pitchFamily="2" charset="0"/>
                        </a:rPr>
                        <a:t>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J1_</a:t>
                      </a:r>
                      <a:r>
                        <a:rPr lang="fr-FR" sz="700" dirty="0">
                          <a:latin typeface="TSL Sans" pitchFamily="2" charset="0"/>
                        </a:rPr>
                        <a:t>PL26_EQ2}}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37918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J1_</a:t>
                      </a:r>
                      <a:r>
                        <a:rPr lang="fr-FR" sz="700" dirty="0">
                          <a:latin typeface="TSL Sans" pitchFamily="2" charset="0"/>
                        </a:rPr>
                        <a:t>PL27_EQ1}}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J1_</a:t>
                      </a:r>
                      <a:r>
                        <a:rPr lang="fr-FR" sz="700" dirty="0">
                          <a:latin typeface="TSL Sans" pitchFamily="2" charset="0"/>
                        </a:rPr>
                        <a:t>PL27_EQ2}}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37918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J1_</a:t>
                      </a:r>
                      <a:r>
                        <a:rPr lang="fr-FR" sz="700" dirty="0">
                          <a:latin typeface="TSL Sans" pitchFamily="2" charset="0"/>
                        </a:rPr>
                        <a:t>PL28_EQ1}}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J1_</a:t>
                      </a:r>
                      <a:r>
                        <a:rPr lang="fr-FR" sz="700" dirty="0">
                          <a:latin typeface="TSL Sans" pitchFamily="2" charset="0"/>
                        </a:rPr>
                        <a:t>PL28_EQ2}}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9F514084-11AA-0E40-B39E-89387EB971F1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E4446A9-1DC4-CD48-A06E-F02558DD0623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JOUR 1 - 2/2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30F51D1-AB56-E24B-B2F1-5DB14F51E5EF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AE6302E-A39B-6041-A9DA-EE0494A4A00B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4B08441-7F50-094E-A630-DD4B005AF29F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3282960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773350"/>
              </p:ext>
            </p:extLst>
          </p:nvPr>
        </p:nvGraphicFramePr>
        <p:xfrm>
          <a:off x="154982" y="808734"/>
          <a:ext cx="9608952" cy="5666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58117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{{J2_PL3_EQ1}}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{{J2_PL3_EQ2}}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{{J2_PL4_EQ1}}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{{J2_PL4_EQ2}}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{{J2_PL5_EQ1}}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{{J2_PL5_EQ2}}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{{J2_PL6_EQ1}}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{{J2_PL6_EQ2}}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{{J2_PL7_EQ1}}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{{J2_PL7_EQ2}}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{{J2_PL8_EQ1}}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{{J2_PL8_EQ2}}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{{J2_PL9_CODE}}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{{J2_PL9_HEURE}}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{{J2_PL9_TERRAIN}}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{{J2_PL9_EQ1}}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{{J2_PL9_EQ2}}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{{J2_PL10_CODE}}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{{J2_PL10_HEURE}}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{{J2_PL10_TERRAIN}}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{{J2_PL10_EQ1}}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{{J2_PL10_EQ2}}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{{J2_PL11_EQ1}}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{{J2_PL11_EQ2}}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{{J2_PL12_EQ1}}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{{J2_PL12_EQ2}}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{{J2_PL13_EQ1}}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{{J2_PL13_EQ2}}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{{J2_PL14_EQ1}}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{{J2_PL14_EQ2}}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ACE43CD5-E366-DA40-AF02-DD16DC885B21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329D26E-F5B5-9148-9FF8-6C84E098A355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JOUR 2 - 1/2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5983C07-431E-7644-8F20-BA6031039E6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104815C-C29D-1C40-A440-96A01E687A96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CBA4218-3C07-CD43-86DC-4A2A153B9841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392059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244301"/>
              </p:ext>
            </p:extLst>
          </p:nvPr>
        </p:nvGraphicFramePr>
        <p:xfrm>
          <a:off x="148524" y="1247821"/>
          <a:ext cx="9608952" cy="43623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76447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985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{{J2_PL15_EQ1}}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{{J2_PL15_EQ2}}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985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{{J2_PL16_EQ1}}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{{J2_PL16_EQ2}}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3985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{{J2_PL17_EQ1}}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{{J2_PL17_EQ2}}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3985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{{J2_PL18_EQ1}}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{{J2_PL18_EQ2}}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3985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{{J2_PL19_CODE}}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{{J2_PL19_HEURE}}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{{J2_PL19_TERRAIN}}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{{J2_PL19_EQ1}}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{{J2_PL19_EQ2}}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3985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{{J2_PL20_CODE}}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{{J2_PL20_HEURE}}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{{J2_PL20_TERRAIN}}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{{J2_PL20_EQ1}}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{{J2_PL20_EQ2}}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3985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J2_</a:t>
                      </a:r>
                      <a:r>
                        <a:rPr lang="fr-FR" sz="700" dirty="0">
                          <a:latin typeface="TSL Sans" pitchFamily="2" charset="0"/>
                        </a:rPr>
                        <a:t>PL21_EQ1}}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J2_</a:t>
                      </a:r>
                      <a:r>
                        <a:rPr lang="fr-FR" sz="700" dirty="0">
                          <a:latin typeface="TSL Sans" pitchFamily="2" charset="0"/>
                        </a:rPr>
                        <a:t>PL21_EQ2}}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3985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J2_</a:t>
                      </a:r>
                      <a:r>
                        <a:rPr lang="fr-FR" sz="700" dirty="0">
                          <a:latin typeface="TSL Sans" pitchFamily="2" charset="0"/>
                        </a:rPr>
                        <a:t>PL22_EQ1}}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J2_</a:t>
                      </a:r>
                      <a:r>
                        <a:rPr lang="fr-FR" sz="700" dirty="0">
                          <a:latin typeface="TSL Sans" pitchFamily="2" charset="0"/>
                        </a:rPr>
                        <a:t>PL22_EQ2}}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3985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J2_</a:t>
                      </a:r>
                      <a:r>
                        <a:rPr lang="fr-FR" sz="700" dirty="0">
                          <a:latin typeface="TSL Sans" pitchFamily="2" charset="0"/>
                        </a:rPr>
                        <a:t>PL23_EQ1}}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J2_</a:t>
                      </a:r>
                      <a:r>
                        <a:rPr lang="fr-FR" sz="700" dirty="0">
                          <a:latin typeface="TSL Sans" pitchFamily="2" charset="0"/>
                        </a:rPr>
                        <a:t>PL23_EQ2}}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39859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>
                          <a:latin typeface="TSL Sans" pitchFamily="2" charset="0"/>
                        </a:rPr>
                        <a:t>{{</a:t>
                      </a:r>
                      <a:r>
                        <a:rPr lang="fr-FR" sz="700" kern="120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J2_</a:t>
                      </a:r>
                      <a:r>
                        <a:rPr lang="fr-FR" sz="700">
                          <a:latin typeface="TSL Sans" pitchFamily="2" charset="0"/>
                        </a:rPr>
                        <a:t>PL24</a:t>
                      </a:r>
                      <a:r>
                        <a:rPr lang="fr-FR" sz="700" dirty="0">
                          <a:latin typeface="TSL Sans" pitchFamily="2" charset="0"/>
                        </a:rPr>
                        <a:t>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</a:t>
                      </a: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J2_</a:t>
                      </a:r>
                      <a:r>
                        <a:rPr lang="fr-FR" sz="700" dirty="0">
                          <a:latin typeface="TSL Sans" pitchFamily="2" charset="0"/>
                        </a:rPr>
                        <a:t>PL24_EQ2}}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D4103E5C-FEA1-C94F-9E49-158ECDB1C937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86E0482-3ACA-994A-B34A-BC283D51F6AC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JOUR 2 - 2/2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DED0937-F117-2B42-8762-72AB256DE998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8EED850-084D-6C41-BC2B-C6F80C73528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9006D52-2D16-254A-A95B-1B7A519AAF35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4043467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473442"/>
              </p:ext>
            </p:extLst>
          </p:nvPr>
        </p:nvGraphicFramePr>
        <p:xfrm>
          <a:off x="179521" y="683764"/>
          <a:ext cx="9546957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</a:t>
                      </a:r>
                      <a:r>
                        <a:rPr lang="fr-FR" sz="9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QUIPE </a:t>
                      </a:r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🥇 1 </a:t>
                      </a: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🥇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{{PTS1}}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r>
                        <a:rPr lang="fr-FR" sz="900" dirty="0">
                          <a:latin typeface="TSL Sans" pitchFamily="2" charset="0"/>
                        </a:rPr>
                        <a:t> 2 </a:t>
                      </a: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🥉</a:t>
                      </a:r>
                      <a:r>
                        <a:rPr lang="fr-FR" sz="900" dirty="0">
                          <a:latin typeface="TSL Sans" pitchFamily="2" charset="0"/>
                        </a:rPr>
                        <a:t> 3 🥉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{{PTS3}}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4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{{PTS4}}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5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{{PTS5}}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6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{{PTS6}}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7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{{PTS7}}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8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{{PTS8}}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9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{{PTS9}}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10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{{PTS10}}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11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12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13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{{PTS13}}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14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{{PTS14}}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15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{{PTS15}}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16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{{PTS16}}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17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{{PTS17}}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774312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18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{{PTS18}}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2233176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19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{{PTS19}}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654135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20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{{PTS20}}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04827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21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816236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22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0560290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23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{{PTS23}}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2532672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24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{{PTS24}}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0486508"/>
                  </a:ext>
                </a:extLst>
              </a:tr>
            </a:tbl>
          </a:graphicData>
        </a:graphic>
      </p:graphicFrame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969D7D54-6428-B64B-8CA5-025EF6497F61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2D64F24-CE98-3945-8EE7-E7C681137E62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B71997-3F5A-3B4F-821A-6BD64F09D44D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A604D68-0191-2745-ACFE-BC2603246FD9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8CEFFD1-B89A-1A49-81E4-B8831C4ED2D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0C59F73-E6B8-7749-91DB-F643670D41C2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124073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2558</TotalTime>
  <Words>4096</Words>
  <Application>Microsoft Macintosh PowerPoint</Application>
  <PresentationFormat>Format A4 (210 x 297 mm)</PresentationFormat>
  <Paragraphs>937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3" baseType="lpstr">
      <vt:lpstr>Arial</vt:lpstr>
      <vt:lpstr>Calibri</vt:lpstr>
      <vt:lpstr>Grindy Brush</vt:lpstr>
      <vt:lpstr>Noto Sans</vt:lpstr>
      <vt:lpstr>TSL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84</cp:revision>
  <dcterms:created xsi:type="dcterms:W3CDTF">2013-01-27T09:14:16Z</dcterms:created>
  <dcterms:modified xsi:type="dcterms:W3CDTF">2026-07-07T21:14:04Z</dcterms:modified>
  <cp:category/>
</cp:coreProperties>
</file>