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9" r:id="rId2"/>
    <p:sldId id="279" r:id="rId3"/>
    <p:sldId id="281" r:id="rId4"/>
    <p:sldId id="264" r:id="rId5"/>
    <p:sldId id="280" r:id="rId6"/>
    <p:sldId id="274" r:id="rId7"/>
    <p:sldId id="265" r:id="rId8"/>
    <p:sldId id="261" r:id="rId9"/>
    <p:sldId id="275" r:id="rId10"/>
    <p:sldId id="272" r:id="rId11"/>
    <p:sldId id="262" r:id="rId12"/>
    <p:sldId id="276" r:id="rId13"/>
    <p:sldId id="277" r:id="rId14"/>
    <p:sldId id="278" r:id="rId15"/>
    <p:sldId id="263" r:id="rId16"/>
    <p:sldId id="269" r:id="rId17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PARTICIPANTS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59662"/>
              </p:ext>
            </p:extLst>
          </p:nvPr>
        </p:nvGraphicFramePr>
        <p:xfrm>
          <a:off x="176286" y="741862"/>
          <a:ext cx="9553428" cy="4419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1381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NOM J1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NOM J2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0045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Nom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Nom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1057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9856956"/>
              </p:ext>
            </p:extLst>
          </p:nvPr>
        </p:nvGraphicFramePr>
        <p:xfrm>
          <a:off x="1203866" y="695310"/>
          <a:ext cx="7498268" cy="455592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2699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699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{{CONV_NOMS}}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{{CONV_HORAIRE}}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1657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1514948" y="699853"/>
            <a:ext cx="10594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1513528" y="699853"/>
            <a:ext cx="27659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3094751" y="699853"/>
            <a:ext cx="11872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2659064" y="125224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2574399" y="177916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1513528" y="686494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1532317" y="103830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1532317" y="146192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1652969" y="126009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1652969" y="169212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1510383" y="2268668"/>
            <a:ext cx="10460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{{P2_CODE}}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1513529" y="2268668"/>
            <a:ext cx="27659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3188420" y="2268668"/>
            <a:ext cx="10867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2654500" y="282106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2569835" y="334798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1508964" y="2255309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1532317" y="260711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1532317" y="303074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1648405" y="282891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1648405" y="326093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1510385" y="3845131"/>
            <a:ext cx="10460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{{P3_CODE}}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1513529" y="3845131"/>
            <a:ext cx="27570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{{P3_TERRAIN}}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3167874" y="3845131"/>
            <a:ext cx="1107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2654500" y="439752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2569835" y="492444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1508964" y="3831772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1508964" y="4094447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1508964" y="4928580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1532317" y="418357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1532317" y="460720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1648405" y="440537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1648405" y="483740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1505819" y="5429024"/>
            <a:ext cx="1002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{{P4_CODE}}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1508965" y="5429024"/>
            <a:ext cx="2770522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3158746" y="5429024"/>
            <a:ext cx="1111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2649936" y="598141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2565271" y="650833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1504400" y="5415665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1532317" y="576747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1532317" y="619110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1643841" y="598926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1643841" y="642129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TOUR PRÉLIMINAIRE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5E7EFB94-0B5F-AF40-9B7E-696190B5FE95}"/>
              </a:ext>
            </a:extLst>
          </p:cNvPr>
          <p:cNvSpPr txBox="1"/>
          <p:nvPr/>
        </p:nvSpPr>
        <p:spPr>
          <a:xfrm>
            <a:off x="5533817" y="699853"/>
            <a:ext cx="10924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{{P5_CODE}}</a:t>
            </a: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88939D26-74E7-D940-899A-EDEC8BF1A9B2}"/>
              </a:ext>
            </a:extLst>
          </p:cNvPr>
          <p:cNvSpPr txBox="1"/>
          <p:nvPr/>
        </p:nvSpPr>
        <p:spPr>
          <a:xfrm>
            <a:off x="5532398" y="699853"/>
            <a:ext cx="27659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{{P5_TERRAIN}}</a:t>
            </a: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E2C1B7F9-C31C-7B47-A350-869F35E97D7D}"/>
              </a:ext>
            </a:extLst>
          </p:cNvPr>
          <p:cNvSpPr txBox="1"/>
          <p:nvPr/>
        </p:nvSpPr>
        <p:spPr>
          <a:xfrm>
            <a:off x="7117935" y="699853"/>
            <a:ext cx="11829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{{P5_HEURE}}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87FBE093-4E46-A64A-B6B2-DB61950B5CD5}"/>
              </a:ext>
            </a:extLst>
          </p:cNvPr>
          <p:cNvSpPr txBox="1"/>
          <p:nvPr/>
        </p:nvSpPr>
        <p:spPr>
          <a:xfrm>
            <a:off x="6677934" y="125224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FD733381-2536-124F-B958-B27B4D1BCAC1}"/>
              </a:ext>
            </a:extLst>
          </p:cNvPr>
          <p:cNvSpPr txBox="1"/>
          <p:nvPr/>
        </p:nvSpPr>
        <p:spPr>
          <a:xfrm>
            <a:off x="6593269" y="177916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9" name="Groupe 78">
            <a:extLst>
              <a:ext uri="{FF2B5EF4-FFF2-40B4-BE49-F238E27FC236}">
                <a16:creationId xmlns:a16="http://schemas.microsoft.com/office/drawing/2014/main" id="{76A3B43B-37F2-2447-B816-2482AD104D15}"/>
              </a:ext>
            </a:extLst>
          </p:cNvPr>
          <p:cNvGrpSpPr/>
          <p:nvPr/>
        </p:nvGrpSpPr>
        <p:grpSpPr>
          <a:xfrm>
            <a:off x="5532398" y="686494"/>
            <a:ext cx="2770524" cy="1354907"/>
            <a:chOff x="336470" y="583726"/>
            <a:chExt cx="2770524" cy="1354907"/>
          </a:xfrm>
        </p:grpSpPr>
        <p:sp>
          <p:nvSpPr>
            <p:cNvPr id="80" name="Rounded Rectangle 2">
              <a:extLst>
                <a:ext uri="{FF2B5EF4-FFF2-40B4-BE49-F238E27FC236}">
                  <a16:creationId xmlns:a16="http://schemas.microsoft.com/office/drawing/2014/main" id="{4D25B46B-600F-8B4A-B2E1-1B7BC1149A9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1" name="Connecteur droit 80">
              <a:extLst>
                <a:ext uri="{FF2B5EF4-FFF2-40B4-BE49-F238E27FC236}">
                  <a16:creationId xmlns:a16="http://schemas.microsoft.com/office/drawing/2014/main" id="{E7312FDE-D8F0-1F47-B8A6-714956B4760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5BCA318A-46BA-BA48-AF32-C4209E30BE5C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ZoneTexte 82">
            <a:extLst>
              <a:ext uri="{FF2B5EF4-FFF2-40B4-BE49-F238E27FC236}">
                <a16:creationId xmlns:a16="http://schemas.microsoft.com/office/drawing/2014/main" id="{DEE24FA8-5612-184A-BD76-76A4CFFCC0F6}"/>
              </a:ext>
            </a:extLst>
          </p:cNvPr>
          <p:cNvSpPr txBox="1"/>
          <p:nvPr/>
        </p:nvSpPr>
        <p:spPr>
          <a:xfrm>
            <a:off x="5551187" y="103830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{{P5_EQ1}}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8B2AE393-9E3C-4043-9B2B-2721D64A9304}"/>
              </a:ext>
            </a:extLst>
          </p:cNvPr>
          <p:cNvSpPr txBox="1"/>
          <p:nvPr/>
        </p:nvSpPr>
        <p:spPr>
          <a:xfrm>
            <a:off x="5551187" y="146192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{{P5_EQ2}}</a:t>
            </a:r>
          </a:p>
        </p:txBody>
      </p:sp>
      <p:cxnSp>
        <p:nvCxnSpPr>
          <p:cNvPr id="85" name="Connecteur droit 84">
            <a:extLst>
              <a:ext uri="{FF2B5EF4-FFF2-40B4-BE49-F238E27FC236}">
                <a16:creationId xmlns:a16="http://schemas.microsoft.com/office/drawing/2014/main" id="{A7629B22-A748-CE40-8865-368C9C0F459B}"/>
              </a:ext>
            </a:extLst>
          </p:cNvPr>
          <p:cNvCxnSpPr/>
          <p:nvPr/>
        </p:nvCxnSpPr>
        <p:spPr>
          <a:xfrm>
            <a:off x="5671839" y="126009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927A3274-1C03-8844-9516-01EE8D4C8483}"/>
              </a:ext>
            </a:extLst>
          </p:cNvPr>
          <p:cNvCxnSpPr/>
          <p:nvPr/>
        </p:nvCxnSpPr>
        <p:spPr>
          <a:xfrm>
            <a:off x="5671839" y="169212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ZoneTexte 86">
            <a:extLst>
              <a:ext uri="{FF2B5EF4-FFF2-40B4-BE49-F238E27FC236}">
                <a16:creationId xmlns:a16="http://schemas.microsoft.com/office/drawing/2014/main" id="{421CB426-22DF-7F42-AF64-677B6359DD08}"/>
              </a:ext>
            </a:extLst>
          </p:cNvPr>
          <p:cNvSpPr txBox="1"/>
          <p:nvPr/>
        </p:nvSpPr>
        <p:spPr>
          <a:xfrm>
            <a:off x="5529253" y="2268668"/>
            <a:ext cx="10548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{{P6_CODE}}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F632BB6A-D9E1-3A4B-9379-4976AC1BC9DF}"/>
              </a:ext>
            </a:extLst>
          </p:cNvPr>
          <p:cNvSpPr txBox="1"/>
          <p:nvPr/>
        </p:nvSpPr>
        <p:spPr>
          <a:xfrm>
            <a:off x="5532399" y="2268668"/>
            <a:ext cx="27659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EDCCC8F5-457C-0243-8D39-969799B54B82}"/>
              </a:ext>
            </a:extLst>
          </p:cNvPr>
          <p:cNvSpPr txBox="1"/>
          <p:nvPr/>
        </p:nvSpPr>
        <p:spPr>
          <a:xfrm>
            <a:off x="7177616" y="2268668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{{P6_HEURE}}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F83B2FCF-1A3E-DD45-A840-570B4D8188BA}"/>
              </a:ext>
            </a:extLst>
          </p:cNvPr>
          <p:cNvSpPr txBox="1"/>
          <p:nvPr/>
        </p:nvSpPr>
        <p:spPr>
          <a:xfrm>
            <a:off x="6673370" y="282106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EA5E0A30-A75A-4D4F-BB7B-DF13543CDCFC}"/>
              </a:ext>
            </a:extLst>
          </p:cNvPr>
          <p:cNvSpPr txBox="1"/>
          <p:nvPr/>
        </p:nvSpPr>
        <p:spPr>
          <a:xfrm>
            <a:off x="6588705" y="334798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76523FAC-5892-8546-B345-FDAED1ABB501}"/>
              </a:ext>
            </a:extLst>
          </p:cNvPr>
          <p:cNvGrpSpPr/>
          <p:nvPr/>
        </p:nvGrpSpPr>
        <p:grpSpPr>
          <a:xfrm>
            <a:off x="5527834" y="2255309"/>
            <a:ext cx="2770524" cy="1354907"/>
            <a:chOff x="336470" y="583726"/>
            <a:chExt cx="2770524" cy="1354907"/>
          </a:xfrm>
        </p:grpSpPr>
        <p:sp>
          <p:nvSpPr>
            <p:cNvPr id="93" name="Rounded Rectangle 2">
              <a:extLst>
                <a:ext uri="{FF2B5EF4-FFF2-40B4-BE49-F238E27FC236}">
                  <a16:creationId xmlns:a16="http://schemas.microsoft.com/office/drawing/2014/main" id="{CB8C5063-C3BA-5B4F-A82B-37D3288C89E5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4" name="Connecteur droit 93">
              <a:extLst>
                <a:ext uri="{FF2B5EF4-FFF2-40B4-BE49-F238E27FC236}">
                  <a16:creationId xmlns:a16="http://schemas.microsoft.com/office/drawing/2014/main" id="{5164FFC9-267C-7E4E-9EEE-0A50408AF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droit 94">
              <a:extLst>
                <a:ext uri="{FF2B5EF4-FFF2-40B4-BE49-F238E27FC236}">
                  <a16:creationId xmlns:a16="http://schemas.microsoft.com/office/drawing/2014/main" id="{E045EB6E-7FEA-A74A-ABA5-56EE3F51470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ZoneTexte 95">
            <a:extLst>
              <a:ext uri="{FF2B5EF4-FFF2-40B4-BE49-F238E27FC236}">
                <a16:creationId xmlns:a16="http://schemas.microsoft.com/office/drawing/2014/main" id="{F4DAA171-8D3C-B54F-8B0A-07E36E43919E}"/>
              </a:ext>
            </a:extLst>
          </p:cNvPr>
          <p:cNvSpPr txBox="1"/>
          <p:nvPr/>
        </p:nvSpPr>
        <p:spPr>
          <a:xfrm>
            <a:off x="5551187" y="260711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{{P6_EQ1}}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B6361CEB-DA0E-CF44-B482-DC1972291298}"/>
              </a:ext>
            </a:extLst>
          </p:cNvPr>
          <p:cNvSpPr txBox="1"/>
          <p:nvPr/>
        </p:nvSpPr>
        <p:spPr>
          <a:xfrm>
            <a:off x="5551187" y="303074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{{P6_EQ2}}</a:t>
            </a:r>
          </a:p>
        </p:txBody>
      </p:sp>
      <p:cxnSp>
        <p:nvCxnSpPr>
          <p:cNvPr id="98" name="Connecteur droit 97">
            <a:extLst>
              <a:ext uri="{FF2B5EF4-FFF2-40B4-BE49-F238E27FC236}">
                <a16:creationId xmlns:a16="http://schemas.microsoft.com/office/drawing/2014/main" id="{92DE3A40-AADD-4A46-B5EF-5922FA5F9FF9}"/>
              </a:ext>
            </a:extLst>
          </p:cNvPr>
          <p:cNvCxnSpPr/>
          <p:nvPr/>
        </p:nvCxnSpPr>
        <p:spPr>
          <a:xfrm>
            <a:off x="5667275" y="282891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eur droit 98">
            <a:extLst>
              <a:ext uri="{FF2B5EF4-FFF2-40B4-BE49-F238E27FC236}">
                <a16:creationId xmlns:a16="http://schemas.microsoft.com/office/drawing/2014/main" id="{1B3E69DD-5861-054E-A5AC-B91D4F18141F}"/>
              </a:ext>
            </a:extLst>
          </p:cNvPr>
          <p:cNvCxnSpPr/>
          <p:nvPr/>
        </p:nvCxnSpPr>
        <p:spPr>
          <a:xfrm>
            <a:off x="5667275" y="326093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ZoneTexte 99">
            <a:extLst>
              <a:ext uri="{FF2B5EF4-FFF2-40B4-BE49-F238E27FC236}">
                <a16:creationId xmlns:a16="http://schemas.microsoft.com/office/drawing/2014/main" id="{595E0A3F-500E-974F-B176-0CAD9997B7CF}"/>
              </a:ext>
            </a:extLst>
          </p:cNvPr>
          <p:cNvSpPr txBox="1"/>
          <p:nvPr/>
        </p:nvSpPr>
        <p:spPr>
          <a:xfrm>
            <a:off x="5529255" y="3845131"/>
            <a:ext cx="1046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{{P7_CODE}}</a:t>
            </a:r>
          </a:p>
        </p:txBody>
      </p:sp>
      <p:sp>
        <p:nvSpPr>
          <p:cNvPr id="101" name="ZoneTexte 100">
            <a:extLst>
              <a:ext uri="{FF2B5EF4-FFF2-40B4-BE49-F238E27FC236}">
                <a16:creationId xmlns:a16="http://schemas.microsoft.com/office/drawing/2014/main" id="{AF725F80-B64B-D947-818F-B5A572356FDE}"/>
              </a:ext>
            </a:extLst>
          </p:cNvPr>
          <p:cNvSpPr txBox="1"/>
          <p:nvPr/>
        </p:nvSpPr>
        <p:spPr>
          <a:xfrm>
            <a:off x="5532399" y="3845131"/>
            <a:ext cx="27570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{{P7_TERRAIN}}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B8CF3B50-21CB-254A-A25A-50996FF97A86}"/>
              </a:ext>
            </a:extLst>
          </p:cNvPr>
          <p:cNvSpPr txBox="1"/>
          <p:nvPr/>
        </p:nvSpPr>
        <p:spPr>
          <a:xfrm>
            <a:off x="7058987" y="3845131"/>
            <a:ext cx="12350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{{P7_HEURE}}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2FD9A4BF-92F4-3849-A5F1-CEEE909AA2D7}"/>
              </a:ext>
            </a:extLst>
          </p:cNvPr>
          <p:cNvSpPr txBox="1"/>
          <p:nvPr/>
        </p:nvSpPr>
        <p:spPr>
          <a:xfrm>
            <a:off x="6673370" y="439752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D1F4A15A-409F-BC4E-BC3C-91B8AE68C2C7}"/>
              </a:ext>
            </a:extLst>
          </p:cNvPr>
          <p:cNvSpPr txBox="1"/>
          <p:nvPr/>
        </p:nvSpPr>
        <p:spPr>
          <a:xfrm>
            <a:off x="6588705" y="492444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5" name="Rounded Rectangle 2">
            <a:extLst>
              <a:ext uri="{FF2B5EF4-FFF2-40B4-BE49-F238E27FC236}">
                <a16:creationId xmlns:a16="http://schemas.microsoft.com/office/drawing/2014/main" id="{C21FDC1F-2165-1A42-9CC7-0D97803580D5}"/>
              </a:ext>
            </a:extLst>
          </p:cNvPr>
          <p:cNvSpPr/>
          <p:nvPr/>
        </p:nvSpPr>
        <p:spPr>
          <a:xfrm>
            <a:off x="5527834" y="3831772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6" name="Connecteur droit 105">
            <a:extLst>
              <a:ext uri="{FF2B5EF4-FFF2-40B4-BE49-F238E27FC236}">
                <a16:creationId xmlns:a16="http://schemas.microsoft.com/office/drawing/2014/main" id="{69FA8445-0A9B-8E46-84A6-7D8B48623E7E}"/>
              </a:ext>
            </a:extLst>
          </p:cNvPr>
          <p:cNvCxnSpPr>
            <a:cxnSpLocks/>
          </p:cNvCxnSpPr>
          <p:nvPr/>
        </p:nvCxnSpPr>
        <p:spPr>
          <a:xfrm>
            <a:off x="5527834" y="4094447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7C5BECC4-8F29-3148-9259-DB24131A7453}"/>
              </a:ext>
            </a:extLst>
          </p:cNvPr>
          <p:cNvCxnSpPr>
            <a:cxnSpLocks/>
          </p:cNvCxnSpPr>
          <p:nvPr/>
        </p:nvCxnSpPr>
        <p:spPr>
          <a:xfrm>
            <a:off x="5527834" y="4928580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ZoneTexte 107">
            <a:extLst>
              <a:ext uri="{FF2B5EF4-FFF2-40B4-BE49-F238E27FC236}">
                <a16:creationId xmlns:a16="http://schemas.microsoft.com/office/drawing/2014/main" id="{3C6D12EA-3A36-9145-B62A-36385BF9C38F}"/>
              </a:ext>
            </a:extLst>
          </p:cNvPr>
          <p:cNvSpPr txBox="1"/>
          <p:nvPr/>
        </p:nvSpPr>
        <p:spPr>
          <a:xfrm>
            <a:off x="5551187" y="418357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{{P7_EQ1}}</a:t>
            </a:r>
          </a:p>
        </p:txBody>
      </p:sp>
      <p:sp>
        <p:nvSpPr>
          <p:cNvPr id="109" name="ZoneTexte 108">
            <a:extLst>
              <a:ext uri="{FF2B5EF4-FFF2-40B4-BE49-F238E27FC236}">
                <a16:creationId xmlns:a16="http://schemas.microsoft.com/office/drawing/2014/main" id="{2B11DE7D-C7B4-AB46-A00B-D385DC15DC8C}"/>
              </a:ext>
            </a:extLst>
          </p:cNvPr>
          <p:cNvSpPr txBox="1"/>
          <p:nvPr/>
        </p:nvSpPr>
        <p:spPr>
          <a:xfrm>
            <a:off x="5551187" y="460720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{{P7_EQ2}}</a:t>
            </a:r>
          </a:p>
        </p:txBody>
      </p: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F8A84F5C-75F1-BB42-8D8F-A320F9CD48B5}"/>
              </a:ext>
            </a:extLst>
          </p:cNvPr>
          <p:cNvCxnSpPr/>
          <p:nvPr/>
        </p:nvCxnSpPr>
        <p:spPr>
          <a:xfrm>
            <a:off x="5667275" y="440537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BA4A21D-AD5D-7D4A-9CC3-6392244E1BB4}"/>
              </a:ext>
            </a:extLst>
          </p:cNvPr>
          <p:cNvCxnSpPr/>
          <p:nvPr/>
        </p:nvCxnSpPr>
        <p:spPr>
          <a:xfrm>
            <a:off x="5667275" y="483740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ZoneTexte 111">
            <a:extLst>
              <a:ext uri="{FF2B5EF4-FFF2-40B4-BE49-F238E27FC236}">
                <a16:creationId xmlns:a16="http://schemas.microsoft.com/office/drawing/2014/main" id="{BA2E9E54-C456-C44D-B62D-888C615AD101}"/>
              </a:ext>
            </a:extLst>
          </p:cNvPr>
          <p:cNvSpPr txBox="1"/>
          <p:nvPr/>
        </p:nvSpPr>
        <p:spPr>
          <a:xfrm>
            <a:off x="5524688" y="5429024"/>
            <a:ext cx="1148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{{P8_CODE}}</a:t>
            </a:r>
          </a:p>
        </p:txBody>
      </p:sp>
      <p:sp>
        <p:nvSpPr>
          <p:cNvPr id="113" name="ZoneTexte 112">
            <a:extLst>
              <a:ext uri="{FF2B5EF4-FFF2-40B4-BE49-F238E27FC236}">
                <a16:creationId xmlns:a16="http://schemas.microsoft.com/office/drawing/2014/main" id="{D2D7090C-51A7-694C-9E79-FE3F2470791C}"/>
              </a:ext>
            </a:extLst>
          </p:cNvPr>
          <p:cNvSpPr txBox="1"/>
          <p:nvPr/>
        </p:nvSpPr>
        <p:spPr>
          <a:xfrm>
            <a:off x="5527835" y="5429024"/>
            <a:ext cx="2761646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{{P8_TERRAIN}}</a:t>
            </a:r>
          </a:p>
        </p:txBody>
      </p:sp>
      <p:sp>
        <p:nvSpPr>
          <p:cNvPr id="114" name="ZoneTexte 113">
            <a:extLst>
              <a:ext uri="{FF2B5EF4-FFF2-40B4-BE49-F238E27FC236}">
                <a16:creationId xmlns:a16="http://schemas.microsoft.com/office/drawing/2014/main" id="{6297B738-5564-8448-9AD2-309E59905211}"/>
              </a:ext>
            </a:extLst>
          </p:cNvPr>
          <p:cNvSpPr txBox="1"/>
          <p:nvPr/>
        </p:nvSpPr>
        <p:spPr>
          <a:xfrm>
            <a:off x="7177616" y="5429024"/>
            <a:ext cx="1111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{{P8_HEURE}}</a:t>
            </a:r>
          </a:p>
        </p:txBody>
      </p:sp>
      <p:sp>
        <p:nvSpPr>
          <p:cNvPr id="115" name="ZoneTexte 114">
            <a:extLst>
              <a:ext uri="{FF2B5EF4-FFF2-40B4-BE49-F238E27FC236}">
                <a16:creationId xmlns:a16="http://schemas.microsoft.com/office/drawing/2014/main" id="{6E1E2B3F-7B94-BF40-A7D5-1FF72520FAF1}"/>
              </a:ext>
            </a:extLst>
          </p:cNvPr>
          <p:cNvSpPr txBox="1"/>
          <p:nvPr/>
        </p:nvSpPr>
        <p:spPr>
          <a:xfrm>
            <a:off x="6668806" y="598141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16" name="ZoneTexte 115">
            <a:extLst>
              <a:ext uri="{FF2B5EF4-FFF2-40B4-BE49-F238E27FC236}">
                <a16:creationId xmlns:a16="http://schemas.microsoft.com/office/drawing/2014/main" id="{16056C29-BCEE-0E44-88A3-0E7D5E424610}"/>
              </a:ext>
            </a:extLst>
          </p:cNvPr>
          <p:cNvSpPr txBox="1"/>
          <p:nvPr/>
        </p:nvSpPr>
        <p:spPr>
          <a:xfrm>
            <a:off x="6584141" y="650833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17" name="Groupe 116">
            <a:extLst>
              <a:ext uri="{FF2B5EF4-FFF2-40B4-BE49-F238E27FC236}">
                <a16:creationId xmlns:a16="http://schemas.microsoft.com/office/drawing/2014/main" id="{65D19ADE-6E79-FA4D-B3BA-58E2BAF685AA}"/>
              </a:ext>
            </a:extLst>
          </p:cNvPr>
          <p:cNvGrpSpPr/>
          <p:nvPr/>
        </p:nvGrpSpPr>
        <p:grpSpPr>
          <a:xfrm>
            <a:off x="5523270" y="5415665"/>
            <a:ext cx="2770524" cy="1354907"/>
            <a:chOff x="336470" y="583726"/>
            <a:chExt cx="2770524" cy="1354907"/>
          </a:xfrm>
        </p:grpSpPr>
        <p:sp>
          <p:nvSpPr>
            <p:cNvPr id="118" name="Rounded Rectangle 2">
              <a:extLst>
                <a:ext uri="{FF2B5EF4-FFF2-40B4-BE49-F238E27FC236}">
                  <a16:creationId xmlns:a16="http://schemas.microsoft.com/office/drawing/2014/main" id="{75384A13-E1A0-C640-A8F7-55A764B1E18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19" name="Connecteur droit 118">
              <a:extLst>
                <a:ext uri="{FF2B5EF4-FFF2-40B4-BE49-F238E27FC236}">
                  <a16:creationId xmlns:a16="http://schemas.microsoft.com/office/drawing/2014/main" id="{A2814C75-4769-9D4D-9198-4101A0D0627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cteur droit 119">
              <a:extLst>
                <a:ext uri="{FF2B5EF4-FFF2-40B4-BE49-F238E27FC236}">
                  <a16:creationId xmlns:a16="http://schemas.microsoft.com/office/drawing/2014/main" id="{B378829D-9402-4B4F-99CD-9E2F5B77751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1" name="ZoneTexte 120">
            <a:extLst>
              <a:ext uri="{FF2B5EF4-FFF2-40B4-BE49-F238E27FC236}">
                <a16:creationId xmlns:a16="http://schemas.microsoft.com/office/drawing/2014/main" id="{825087B2-98CC-E846-ABE5-F5A45B9E1D2A}"/>
              </a:ext>
            </a:extLst>
          </p:cNvPr>
          <p:cNvSpPr txBox="1"/>
          <p:nvPr/>
        </p:nvSpPr>
        <p:spPr>
          <a:xfrm>
            <a:off x="5551187" y="576747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{{P8_EQ1}}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012F9A00-2435-E54F-B96A-4775FEDE8377}"/>
              </a:ext>
            </a:extLst>
          </p:cNvPr>
          <p:cNvSpPr txBox="1"/>
          <p:nvPr/>
        </p:nvSpPr>
        <p:spPr>
          <a:xfrm>
            <a:off x="5551187" y="619110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{{P8_EQ2}}</a:t>
            </a:r>
          </a:p>
        </p:txBody>
      </p:sp>
      <p:cxnSp>
        <p:nvCxnSpPr>
          <p:cNvPr id="123" name="Connecteur droit 122">
            <a:extLst>
              <a:ext uri="{FF2B5EF4-FFF2-40B4-BE49-F238E27FC236}">
                <a16:creationId xmlns:a16="http://schemas.microsoft.com/office/drawing/2014/main" id="{7D740BCA-F1F7-2A4D-AE74-3BD70C9F865E}"/>
              </a:ext>
            </a:extLst>
          </p:cNvPr>
          <p:cNvCxnSpPr/>
          <p:nvPr/>
        </p:nvCxnSpPr>
        <p:spPr>
          <a:xfrm>
            <a:off x="5662711" y="598926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295BA422-9628-3244-9488-07A09E6C2789}"/>
              </a:ext>
            </a:extLst>
          </p:cNvPr>
          <p:cNvCxnSpPr/>
          <p:nvPr/>
        </p:nvCxnSpPr>
        <p:spPr>
          <a:xfrm>
            <a:off x="5662711" y="642129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6885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2203" y="702185"/>
            <a:ext cx="10233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4399" y="702185"/>
            <a:ext cx="27634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2" y="702185"/>
            <a:ext cx="12323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988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7637" y="2271000"/>
            <a:ext cx="10505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4399" y="2271000"/>
            <a:ext cx="27680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227100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988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7639" y="3847463"/>
            <a:ext cx="10912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4399" y="384746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2011185" y="3847463"/>
            <a:ext cx="10912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988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{{WIN_P3}}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3075" y="5431356"/>
            <a:ext cx="10958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5" y="5431356"/>
            <a:ext cx="2761396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2011185" y="5431356"/>
            <a:ext cx="10866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2988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{{WIN_P4}}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8909" y="1446132"/>
            <a:ext cx="10551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45657" y="1446132"/>
            <a:ext cx="11880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8908" y="4589655"/>
            <a:ext cx="11503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737" y="4589655"/>
            <a:ext cx="27659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26650" y="4589655"/>
            <a:ext cx="1107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35669" y="5300551"/>
            <a:ext cx="10276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4" y="5300551"/>
            <a:ext cx="27705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5285" y="5300551"/>
            <a:ext cx="11094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pPr algn="r"/>
            <a:endParaRPr lang="fr-FR" sz="11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8501" y="3063383"/>
            <a:ext cx="11311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8501" y="3063383"/>
            <a:ext cx="27604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457817" y="3063383"/>
            <a:ext cx="11311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9710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2203" y="212315"/>
            <a:ext cx="10460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4396" y="212315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923691" y="212315"/>
            <a:ext cx="11812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298800" y="55076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{{WIN_P5}}</a:t>
            </a:r>
            <a:endParaRPr lang="fr-FR" sz="8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7639" y="1781130"/>
            <a:ext cx="1059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2202" y="1781130"/>
            <a:ext cx="27705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90816" y="178113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988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{{WIN_P6}}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7640" y="3357593"/>
            <a:ext cx="1059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4396" y="3357593"/>
            <a:ext cx="276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35759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98800" y="3696040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{{WIN_P7}}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3074" y="4941486"/>
            <a:ext cx="1064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7" y="4941486"/>
            <a:ext cx="2761394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81688" y="4941486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988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{{WIN_P8}}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8909" y="956262"/>
            <a:ext cx="10551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4" y="956262"/>
            <a:ext cx="2770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8910" y="4099785"/>
            <a:ext cx="109798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099785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24143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35671" y="5297796"/>
            <a:ext cx="10594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4" y="5297796"/>
            <a:ext cx="27544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32321" y="5297796"/>
            <a:ext cx="11724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8501" y="2573513"/>
            <a:ext cx="10233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8501" y="2573513"/>
            <a:ext cx="27647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432321" y="2573513"/>
            <a:ext cx="1160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2205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8908" y="1446132"/>
            <a:ext cx="13308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8908" y="4589655"/>
            <a:ext cx="13308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909" y="3077888"/>
            <a:ext cx="12043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98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98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12554" y="3063383"/>
            <a:ext cx="14731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285672" y="3063383"/>
            <a:ext cx="12916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99228" y="5261780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3793" y="2215654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675947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673932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</p:spTree>
    <p:extLst>
      <p:ext uri="{BB962C8B-B14F-4D97-AF65-F5344CB8AC3E}">
        <p14:creationId xmlns:p14="http://schemas.microsoft.com/office/powerpoint/2010/main" val="747606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2204" y="702185"/>
            <a:ext cx="13674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4399" y="702185"/>
            <a:ext cx="2770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535503" y="702185"/>
            <a:ext cx="15694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2988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988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7639" y="2271000"/>
            <a:ext cx="14480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4399" y="2271000"/>
            <a:ext cx="27589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74504" y="2271000"/>
            <a:ext cx="14279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988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988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7637" y="3847463"/>
            <a:ext cx="13720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4399" y="3847463"/>
            <a:ext cx="27680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34708" y="3847463"/>
            <a:ext cx="14677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988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988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3075" y="5431356"/>
            <a:ext cx="1376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8" y="5431356"/>
            <a:ext cx="27705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74504" y="5431356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988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2988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8910" y="1446132"/>
            <a:ext cx="13802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78238" y="1446132"/>
            <a:ext cx="1455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8908" y="4589655"/>
            <a:ext cx="13802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18907" y="4589655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35668" y="5300551"/>
            <a:ext cx="1291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2" y="5300551"/>
            <a:ext cx="27932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126755" y="5300551"/>
            <a:ext cx="147801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pPr algn="r"/>
            <a:endParaRPr lang="fr-FR" sz="11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8502" y="3063383"/>
            <a:ext cx="12415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5" y="3063383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7238" y="3063383"/>
            <a:ext cx="12860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ZoneTexte 138">
            <a:extLst>
              <a:ext uri="{FF2B5EF4-FFF2-40B4-BE49-F238E27FC236}">
                <a16:creationId xmlns:a16="http://schemas.microsoft.com/office/drawing/2014/main" id="{210AB74D-02E2-8C44-8787-93CF3BCF3D9C}"/>
              </a:ext>
            </a:extLst>
          </p:cNvPr>
          <p:cNvSpPr txBox="1"/>
          <p:nvPr/>
        </p:nvSpPr>
        <p:spPr>
          <a:xfrm>
            <a:off x="6500313" y="2662242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445C2159-329C-3D4C-B6CA-63384BC6CD65}"/>
              </a:ext>
            </a:extLst>
          </p:cNvPr>
          <p:cNvSpPr txBox="1"/>
          <p:nvPr/>
        </p:nvSpPr>
        <p:spPr>
          <a:xfrm>
            <a:off x="6516487" y="4945071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2754628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8909" y="1446132"/>
            <a:ext cx="14559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5106" y="1446132"/>
            <a:ext cx="1498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8910" y="4589655"/>
            <a:ext cx="14559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8909" y="4589655"/>
            <a:ext cx="27647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5106" y="4589655"/>
            <a:ext cx="1498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910" y="3077888"/>
            <a:ext cx="1291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67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668221" y="3077888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98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98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12553" y="3063383"/>
            <a:ext cx="12867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099327" y="3063383"/>
            <a:ext cx="14780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675947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673932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2208" y="702185"/>
            <a:ext cx="15211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2208" y="702185"/>
            <a:ext cx="27556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570009" y="702185"/>
            <a:ext cx="15349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2988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{{LOSE_P1}}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988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{{LOSE_P2}}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7638" y="2271000"/>
            <a:ext cx="14480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{{C17_24_2_CODE}}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568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570009" y="2271000"/>
            <a:ext cx="15324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988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{{LOSE_P3}}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988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{{LOSE_P4}}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7639" y="3847463"/>
            <a:ext cx="14480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{{C17_24_3_CODE}}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2209" y="3847463"/>
            <a:ext cx="27510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{{C17_24_3_TERRAIN}}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570009" y="3847463"/>
            <a:ext cx="15324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988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{{LOSE_P5}}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988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{{LOSE_P6}}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3076" y="5431356"/>
            <a:ext cx="14525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{{C17_24_4_CODE}}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570009" y="5431356"/>
            <a:ext cx="15278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988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{{LOSE_P7}}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2988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{{LOSE_P8}}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8909" y="1446132"/>
            <a:ext cx="1436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2166" y="1446132"/>
            <a:ext cx="15115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8910" y="4589655"/>
            <a:ext cx="14525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  <a:p>
            <a:pPr algn="ctr"/>
            <a:endParaRPr lang="fr-FR" sz="11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2167" y="4589655"/>
            <a:ext cx="15115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35670" y="5300551"/>
            <a:ext cx="12910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5" y="5300551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12348" y="5300551"/>
            <a:ext cx="13924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  <a:p>
            <a:pPr algn="r"/>
            <a:endParaRPr lang="fr-FR" sz="11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CLASSEMENT 17-20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8500" y="3063383"/>
            <a:ext cx="12867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4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212348" y="3063383"/>
            <a:ext cx="1380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{{WIN_C17_20_2}}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ZoneTexte 138">
            <a:extLst>
              <a:ext uri="{FF2B5EF4-FFF2-40B4-BE49-F238E27FC236}">
                <a16:creationId xmlns:a16="http://schemas.microsoft.com/office/drawing/2014/main" id="{210AB74D-02E2-8C44-8787-93CF3BCF3D9C}"/>
              </a:ext>
            </a:extLst>
          </p:cNvPr>
          <p:cNvSpPr txBox="1"/>
          <p:nvPr/>
        </p:nvSpPr>
        <p:spPr>
          <a:xfrm>
            <a:off x="6500313" y="2662242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17-18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445C2159-329C-3D4C-B6CA-63384BC6CD65}"/>
              </a:ext>
            </a:extLst>
          </p:cNvPr>
          <p:cNvSpPr txBox="1"/>
          <p:nvPr/>
        </p:nvSpPr>
        <p:spPr>
          <a:xfrm>
            <a:off x="6516487" y="4945071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19-20</a:t>
            </a:r>
          </a:p>
        </p:txBody>
      </p:sp>
    </p:spTree>
    <p:extLst>
      <p:ext uri="{BB962C8B-B14F-4D97-AF65-F5344CB8AC3E}">
        <p14:creationId xmlns:p14="http://schemas.microsoft.com/office/powerpoint/2010/main" val="24646199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597" y="1446132"/>
            <a:ext cx="1447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{{C21_24_1_CODE}}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{{C21_24_1_TERRAIN}}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9419" y="1446132"/>
            <a:ext cx="14942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{{C21_24_1_HEURE}}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{{LOSE_C17_24_1}}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{{LOSE_C17_24_2}}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599" y="4589655"/>
            <a:ext cx="14473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{{C21_24_2_CODE}}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{{C21_24_2_TERRAIN}}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9419" y="4589655"/>
            <a:ext cx="14942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{{C21_24_2_HEURE}}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{{LOSE_C17_24_3}}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{{LOSE_C17_24_4}}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909" y="3077888"/>
            <a:ext cx="1291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{{C23_24_CODE}}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{{C23_24_TERRAIN}}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604996" y="3077888"/>
            <a:ext cx="147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{{C23_24_HEURE}}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98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{{LOSE_C21_24_1}}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98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{{LOSE_C21_24_2}}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CLASSEMENT 21-24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12555" y="3063383"/>
            <a:ext cx="12867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{{C21_22_CODE}}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70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{{C21_22_TERRAIN}}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62552" y="306338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{{C21_22_HEURE}}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{{WIN_C21_24_1}}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C21_24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675947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23-24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673932"/>
            <a:ext cx="3383087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21-22</a:t>
            </a:r>
          </a:p>
        </p:txBody>
      </p:sp>
    </p:spTree>
    <p:extLst>
      <p:ext uri="{BB962C8B-B14F-4D97-AF65-F5344CB8AC3E}">
        <p14:creationId xmlns:p14="http://schemas.microsoft.com/office/powerpoint/2010/main" val="760643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2791394" y="106130"/>
            <a:ext cx="4225159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PLANNING DES MATCHS JOUR 1 1/2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317760"/>
              </p:ext>
            </p:extLst>
          </p:nvPr>
        </p:nvGraphicFramePr>
        <p:xfrm>
          <a:off x="154982" y="808734"/>
          <a:ext cx="9608952" cy="566667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5811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EQUIPE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{{J1_PL7_CODE}}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{{J1_PL7_HEURE}}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{{J1_PL7_TERRAIN}}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{{J1_PL7_EQ1}}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{{J1_PL7_EQ2}}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{{J1_PL8_CODE}}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{{J1_PL8_HEURE}}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{{J1_PL8_TERRAIN}}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{{J1_PL8_EQ1}}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{{J1_PL8_EQ2}}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{{J1_PL9_CODE}}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{{J1_PL9_HEURE}}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{{J1_PL9_TERRAIN}}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{{J1_PL9_EQ1}}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{{J1_PL9_EQ2}}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{{J1_PL10_CODE}}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{{J1_PL10_HEURE}}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{{J1_PL10_TERRAIN}}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{{J1_PL10_EQ1}}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{{J1_PL10_EQ2}}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825571"/>
              </p:ext>
            </p:extLst>
          </p:nvPr>
        </p:nvGraphicFramePr>
        <p:xfrm>
          <a:off x="154982" y="808734"/>
          <a:ext cx="9608952" cy="5666665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5811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EQUIPE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{{J1_PL17_CODE}}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{{J1_PL17_HEURE}}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{{J1_PL17_TERRAIN}}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{{J1_PL17_EQ1}}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{{J1_PL17_EQ2}}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{{J1_PL18_CODE}}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{{J1_PL18_HEURE}}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{{J1_PL18_TERRAIN}}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{{J1_PL18_EQ1}}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{{J1_PL18_EQ2}}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{{J1_PL19_CODE}}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{{J1_PL19_HEURE}}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{{J1_PL19_TERRAIN}}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{{J1_PL19_EQ1}}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{{J1_PL19_EQ2}}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{{J1_PL20_CODE}}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{{J1_PL20_HEURE}}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{{J1_PL20_TERRAIN}}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{{J1_PL20_EQ1}}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{{J1_PL20_EQ2}}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PL26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{{J1_PL27_CODE}}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{{J1_PL27_HEURE}}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{{J1_PL27_TERRAIN}}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PL27_EQ1}}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PL27_EQ2}}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{{J1_PL28_CODE}}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{{J1_PL28_HEURE}}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{{J1_PL28_TERRAIN}}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PL28_EQ1}}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J1_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PL28_EQ2}}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95D3E599-C390-4F4B-A077-6AE0E4ADFF50}"/>
              </a:ext>
            </a:extLst>
          </p:cNvPr>
          <p:cNvSpPr txBox="1"/>
          <p:nvPr/>
        </p:nvSpPr>
        <p:spPr>
          <a:xfrm>
            <a:off x="2791394" y="106130"/>
            <a:ext cx="4225159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PLANNING DES MATCHS JOUR 1 2/2</a:t>
            </a:r>
          </a:p>
        </p:txBody>
      </p:sp>
    </p:spTree>
    <p:extLst>
      <p:ext uri="{BB962C8B-B14F-4D97-AF65-F5344CB8AC3E}">
        <p14:creationId xmlns:p14="http://schemas.microsoft.com/office/powerpoint/2010/main" val="2740339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2791394" y="106130"/>
            <a:ext cx="4225159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PLANNING DES MATCHS JOUR 2 1/2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29535"/>
              </p:ext>
            </p:extLst>
          </p:nvPr>
        </p:nvGraphicFramePr>
        <p:xfrm>
          <a:off x="154982" y="808734"/>
          <a:ext cx="9608952" cy="566667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5811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EQUIPE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{{J2_PL7_CODE}}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{{J2_PL7_HEURE}}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{{J2_PL7_TERRAIN}}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{{J2_PL7_EQ1}}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{{J2_PL7_EQ2}}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{{J2_PL8_CODE}}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{{J2_PL8_HEURE}}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{{J2_PL8_TERRAIN}}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{{J2_PL8_EQ1}}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{{J2_PL8_EQ2}}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{{J2_PL9_CODE}}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{{J2_PL9_HEURE}}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{{J2_PL9_TERRAIN}}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{{J2_PL9_EQ1}}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{{J2_PL9_EQ2}}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{{J2_PL10_CODE}}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{{J2_PL10_HEURE}}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{{J2_PL10_TERRAIN}}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{{J2_PL10_EQ1}}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{{J2_PL10_EQ2}}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65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86499"/>
              </p:ext>
            </p:extLst>
          </p:nvPr>
        </p:nvGraphicFramePr>
        <p:xfrm>
          <a:off x="154982" y="808734"/>
          <a:ext cx="9608952" cy="4362357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7644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EQUIPE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{{J2_PL17_CODE}}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{{J2_PL17_HEURE}}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{{J2_PL17_TERRAIN}}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{{J2_PL17_EQ1}}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{{J2_PL17_EQ2}}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{{J2_PL18_CODE}}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{{J2_PL18_HEURE}}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{{J2_PL18_TERRAIN}}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{{J2_PL18_EQ1}}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{{J2_PL18_EQ2}}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{{J2_PL19_CODE}}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{{J2_PL19_HEURE}}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{{J2_PL19_TERRAIN}}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{{J2_PL19_EQ1}}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{{J2_PL19_EQ2}}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{{J2_PL20_CODE}}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{{J2_PL20_HEURE}}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{{J2_PL20_TERRAIN}}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{{J2_PL20_EQ1}}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{{J2_PL20_EQ2}}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J2_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J2_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J2_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J2_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J2_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J2_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{{J2_PL24_TERRAIN}}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J2_</a:t>
                      </a:r>
                      <a:r>
                        <a:rPr lang="fr-FR" sz="6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PL24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J2_</a:t>
                      </a:r>
                      <a:r>
                        <a:rPr lang="fr-FR" sz="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PL24_EQ2}}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95D3E599-C390-4F4B-A077-6AE0E4ADFF50}"/>
              </a:ext>
            </a:extLst>
          </p:cNvPr>
          <p:cNvSpPr txBox="1"/>
          <p:nvPr/>
        </p:nvSpPr>
        <p:spPr>
          <a:xfrm>
            <a:off x="2791394" y="106130"/>
            <a:ext cx="4225159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PLANNING DES MATCHS JOUR 2 2/2</a:t>
            </a:r>
          </a:p>
        </p:txBody>
      </p:sp>
    </p:spTree>
    <p:extLst>
      <p:ext uri="{BB962C8B-B14F-4D97-AF65-F5344CB8AC3E}">
        <p14:creationId xmlns:p14="http://schemas.microsoft.com/office/powerpoint/2010/main" val="3882333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ZoneTexte 132">
            <a:extLst>
              <a:ext uri="{FF2B5EF4-FFF2-40B4-BE49-F238E27FC236}">
                <a16:creationId xmlns:a16="http://schemas.microsoft.com/office/drawing/2014/main" id="{7A600195-411A-9146-881C-BF77B17961CE}"/>
              </a:ext>
            </a:extLst>
          </p:cNvPr>
          <p:cNvSpPr txBox="1"/>
          <p:nvPr/>
        </p:nvSpPr>
        <p:spPr>
          <a:xfrm>
            <a:off x="3195145" y="105103"/>
            <a:ext cx="3478924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 / POINTS 1/2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944525"/>
              </p:ext>
            </p:extLst>
          </p:nvPr>
        </p:nvGraphicFramePr>
        <p:xfrm>
          <a:off x="154982" y="964195"/>
          <a:ext cx="9546957" cy="4830696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EQUIPE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🥇</a:t>
                      </a: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 1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🥈</a:t>
                      </a: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 2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🥉</a:t>
                      </a: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 3 </a:t>
                      </a:r>
                      <a:r>
                        <a:rPr lang="fr-FR" sz="16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🥉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{{PTS6}}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{{PTS7}}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{{PTS8}}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312717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{{PTS9}}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663545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{{PTS10}}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69104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110893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560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93582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ZoneTexte 133">
            <a:extLst>
              <a:ext uri="{FF2B5EF4-FFF2-40B4-BE49-F238E27FC236}">
                <a16:creationId xmlns:a16="http://schemas.microsoft.com/office/drawing/2014/main" id="{04FA868E-B09C-CB41-8368-B46B9716BFE5}"/>
              </a:ext>
            </a:extLst>
          </p:cNvPr>
          <p:cNvSpPr txBox="1"/>
          <p:nvPr/>
        </p:nvSpPr>
        <p:spPr>
          <a:xfrm>
            <a:off x="21060" y="12212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CE532D12-AB2D-E443-B4BE-7251DB907A4A}"/>
              </a:ext>
            </a:extLst>
          </p:cNvPr>
          <p:cNvSpPr txBox="1"/>
          <p:nvPr/>
        </p:nvSpPr>
        <p:spPr>
          <a:xfrm>
            <a:off x="6564810" y="147647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30CA1EC-3AAE-314C-A6E8-904AE6E4C1DB}"/>
              </a:ext>
            </a:extLst>
          </p:cNvPr>
          <p:cNvSpPr txBox="1"/>
          <p:nvPr/>
        </p:nvSpPr>
        <p:spPr>
          <a:xfrm>
            <a:off x="3212431" y="6591732"/>
            <a:ext cx="338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{{CLUB}}</a:t>
            </a:r>
          </a:p>
        </p:txBody>
      </p:sp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6203959"/>
              </p:ext>
            </p:extLst>
          </p:nvPr>
        </p:nvGraphicFramePr>
        <p:xfrm>
          <a:off x="154982" y="964195"/>
          <a:ext cx="9546957" cy="4830696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EQUIPE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13 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14 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{{PTS16}}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{{PTS17}}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{{PTS18}}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{{PTS19}}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{{PTS20}}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312717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{{PTS21}}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663545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{{PTS22}}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69104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{{PTS23}}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110893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{{PTS24}}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560879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75943D54-404B-C94D-BE56-313466E1BEA9}"/>
              </a:ext>
            </a:extLst>
          </p:cNvPr>
          <p:cNvSpPr txBox="1"/>
          <p:nvPr/>
        </p:nvSpPr>
        <p:spPr>
          <a:xfrm>
            <a:off x="3195145" y="105103"/>
            <a:ext cx="3478924" cy="346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 / POINTS 2/2</a:t>
            </a:r>
          </a:p>
        </p:txBody>
      </p:sp>
    </p:spTree>
    <p:extLst>
      <p:ext uri="{BB962C8B-B14F-4D97-AF65-F5344CB8AC3E}">
        <p14:creationId xmlns:p14="http://schemas.microsoft.com/office/powerpoint/2010/main" val="3383832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1812</TotalTime>
  <Words>3695</Words>
  <Application>Microsoft Macintosh PowerPoint</Application>
  <PresentationFormat>Format A4 (210 x 297 mm)</PresentationFormat>
  <Paragraphs>840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Arial</vt:lpstr>
      <vt:lpstr>Calibri</vt:lpstr>
      <vt:lpstr>Noto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71</cp:revision>
  <dcterms:created xsi:type="dcterms:W3CDTF">2013-01-27T09:14:16Z</dcterms:created>
  <dcterms:modified xsi:type="dcterms:W3CDTF">2026-06-29T18:30:49Z</dcterms:modified>
  <cp:category/>
</cp:coreProperties>
</file>